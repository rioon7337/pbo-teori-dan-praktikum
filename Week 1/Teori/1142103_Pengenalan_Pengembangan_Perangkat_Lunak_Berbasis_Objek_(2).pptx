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9144000" cy="51435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714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7732" y="1086129"/>
            <a:ext cx="2748534" cy="2649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0" y="4745736"/>
            <a:ext cx="680085" cy="396240"/>
          </a:xfrm>
          <a:custGeom>
            <a:avLst/>
            <a:gdLst/>
            <a:ahLst/>
            <a:cxnLst/>
            <a:rect l="l" t="t" r="r" b="b"/>
            <a:pathLst>
              <a:path w="680085" h="396239">
                <a:moveTo>
                  <a:pt x="106221" y="0"/>
                </a:moveTo>
                <a:lnTo>
                  <a:pt x="82269" y="44539"/>
                </a:lnTo>
                <a:lnTo>
                  <a:pt x="61136" y="90735"/>
                </a:lnTo>
                <a:lnTo>
                  <a:pt x="42937" y="138472"/>
                </a:lnTo>
                <a:lnTo>
                  <a:pt x="27788" y="187635"/>
                </a:lnTo>
                <a:lnTo>
                  <a:pt x="15804" y="238106"/>
                </a:lnTo>
                <a:lnTo>
                  <a:pt x="7101" y="289772"/>
                </a:lnTo>
                <a:lnTo>
                  <a:pt x="1794" y="342514"/>
                </a:lnTo>
                <a:lnTo>
                  <a:pt x="0" y="396219"/>
                </a:lnTo>
                <a:lnTo>
                  <a:pt x="661929" y="396219"/>
                </a:lnTo>
                <a:lnTo>
                  <a:pt x="663115" y="378449"/>
                </a:lnTo>
                <a:lnTo>
                  <a:pt x="666572" y="361429"/>
                </a:lnTo>
                <a:lnTo>
                  <a:pt x="672146" y="345314"/>
                </a:lnTo>
                <a:lnTo>
                  <a:pt x="679683" y="330260"/>
                </a:lnTo>
                <a:lnTo>
                  <a:pt x="106221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2588" y="4568952"/>
            <a:ext cx="594360" cy="573405"/>
          </a:xfrm>
          <a:custGeom>
            <a:avLst/>
            <a:gdLst/>
            <a:ahLst/>
            <a:cxnLst/>
            <a:rect l="l" t="t" r="r" b="b"/>
            <a:pathLst>
              <a:path w="594360" h="573404">
                <a:moveTo>
                  <a:pt x="330073" y="0"/>
                </a:moveTo>
                <a:lnTo>
                  <a:pt x="288803" y="26018"/>
                </a:lnTo>
                <a:lnTo>
                  <a:pt x="249659" y="54927"/>
                </a:lnTo>
                <a:lnTo>
                  <a:pt x="212789" y="86577"/>
                </a:lnTo>
                <a:lnTo>
                  <a:pt x="178344" y="120820"/>
                </a:lnTo>
                <a:lnTo>
                  <a:pt x="146471" y="157507"/>
                </a:lnTo>
                <a:lnTo>
                  <a:pt x="117321" y="196487"/>
                </a:lnTo>
                <a:lnTo>
                  <a:pt x="91041" y="237612"/>
                </a:lnTo>
                <a:lnTo>
                  <a:pt x="67782" y="280733"/>
                </a:lnTo>
                <a:lnTo>
                  <a:pt x="47692" y="325700"/>
                </a:lnTo>
                <a:lnTo>
                  <a:pt x="30920" y="372363"/>
                </a:lnTo>
                <a:lnTo>
                  <a:pt x="17616" y="420575"/>
                </a:lnTo>
                <a:lnTo>
                  <a:pt x="7928" y="470185"/>
                </a:lnTo>
                <a:lnTo>
                  <a:pt x="2007" y="521044"/>
                </a:lnTo>
                <a:lnTo>
                  <a:pt x="0" y="573003"/>
                </a:lnTo>
                <a:lnTo>
                  <a:pt x="528383" y="573003"/>
                </a:lnTo>
                <a:lnTo>
                  <a:pt x="533148" y="537663"/>
                </a:lnTo>
                <a:lnTo>
                  <a:pt x="546588" y="505930"/>
                </a:lnTo>
                <a:lnTo>
                  <a:pt x="567420" y="479071"/>
                </a:lnTo>
                <a:lnTo>
                  <a:pt x="594360" y="458354"/>
                </a:lnTo>
                <a:lnTo>
                  <a:pt x="330073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63651" y="4613148"/>
            <a:ext cx="530860" cy="528955"/>
          </a:xfrm>
          <a:custGeom>
            <a:avLst/>
            <a:gdLst/>
            <a:ahLst/>
            <a:cxnLst/>
            <a:rect l="l" t="t" r="r" b="b"/>
            <a:pathLst>
              <a:path w="530860" h="528954">
                <a:moveTo>
                  <a:pt x="530326" y="0"/>
                </a:moveTo>
                <a:lnTo>
                  <a:pt x="482052" y="2160"/>
                </a:lnTo>
                <a:lnTo>
                  <a:pt x="434994" y="8518"/>
                </a:lnTo>
                <a:lnTo>
                  <a:pt x="389337" y="18887"/>
                </a:lnTo>
                <a:lnTo>
                  <a:pt x="345269" y="33080"/>
                </a:lnTo>
                <a:lnTo>
                  <a:pt x="302978" y="50910"/>
                </a:lnTo>
                <a:lnTo>
                  <a:pt x="262651" y="72191"/>
                </a:lnTo>
                <a:lnTo>
                  <a:pt x="224474" y="96736"/>
                </a:lnTo>
                <a:lnTo>
                  <a:pt x="188635" y="124359"/>
                </a:lnTo>
                <a:lnTo>
                  <a:pt x="155320" y="154873"/>
                </a:lnTo>
                <a:lnTo>
                  <a:pt x="124719" y="188092"/>
                </a:lnTo>
                <a:lnTo>
                  <a:pt x="97016" y="223828"/>
                </a:lnTo>
                <a:lnTo>
                  <a:pt x="72400" y="261896"/>
                </a:lnTo>
                <a:lnTo>
                  <a:pt x="51057" y="302108"/>
                </a:lnTo>
                <a:lnTo>
                  <a:pt x="33176" y="344278"/>
                </a:lnTo>
                <a:lnTo>
                  <a:pt x="18942" y="388220"/>
                </a:lnTo>
                <a:lnTo>
                  <a:pt x="8543" y="433746"/>
                </a:lnTo>
                <a:lnTo>
                  <a:pt x="2167" y="480671"/>
                </a:lnTo>
                <a:lnTo>
                  <a:pt x="0" y="528807"/>
                </a:lnTo>
                <a:lnTo>
                  <a:pt x="397903" y="528807"/>
                </a:lnTo>
                <a:lnTo>
                  <a:pt x="404661" y="486990"/>
                </a:lnTo>
                <a:lnTo>
                  <a:pt x="423474" y="450684"/>
                </a:lnTo>
                <a:lnTo>
                  <a:pt x="452150" y="422062"/>
                </a:lnTo>
                <a:lnTo>
                  <a:pt x="488498" y="403295"/>
                </a:lnTo>
                <a:lnTo>
                  <a:pt x="530326" y="396557"/>
                </a:lnTo>
                <a:lnTo>
                  <a:pt x="530326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96265" y="4745736"/>
            <a:ext cx="596265" cy="396240"/>
          </a:xfrm>
          <a:custGeom>
            <a:avLst/>
            <a:gdLst/>
            <a:ahLst/>
            <a:cxnLst/>
            <a:rect l="l" t="t" r="r" b="b"/>
            <a:pathLst>
              <a:path w="596265" h="396239">
                <a:moveTo>
                  <a:pt x="397217" y="0"/>
                </a:moveTo>
                <a:lnTo>
                  <a:pt x="350893" y="2665"/>
                </a:lnTo>
                <a:lnTo>
                  <a:pt x="306138" y="10465"/>
                </a:lnTo>
                <a:lnTo>
                  <a:pt x="263251" y="23100"/>
                </a:lnTo>
                <a:lnTo>
                  <a:pt x="222530" y="40274"/>
                </a:lnTo>
                <a:lnTo>
                  <a:pt x="184273" y="61689"/>
                </a:lnTo>
                <a:lnTo>
                  <a:pt x="148777" y="87048"/>
                </a:lnTo>
                <a:lnTo>
                  <a:pt x="116341" y="116054"/>
                </a:lnTo>
                <a:lnTo>
                  <a:pt x="87263" y="148409"/>
                </a:lnTo>
                <a:lnTo>
                  <a:pt x="61841" y="183816"/>
                </a:lnTo>
                <a:lnTo>
                  <a:pt x="40373" y="221977"/>
                </a:lnTo>
                <a:lnTo>
                  <a:pt x="23156" y="262595"/>
                </a:lnTo>
                <a:lnTo>
                  <a:pt x="10490" y="305373"/>
                </a:lnTo>
                <a:lnTo>
                  <a:pt x="2672" y="350014"/>
                </a:lnTo>
                <a:lnTo>
                  <a:pt x="0" y="396219"/>
                </a:lnTo>
                <a:lnTo>
                  <a:pt x="264947" y="396219"/>
                </a:lnTo>
                <a:lnTo>
                  <a:pt x="271698" y="354437"/>
                </a:lnTo>
                <a:lnTo>
                  <a:pt x="290490" y="318163"/>
                </a:lnTo>
                <a:lnTo>
                  <a:pt x="319133" y="289565"/>
                </a:lnTo>
                <a:lnTo>
                  <a:pt x="355439" y="270816"/>
                </a:lnTo>
                <a:lnTo>
                  <a:pt x="397217" y="264083"/>
                </a:lnTo>
                <a:lnTo>
                  <a:pt x="415045" y="265295"/>
                </a:lnTo>
                <a:lnTo>
                  <a:pt x="432133" y="268790"/>
                </a:lnTo>
                <a:lnTo>
                  <a:pt x="448349" y="274352"/>
                </a:lnTo>
                <a:lnTo>
                  <a:pt x="463562" y="281769"/>
                </a:lnTo>
                <a:lnTo>
                  <a:pt x="595833" y="53111"/>
                </a:lnTo>
                <a:lnTo>
                  <a:pt x="550404" y="30555"/>
                </a:lnTo>
                <a:lnTo>
                  <a:pt x="501830" y="13882"/>
                </a:lnTo>
                <a:lnTo>
                  <a:pt x="450604" y="3546"/>
                </a:lnTo>
                <a:lnTo>
                  <a:pt x="397217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28827" y="4876825"/>
            <a:ext cx="494030" cy="265430"/>
          </a:xfrm>
          <a:custGeom>
            <a:avLst/>
            <a:gdLst/>
            <a:ahLst/>
            <a:cxnLst/>
            <a:rect l="l" t="t" r="r" b="b"/>
            <a:pathLst>
              <a:path w="494030" h="265429">
                <a:moveTo>
                  <a:pt x="264502" y="0"/>
                </a:moveTo>
                <a:lnTo>
                  <a:pt x="216966" y="4272"/>
                </a:lnTo>
                <a:lnTo>
                  <a:pt x="172221" y="16590"/>
                </a:lnTo>
                <a:lnTo>
                  <a:pt x="131016" y="36204"/>
                </a:lnTo>
                <a:lnTo>
                  <a:pt x="94099" y="62364"/>
                </a:lnTo>
                <a:lnTo>
                  <a:pt x="62217" y="94322"/>
                </a:lnTo>
                <a:lnTo>
                  <a:pt x="36119" y="131326"/>
                </a:lnTo>
                <a:lnTo>
                  <a:pt x="16551" y="172629"/>
                </a:lnTo>
                <a:lnTo>
                  <a:pt x="4262" y="217480"/>
                </a:lnTo>
                <a:lnTo>
                  <a:pt x="0" y="265129"/>
                </a:lnTo>
                <a:lnTo>
                  <a:pt x="132359" y="265129"/>
                </a:lnTo>
                <a:lnTo>
                  <a:pt x="139102" y="223180"/>
                </a:lnTo>
                <a:lnTo>
                  <a:pt x="157875" y="186759"/>
                </a:lnTo>
                <a:lnTo>
                  <a:pt x="186490" y="158046"/>
                </a:lnTo>
                <a:lnTo>
                  <a:pt x="222762" y="139220"/>
                </a:lnTo>
                <a:lnTo>
                  <a:pt x="264502" y="132460"/>
                </a:lnTo>
                <a:lnTo>
                  <a:pt x="299837" y="137277"/>
                </a:lnTo>
                <a:lnTo>
                  <a:pt x="331563" y="150841"/>
                </a:lnTo>
                <a:lnTo>
                  <a:pt x="358419" y="171827"/>
                </a:lnTo>
                <a:lnTo>
                  <a:pt x="379145" y="198907"/>
                </a:lnTo>
                <a:lnTo>
                  <a:pt x="493750" y="132460"/>
                </a:lnTo>
                <a:lnTo>
                  <a:pt x="467694" y="95163"/>
                </a:lnTo>
                <a:lnTo>
                  <a:pt x="435755" y="62937"/>
                </a:lnTo>
                <a:lnTo>
                  <a:pt x="398700" y="36545"/>
                </a:lnTo>
                <a:lnTo>
                  <a:pt x="357296" y="16750"/>
                </a:lnTo>
                <a:lnTo>
                  <a:pt x="312308" y="4314"/>
                </a:lnTo>
                <a:lnTo>
                  <a:pt x="264502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464295" y="0"/>
            <a:ext cx="680085" cy="396240"/>
          </a:xfrm>
          <a:custGeom>
            <a:avLst/>
            <a:gdLst/>
            <a:ahLst/>
            <a:cxnLst/>
            <a:rect l="l" t="t" r="r" b="b"/>
            <a:pathLst>
              <a:path w="680084" h="396240">
                <a:moveTo>
                  <a:pt x="679703" y="0"/>
                </a:moveTo>
                <a:lnTo>
                  <a:pt x="17779" y="0"/>
                </a:lnTo>
                <a:lnTo>
                  <a:pt x="16591" y="17783"/>
                </a:lnTo>
                <a:lnTo>
                  <a:pt x="13128" y="34829"/>
                </a:lnTo>
                <a:lnTo>
                  <a:pt x="7546" y="50970"/>
                </a:lnTo>
                <a:lnTo>
                  <a:pt x="0" y="66039"/>
                </a:lnTo>
                <a:lnTo>
                  <a:pt x="573404" y="396239"/>
                </a:lnTo>
                <a:lnTo>
                  <a:pt x="597370" y="351700"/>
                </a:lnTo>
                <a:lnTo>
                  <a:pt x="618517" y="305502"/>
                </a:lnTo>
                <a:lnTo>
                  <a:pt x="636729" y="257762"/>
                </a:lnTo>
                <a:lnTo>
                  <a:pt x="651890" y="208597"/>
                </a:lnTo>
                <a:lnTo>
                  <a:pt x="663885" y="158122"/>
                </a:lnTo>
                <a:lnTo>
                  <a:pt x="672595" y="106453"/>
                </a:lnTo>
                <a:lnTo>
                  <a:pt x="677907" y="53707"/>
                </a:lnTo>
                <a:lnTo>
                  <a:pt x="679703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417051" y="0"/>
            <a:ext cx="594360" cy="573405"/>
          </a:xfrm>
          <a:custGeom>
            <a:avLst/>
            <a:gdLst/>
            <a:ahLst/>
            <a:cxnLst/>
            <a:rect l="l" t="t" r="r" b="b"/>
            <a:pathLst>
              <a:path w="594359" h="573405">
                <a:moveTo>
                  <a:pt x="594359" y="0"/>
                </a:moveTo>
                <a:lnTo>
                  <a:pt x="66040" y="0"/>
                </a:lnTo>
                <a:lnTo>
                  <a:pt x="61257" y="35367"/>
                </a:lnTo>
                <a:lnTo>
                  <a:pt x="47783" y="67103"/>
                </a:lnTo>
                <a:lnTo>
                  <a:pt x="26927" y="93958"/>
                </a:lnTo>
                <a:lnTo>
                  <a:pt x="0" y="114680"/>
                </a:lnTo>
                <a:lnTo>
                  <a:pt x="264287" y="573024"/>
                </a:lnTo>
                <a:lnTo>
                  <a:pt x="305563" y="547008"/>
                </a:lnTo>
                <a:lnTo>
                  <a:pt x="344712" y="518102"/>
                </a:lnTo>
                <a:lnTo>
                  <a:pt x="381585" y="486453"/>
                </a:lnTo>
                <a:lnTo>
                  <a:pt x="416032" y="452212"/>
                </a:lnTo>
                <a:lnTo>
                  <a:pt x="447905" y="415527"/>
                </a:lnTo>
                <a:lnTo>
                  <a:pt x="477054" y="376547"/>
                </a:lnTo>
                <a:lnTo>
                  <a:pt x="503332" y="335422"/>
                </a:lnTo>
                <a:lnTo>
                  <a:pt x="526589" y="292301"/>
                </a:lnTo>
                <a:lnTo>
                  <a:pt x="546677" y="247332"/>
                </a:lnTo>
                <a:lnTo>
                  <a:pt x="563446" y="200665"/>
                </a:lnTo>
                <a:lnTo>
                  <a:pt x="576747" y="152450"/>
                </a:lnTo>
                <a:lnTo>
                  <a:pt x="586433" y="102834"/>
                </a:lnTo>
                <a:lnTo>
                  <a:pt x="592353" y="51968"/>
                </a:lnTo>
                <a:lnTo>
                  <a:pt x="594359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349995" y="0"/>
            <a:ext cx="530860" cy="528955"/>
          </a:xfrm>
          <a:custGeom>
            <a:avLst/>
            <a:gdLst/>
            <a:ahLst/>
            <a:cxnLst/>
            <a:rect l="l" t="t" r="r" b="b"/>
            <a:pathLst>
              <a:path w="530859" h="528955">
                <a:moveTo>
                  <a:pt x="530351" y="0"/>
                </a:moveTo>
                <a:lnTo>
                  <a:pt x="132460" y="0"/>
                </a:lnTo>
                <a:lnTo>
                  <a:pt x="125695" y="41853"/>
                </a:lnTo>
                <a:lnTo>
                  <a:pt x="106865" y="78183"/>
                </a:lnTo>
                <a:lnTo>
                  <a:pt x="78173" y="106820"/>
                </a:lnTo>
                <a:lnTo>
                  <a:pt x="41817" y="125593"/>
                </a:lnTo>
                <a:lnTo>
                  <a:pt x="0" y="132334"/>
                </a:lnTo>
                <a:lnTo>
                  <a:pt x="0" y="528827"/>
                </a:lnTo>
                <a:lnTo>
                  <a:pt x="48285" y="526667"/>
                </a:lnTo>
                <a:lnTo>
                  <a:pt x="95353" y="520309"/>
                </a:lnTo>
                <a:lnTo>
                  <a:pt x="141017" y="509940"/>
                </a:lnTo>
                <a:lnTo>
                  <a:pt x="185090" y="495747"/>
                </a:lnTo>
                <a:lnTo>
                  <a:pt x="227385" y="477916"/>
                </a:lnTo>
                <a:lnTo>
                  <a:pt x="267715" y="456635"/>
                </a:lnTo>
                <a:lnTo>
                  <a:pt x="305894" y="432089"/>
                </a:lnTo>
                <a:lnTo>
                  <a:pt x="341733" y="404466"/>
                </a:lnTo>
                <a:lnTo>
                  <a:pt x="375046" y="373951"/>
                </a:lnTo>
                <a:lnTo>
                  <a:pt x="405647" y="340732"/>
                </a:lnTo>
                <a:lnTo>
                  <a:pt x="433348" y="304994"/>
                </a:lnTo>
                <a:lnTo>
                  <a:pt x="457961" y="266925"/>
                </a:lnTo>
                <a:lnTo>
                  <a:pt x="479302" y="226711"/>
                </a:lnTo>
                <a:lnTo>
                  <a:pt x="497181" y="184539"/>
                </a:lnTo>
                <a:lnTo>
                  <a:pt x="511413" y="140596"/>
                </a:lnTo>
                <a:lnTo>
                  <a:pt x="521810" y="95067"/>
                </a:lnTo>
                <a:lnTo>
                  <a:pt x="528185" y="48139"/>
                </a:lnTo>
                <a:lnTo>
                  <a:pt x="530351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151875" y="0"/>
            <a:ext cx="596265" cy="396240"/>
          </a:xfrm>
          <a:custGeom>
            <a:avLst/>
            <a:gdLst/>
            <a:ahLst/>
            <a:cxnLst/>
            <a:rect l="l" t="t" r="r" b="b"/>
            <a:pathLst>
              <a:path w="596265" h="396240">
                <a:moveTo>
                  <a:pt x="595883" y="0"/>
                </a:moveTo>
                <a:lnTo>
                  <a:pt x="330962" y="0"/>
                </a:lnTo>
                <a:lnTo>
                  <a:pt x="324209" y="41791"/>
                </a:lnTo>
                <a:lnTo>
                  <a:pt x="305411" y="78083"/>
                </a:lnTo>
                <a:lnTo>
                  <a:pt x="276756" y="106701"/>
                </a:lnTo>
                <a:lnTo>
                  <a:pt x="240432" y="125467"/>
                </a:lnTo>
                <a:lnTo>
                  <a:pt x="198627" y="132207"/>
                </a:lnTo>
                <a:lnTo>
                  <a:pt x="180786" y="130982"/>
                </a:lnTo>
                <a:lnTo>
                  <a:pt x="163718" y="127460"/>
                </a:lnTo>
                <a:lnTo>
                  <a:pt x="147532" y="121866"/>
                </a:lnTo>
                <a:lnTo>
                  <a:pt x="132333" y="114426"/>
                </a:lnTo>
                <a:lnTo>
                  <a:pt x="0" y="343153"/>
                </a:lnTo>
                <a:lnTo>
                  <a:pt x="45448" y="365700"/>
                </a:lnTo>
                <a:lnTo>
                  <a:pt x="94027" y="382365"/>
                </a:lnTo>
                <a:lnTo>
                  <a:pt x="145250" y="392695"/>
                </a:lnTo>
                <a:lnTo>
                  <a:pt x="198627" y="396239"/>
                </a:lnTo>
                <a:lnTo>
                  <a:pt x="244943" y="393573"/>
                </a:lnTo>
                <a:lnTo>
                  <a:pt x="289693" y="385774"/>
                </a:lnTo>
                <a:lnTo>
                  <a:pt x="332578" y="373137"/>
                </a:lnTo>
                <a:lnTo>
                  <a:pt x="373300" y="355962"/>
                </a:lnTo>
                <a:lnTo>
                  <a:pt x="411561" y="334546"/>
                </a:lnTo>
                <a:lnTo>
                  <a:pt x="447062" y="309185"/>
                </a:lnTo>
                <a:lnTo>
                  <a:pt x="479504" y="280177"/>
                </a:lnTo>
                <a:lnTo>
                  <a:pt x="508589" y="247821"/>
                </a:lnTo>
                <a:lnTo>
                  <a:pt x="534018" y="212412"/>
                </a:lnTo>
                <a:lnTo>
                  <a:pt x="555494" y="174249"/>
                </a:lnTo>
                <a:lnTo>
                  <a:pt x="572717" y="133628"/>
                </a:lnTo>
                <a:lnTo>
                  <a:pt x="585388" y="90849"/>
                </a:lnTo>
                <a:lnTo>
                  <a:pt x="593210" y="46206"/>
                </a:lnTo>
                <a:lnTo>
                  <a:pt x="595883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121395" y="0"/>
            <a:ext cx="494030" cy="265430"/>
          </a:xfrm>
          <a:custGeom>
            <a:avLst/>
            <a:gdLst/>
            <a:ahLst/>
            <a:cxnLst/>
            <a:rect l="l" t="t" r="r" b="b"/>
            <a:pathLst>
              <a:path w="494029" h="265430">
                <a:moveTo>
                  <a:pt x="493775" y="0"/>
                </a:moveTo>
                <a:lnTo>
                  <a:pt x="361442" y="0"/>
                </a:lnTo>
                <a:lnTo>
                  <a:pt x="354690" y="41941"/>
                </a:lnTo>
                <a:lnTo>
                  <a:pt x="335899" y="78372"/>
                </a:lnTo>
                <a:lnTo>
                  <a:pt x="307263" y="107103"/>
                </a:lnTo>
                <a:lnTo>
                  <a:pt x="270977" y="125947"/>
                </a:lnTo>
                <a:lnTo>
                  <a:pt x="229234" y="132714"/>
                </a:lnTo>
                <a:lnTo>
                  <a:pt x="193940" y="127890"/>
                </a:lnTo>
                <a:lnTo>
                  <a:pt x="162242" y="114315"/>
                </a:lnTo>
                <a:lnTo>
                  <a:pt x="135401" y="93335"/>
                </a:lnTo>
                <a:lnTo>
                  <a:pt x="114680" y="66294"/>
                </a:lnTo>
                <a:lnTo>
                  <a:pt x="0" y="132714"/>
                </a:lnTo>
                <a:lnTo>
                  <a:pt x="26055" y="169999"/>
                </a:lnTo>
                <a:lnTo>
                  <a:pt x="57991" y="202221"/>
                </a:lnTo>
                <a:lnTo>
                  <a:pt x="95043" y="228615"/>
                </a:lnTo>
                <a:lnTo>
                  <a:pt x="136445" y="248416"/>
                </a:lnTo>
                <a:lnTo>
                  <a:pt x="181430" y="260858"/>
                </a:lnTo>
                <a:lnTo>
                  <a:pt x="229234" y="265175"/>
                </a:lnTo>
                <a:lnTo>
                  <a:pt x="276772" y="260902"/>
                </a:lnTo>
                <a:lnTo>
                  <a:pt x="321520" y="248583"/>
                </a:lnTo>
                <a:lnTo>
                  <a:pt x="362730" y="228966"/>
                </a:lnTo>
                <a:lnTo>
                  <a:pt x="399654" y="202802"/>
                </a:lnTo>
                <a:lnTo>
                  <a:pt x="431542" y="170840"/>
                </a:lnTo>
                <a:lnTo>
                  <a:pt x="457646" y="133829"/>
                </a:lnTo>
                <a:lnTo>
                  <a:pt x="477219" y="92519"/>
                </a:lnTo>
                <a:lnTo>
                  <a:pt x="489512" y="47660"/>
                </a:lnTo>
                <a:lnTo>
                  <a:pt x="493775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0" y="4745736"/>
            <a:ext cx="680085" cy="396240"/>
          </a:xfrm>
          <a:custGeom>
            <a:avLst/>
            <a:gdLst/>
            <a:ahLst/>
            <a:cxnLst/>
            <a:rect l="l" t="t" r="r" b="b"/>
            <a:pathLst>
              <a:path w="680085" h="396239">
                <a:moveTo>
                  <a:pt x="106221" y="0"/>
                </a:moveTo>
                <a:lnTo>
                  <a:pt x="82269" y="44539"/>
                </a:lnTo>
                <a:lnTo>
                  <a:pt x="61136" y="90735"/>
                </a:lnTo>
                <a:lnTo>
                  <a:pt x="42937" y="138472"/>
                </a:lnTo>
                <a:lnTo>
                  <a:pt x="27788" y="187635"/>
                </a:lnTo>
                <a:lnTo>
                  <a:pt x="15804" y="238106"/>
                </a:lnTo>
                <a:lnTo>
                  <a:pt x="7101" y="289772"/>
                </a:lnTo>
                <a:lnTo>
                  <a:pt x="1794" y="342514"/>
                </a:lnTo>
                <a:lnTo>
                  <a:pt x="0" y="396219"/>
                </a:lnTo>
                <a:lnTo>
                  <a:pt x="661929" y="396219"/>
                </a:lnTo>
                <a:lnTo>
                  <a:pt x="663115" y="378449"/>
                </a:lnTo>
                <a:lnTo>
                  <a:pt x="666572" y="361429"/>
                </a:lnTo>
                <a:lnTo>
                  <a:pt x="672146" y="345314"/>
                </a:lnTo>
                <a:lnTo>
                  <a:pt x="679683" y="330260"/>
                </a:lnTo>
                <a:lnTo>
                  <a:pt x="106221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32588" y="4568952"/>
            <a:ext cx="594360" cy="573405"/>
          </a:xfrm>
          <a:custGeom>
            <a:avLst/>
            <a:gdLst/>
            <a:ahLst/>
            <a:cxnLst/>
            <a:rect l="l" t="t" r="r" b="b"/>
            <a:pathLst>
              <a:path w="594360" h="573404">
                <a:moveTo>
                  <a:pt x="330073" y="0"/>
                </a:moveTo>
                <a:lnTo>
                  <a:pt x="288803" y="26018"/>
                </a:lnTo>
                <a:lnTo>
                  <a:pt x="249659" y="54927"/>
                </a:lnTo>
                <a:lnTo>
                  <a:pt x="212789" y="86577"/>
                </a:lnTo>
                <a:lnTo>
                  <a:pt x="178344" y="120820"/>
                </a:lnTo>
                <a:lnTo>
                  <a:pt x="146471" y="157507"/>
                </a:lnTo>
                <a:lnTo>
                  <a:pt x="117321" y="196487"/>
                </a:lnTo>
                <a:lnTo>
                  <a:pt x="91041" y="237612"/>
                </a:lnTo>
                <a:lnTo>
                  <a:pt x="67782" y="280733"/>
                </a:lnTo>
                <a:lnTo>
                  <a:pt x="47692" y="325700"/>
                </a:lnTo>
                <a:lnTo>
                  <a:pt x="30920" y="372363"/>
                </a:lnTo>
                <a:lnTo>
                  <a:pt x="17616" y="420575"/>
                </a:lnTo>
                <a:lnTo>
                  <a:pt x="7928" y="470185"/>
                </a:lnTo>
                <a:lnTo>
                  <a:pt x="2007" y="521044"/>
                </a:lnTo>
                <a:lnTo>
                  <a:pt x="0" y="573003"/>
                </a:lnTo>
                <a:lnTo>
                  <a:pt x="528383" y="573003"/>
                </a:lnTo>
                <a:lnTo>
                  <a:pt x="533148" y="537663"/>
                </a:lnTo>
                <a:lnTo>
                  <a:pt x="546588" y="505930"/>
                </a:lnTo>
                <a:lnTo>
                  <a:pt x="567420" y="479071"/>
                </a:lnTo>
                <a:lnTo>
                  <a:pt x="594360" y="458354"/>
                </a:lnTo>
                <a:lnTo>
                  <a:pt x="330073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63651" y="4613148"/>
            <a:ext cx="530860" cy="528955"/>
          </a:xfrm>
          <a:custGeom>
            <a:avLst/>
            <a:gdLst/>
            <a:ahLst/>
            <a:cxnLst/>
            <a:rect l="l" t="t" r="r" b="b"/>
            <a:pathLst>
              <a:path w="530860" h="528954">
                <a:moveTo>
                  <a:pt x="530326" y="0"/>
                </a:moveTo>
                <a:lnTo>
                  <a:pt x="482052" y="2160"/>
                </a:lnTo>
                <a:lnTo>
                  <a:pt x="434994" y="8518"/>
                </a:lnTo>
                <a:lnTo>
                  <a:pt x="389337" y="18887"/>
                </a:lnTo>
                <a:lnTo>
                  <a:pt x="345269" y="33080"/>
                </a:lnTo>
                <a:lnTo>
                  <a:pt x="302978" y="50910"/>
                </a:lnTo>
                <a:lnTo>
                  <a:pt x="262651" y="72191"/>
                </a:lnTo>
                <a:lnTo>
                  <a:pt x="224474" y="96736"/>
                </a:lnTo>
                <a:lnTo>
                  <a:pt x="188635" y="124359"/>
                </a:lnTo>
                <a:lnTo>
                  <a:pt x="155320" y="154873"/>
                </a:lnTo>
                <a:lnTo>
                  <a:pt x="124719" y="188092"/>
                </a:lnTo>
                <a:lnTo>
                  <a:pt x="97016" y="223828"/>
                </a:lnTo>
                <a:lnTo>
                  <a:pt x="72400" y="261896"/>
                </a:lnTo>
                <a:lnTo>
                  <a:pt x="51057" y="302108"/>
                </a:lnTo>
                <a:lnTo>
                  <a:pt x="33176" y="344278"/>
                </a:lnTo>
                <a:lnTo>
                  <a:pt x="18942" y="388220"/>
                </a:lnTo>
                <a:lnTo>
                  <a:pt x="8543" y="433746"/>
                </a:lnTo>
                <a:lnTo>
                  <a:pt x="2167" y="480671"/>
                </a:lnTo>
                <a:lnTo>
                  <a:pt x="0" y="528807"/>
                </a:lnTo>
                <a:lnTo>
                  <a:pt x="397903" y="528807"/>
                </a:lnTo>
                <a:lnTo>
                  <a:pt x="404661" y="486990"/>
                </a:lnTo>
                <a:lnTo>
                  <a:pt x="423474" y="450684"/>
                </a:lnTo>
                <a:lnTo>
                  <a:pt x="452150" y="422062"/>
                </a:lnTo>
                <a:lnTo>
                  <a:pt x="488498" y="403295"/>
                </a:lnTo>
                <a:lnTo>
                  <a:pt x="530326" y="396557"/>
                </a:lnTo>
                <a:lnTo>
                  <a:pt x="530326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96265" y="4745736"/>
            <a:ext cx="596265" cy="396240"/>
          </a:xfrm>
          <a:custGeom>
            <a:avLst/>
            <a:gdLst/>
            <a:ahLst/>
            <a:cxnLst/>
            <a:rect l="l" t="t" r="r" b="b"/>
            <a:pathLst>
              <a:path w="596265" h="396239">
                <a:moveTo>
                  <a:pt x="397217" y="0"/>
                </a:moveTo>
                <a:lnTo>
                  <a:pt x="350893" y="2665"/>
                </a:lnTo>
                <a:lnTo>
                  <a:pt x="306138" y="10465"/>
                </a:lnTo>
                <a:lnTo>
                  <a:pt x="263251" y="23100"/>
                </a:lnTo>
                <a:lnTo>
                  <a:pt x="222530" y="40274"/>
                </a:lnTo>
                <a:lnTo>
                  <a:pt x="184273" y="61689"/>
                </a:lnTo>
                <a:lnTo>
                  <a:pt x="148777" y="87048"/>
                </a:lnTo>
                <a:lnTo>
                  <a:pt x="116341" y="116054"/>
                </a:lnTo>
                <a:lnTo>
                  <a:pt x="87263" y="148409"/>
                </a:lnTo>
                <a:lnTo>
                  <a:pt x="61841" y="183816"/>
                </a:lnTo>
                <a:lnTo>
                  <a:pt x="40373" y="221977"/>
                </a:lnTo>
                <a:lnTo>
                  <a:pt x="23156" y="262595"/>
                </a:lnTo>
                <a:lnTo>
                  <a:pt x="10490" y="305373"/>
                </a:lnTo>
                <a:lnTo>
                  <a:pt x="2672" y="350014"/>
                </a:lnTo>
                <a:lnTo>
                  <a:pt x="0" y="396219"/>
                </a:lnTo>
                <a:lnTo>
                  <a:pt x="264947" y="396219"/>
                </a:lnTo>
                <a:lnTo>
                  <a:pt x="271698" y="354437"/>
                </a:lnTo>
                <a:lnTo>
                  <a:pt x="290490" y="318163"/>
                </a:lnTo>
                <a:lnTo>
                  <a:pt x="319133" y="289565"/>
                </a:lnTo>
                <a:lnTo>
                  <a:pt x="355439" y="270816"/>
                </a:lnTo>
                <a:lnTo>
                  <a:pt x="397217" y="264083"/>
                </a:lnTo>
                <a:lnTo>
                  <a:pt x="415045" y="265295"/>
                </a:lnTo>
                <a:lnTo>
                  <a:pt x="432133" y="268790"/>
                </a:lnTo>
                <a:lnTo>
                  <a:pt x="448349" y="274352"/>
                </a:lnTo>
                <a:lnTo>
                  <a:pt x="463562" y="281769"/>
                </a:lnTo>
                <a:lnTo>
                  <a:pt x="595833" y="53111"/>
                </a:lnTo>
                <a:lnTo>
                  <a:pt x="550404" y="30555"/>
                </a:lnTo>
                <a:lnTo>
                  <a:pt x="501830" y="13882"/>
                </a:lnTo>
                <a:lnTo>
                  <a:pt x="450604" y="3546"/>
                </a:lnTo>
                <a:lnTo>
                  <a:pt x="397217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28827" y="4876825"/>
            <a:ext cx="494030" cy="265430"/>
          </a:xfrm>
          <a:custGeom>
            <a:avLst/>
            <a:gdLst/>
            <a:ahLst/>
            <a:cxnLst/>
            <a:rect l="l" t="t" r="r" b="b"/>
            <a:pathLst>
              <a:path w="494030" h="265429">
                <a:moveTo>
                  <a:pt x="264502" y="0"/>
                </a:moveTo>
                <a:lnTo>
                  <a:pt x="216966" y="4272"/>
                </a:lnTo>
                <a:lnTo>
                  <a:pt x="172221" y="16590"/>
                </a:lnTo>
                <a:lnTo>
                  <a:pt x="131016" y="36204"/>
                </a:lnTo>
                <a:lnTo>
                  <a:pt x="94099" y="62364"/>
                </a:lnTo>
                <a:lnTo>
                  <a:pt x="62217" y="94322"/>
                </a:lnTo>
                <a:lnTo>
                  <a:pt x="36119" y="131326"/>
                </a:lnTo>
                <a:lnTo>
                  <a:pt x="16551" y="172629"/>
                </a:lnTo>
                <a:lnTo>
                  <a:pt x="4262" y="217480"/>
                </a:lnTo>
                <a:lnTo>
                  <a:pt x="0" y="265129"/>
                </a:lnTo>
                <a:lnTo>
                  <a:pt x="132359" y="265129"/>
                </a:lnTo>
                <a:lnTo>
                  <a:pt x="139102" y="223180"/>
                </a:lnTo>
                <a:lnTo>
                  <a:pt x="157875" y="186759"/>
                </a:lnTo>
                <a:lnTo>
                  <a:pt x="186490" y="158046"/>
                </a:lnTo>
                <a:lnTo>
                  <a:pt x="222762" y="139220"/>
                </a:lnTo>
                <a:lnTo>
                  <a:pt x="264502" y="132460"/>
                </a:lnTo>
                <a:lnTo>
                  <a:pt x="299837" y="137277"/>
                </a:lnTo>
                <a:lnTo>
                  <a:pt x="331563" y="150841"/>
                </a:lnTo>
                <a:lnTo>
                  <a:pt x="358419" y="171827"/>
                </a:lnTo>
                <a:lnTo>
                  <a:pt x="379145" y="198907"/>
                </a:lnTo>
                <a:lnTo>
                  <a:pt x="493750" y="132460"/>
                </a:lnTo>
                <a:lnTo>
                  <a:pt x="467694" y="95163"/>
                </a:lnTo>
                <a:lnTo>
                  <a:pt x="435755" y="62937"/>
                </a:lnTo>
                <a:lnTo>
                  <a:pt x="398700" y="36545"/>
                </a:lnTo>
                <a:lnTo>
                  <a:pt x="357296" y="16750"/>
                </a:lnTo>
                <a:lnTo>
                  <a:pt x="312308" y="4314"/>
                </a:lnTo>
                <a:lnTo>
                  <a:pt x="264502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464295" y="4745736"/>
            <a:ext cx="680085" cy="396240"/>
          </a:xfrm>
          <a:custGeom>
            <a:avLst/>
            <a:gdLst/>
            <a:ahLst/>
            <a:cxnLst/>
            <a:rect l="l" t="t" r="r" b="b"/>
            <a:pathLst>
              <a:path w="680084" h="396239">
                <a:moveTo>
                  <a:pt x="573404" y="0"/>
                </a:moveTo>
                <a:lnTo>
                  <a:pt x="0" y="330260"/>
                </a:lnTo>
                <a:lnTo>
                  <a:pt x="7546" y="345314"/>
                </a:lnTo>
                <a:lnTo>
                  <a:pt x="13128" y="361429"/>
                </a:lnTo>
                <a:lnTo>
                  <a:pt x="16591" y="378449"/>
                </a:lnTo>
                <a:lnTo>
                  <a:pt x="17779" y="396219"/>
                </a:lnTo>
                <a:lnTo>
                  <a:pt x="679703" y="396219"/>
                </a:lnTo>
                <a:lnTo>
                  <a:pt x="677907" y="342514"/>
                </a:lnTo>
                <a:lnTo>
                  <a:pt x="672595" y="289772"/>
                </a:lnTo>
                <a:lnTo>
                  <a:pt x="663885" y="238106"/>
                </a:lnTo>
                <a:lnTo>
                  <a:pt x="651890" y="187635"/>
                </a:lnTo>
                <a:lnTo>
                  <a:pt x="636729" y="138472"/>
                </a:lnTo>
                <a:lnTo>
                  <a:pt x="618517" y="90735"/>
                </a:lnTo>
                <a:lnTo>
                  <a:pt x="597370" y="44539"/>
                </a:lnTo>
                <a:lnTo>
                  <a:pt x="573404" y="0"/>
                </a:lnTo>
                <a:close/>
              </a:path>
            </a:pathLst>
          </a:custGeom>
          <a:solidFill>
            <a:srgbClr val="C7ACFC">
              <a:alpha val="5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417051" y="4568952"/>
            <a:ext cx="594360" cy="573405"/>
          </a:xfrm>
          <a:custGeom>
            <a:avLst/>
            <a:gdLst/>
            <a:ahLst/>
            <a:cxnLst/>
            <a:rect l="l" t="t" r="r" b="b"/>
            <a:pathLst>
              <a:path w="594359" h="573404">
                <a:moveTo>
                  <a:pt x="264287" y="0"/>
                </a:moveTo>
                <a:lnTo>
                  <a:pt x="0" y="458354"/>
                </a:lnTo>
                <a:lnTo>
                  <a:pt x="26927" y="479071"/>
                </a:lnTo>
                <a:lnTo>
                  <a:pt x="47783" y="505930"/>
                </a:lnTo>
                <a:lnTo>
                  <a:pt x="61257" y="537663"/>
                </a:lnTo>
                <a:lnTo>
                  <a:pt x="66040" y="573003"/>
                </a:lnTo>
                <a:lnTo>
                  <a:pt x="594359" y="573003"/>
                </a:lnTo>
                <a:lnTo>
                  <a:pt x="592353" y="521044"/>
                </a:lnTo>
                <a:lnTo>
                  <a:pt x="586433" y="470185"/>
                </a:lnTo>
                <a:lnTo>
                  <a:pt x="576747" y="420575"/>
                </a:lnTo>
                <a:lnTo>
                  <a:pt x="563446" y="372363"/>
                </a:lnTo>
                <a:lnTo>
                  <a:pt x="546677" y="325700"/>
                </a:lnTo>
                <a:lnTo>
                  <a:pt x="526589" y="280733"/>
                </a:lnTo>
                <a:lnTo>
                  <a:pt x="503332" y="237612"/>
                </a:lnTo>
                <a:lnTo>
                  <a:pt x="477054" y="196487"/>
                </a:lnTo>
                <a:lnTo>
                  <a:pt x="447905" y="157507"/>
                </a:lnTo>
                <a:lnTo>
                  <a:pt x="416032" y="120820"/>
                </a:lnTo>
                <a:lnTo>
                  <a:pt x="381585" y="86577"/>
                </a:lnTo>
                <a:lnTo>
                  <a:pt x="344712" y="54927"/>
                </a:lnTo>
                <a:lnTo>
                  <a:pt x="305563" y="26018"/>
                </a:lnTo>
                <a:lnTo>
                  <a:pt x="264287" y="0"/>
                </a:lnTo>
                <a:close/>
              </a:path>
            </a:pathLst>
          </a:custGeom>
          <a:solidFill>
            <a:srgbClr val="868FFF">
              <a:alpha val="5803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349995" y="4613148"/>
            <a:ext cx="530860" cy="528955"/>
          </a:xfrm>
          <a:custGeom>
            <a:avLst/>
            <a:gdLst/>
            <a:ahLst/>
            <a:cxnLst/>
            <a:rect l="l" t="t" r="r" b="b"/>
            <a:pathLst>
              <a:path w="530859" h="528954">
                <a:moveTo>
                  <a:pt x="0" y="0"/>
                </a:moveTo>
                <a:lnTo>
                  <a:pt x="0" y="396557"/>
                </a:lnTo>
                <a:lnTo>
                  <a:pt x="41817" y="403295"/>
                </a:lnTo>
                <a:lnTo>
                  <a:pt x="78173" y="422062"/>
                </a:lnTo>
                <a:lnTo>
                  <a:pt x="106865" y="450684"/>
                </a:lnTo>
                <a:lnTo>
                  <a:pt x="125695" y="486990"/>
                </a:lnTo>
                <a:lnTo>
                  <a:pt x="132460" y="528807"/>
                </a:lnTo>
                <a:lnTo>
                  <a:pt x="530351" y="528807"/>
                </a:lnTo>
                <a:lnTo>
                  <a:pt x="528185" y="480671"/>
                </a:lnTo>
                <a:lnTo>
                  <a:pt x="521810" y="433746"/>
                </a:lnTo>
                <a:lnTo>
                  <a:pt x="511413" y="388220"/>
                </a:lnTo>
                <a:lnTo>
                  <a:pt x="497181" y="344278"/>
                </a:lnTo>
                <a:lnTo>
                  <a:pt x="479302" y="302108"/>
                </a:lnTo>
                <a:lnTo>
                  <a:pt x="457961" y="261896"/>
                </a:lnTo>
                <a:lnTo>
                  <a:pt x="433348" y="223828"/>
                </a:lnTo>
                <a:lnTo>
                  <a:pt x="405647" y="188092"/>
                </a:lnTo>
                <a:lnTo>
                  <a:pt x="375046" y="154873"/>
                </a:lnTo>
                <a:lnTo>
                  <a:pt x="341733" y="124359"/>
                </a:lnTo>
                <a:lnTo>
                  <a:pt x="305894" y="96736"/>
                </a:lnTo>
                <a:lnTo>
                  <a:pt x="267715" y="72191"/>
                </a:lnTo>
                <a:lnTo>
                  <a:pt x="227385" y="50910"/>
                </a:lnTo>
                <a:lnTo>
                  <a:pt x="185090" y="33080"/>
                </a:lnTo>
                <a:lnTo>
                  <a:pt x="141017" y="18887"/>
                </a:lnTo>
                <a:lnTo>
                  <a:pt x="95353" y="8518"/>
                </a:lnTo>
                <a:lnTo>
                  <a:pt x="48285" y="2160"/>
                </a:lnTo>
                <a:lnTo>
                  <a:pt x="0" y="0"/>
                </a:lnTo>
                <a:close/>
              </a:path>
            </a:pathLst>
          </a:custGeom>
          <a:solidFill>
            <a:srgbClr val="9153F8">
              <a:alpha val="46273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8151875" y="4745736"/>
            <a:ext cx="596265" cy="396240"/>
          </a:xfrm>
          <a:custGeom>
            <a:avLst/>
            <a:gdLst/>
            <a:ahLst/>
            <a:cxnLst/>
            <a:rect l="l" t="t" r="r" b="b"/>
            <a:pathLst>
              <a:path w="596265" h="396239">
                <a:moveTo>
                  <a:pt x="198627" y="0"/>
                </a:moveTo>
                <a:lnTo>
                  <a:pt x="145250" y="3546"/>
                </a:lnTo>
                <a:lnTo>
                  <a:pt x="94027" y="13882"/>
                </a:lnTo>
                <a:lnTo>
                  <a:pt x="45448" y="30555"/>
                </a:lnTo>
                <a:lnTo>
                  <a:pt x="0" y="53111"/>
                </a:lnTo>
                <a:lnTo>
                  <a:pt x="132333" y="281769"/>
                </a:lnTo>
                <a:lnTo>
                  <a:pt x="147532" y="274352"/>
                </a:lnTo>
                <a:lnTo>
                  <a:pt x="163718" y="268790"/>
                </a:lnTo>
                <a:lnTo>
                  <a:pt x="180786" y="265295"/>
                </a:lnTo>
                <a:lnTo>
                  <a:pt x="198627" y="264083"/>
                </a:lnTo>
                <a:lnTo>
                  <a:pt x="240432" y="270816"/>
                </a:lnTo>
                <a:lnTo>
                  <a:pt x="276756" y="289565"/>
                </a:lnTo>
                <a:lnTo>
                  <a:pt x="305411" y="318163"/>
                </a:lnTo>
                <a:lnTo>
                  <a:pt x="324209" y="354437"/>
                </a:lnTo>
                <a:lnTo>
                  <a:pt x="330962" y="396219"/>
                </a:lnTo>
                <a:lnTo>
                  <a:pt x="595883" y="396219"/>
                </a:lnTo>
                <a:lnTo>
                  <a:pt x="593210" y="350014"/>
                </a:lnTo>
                <a:lnTo>
                  <a:pt x="585388" y="305373"/>
                </a:lnTo>
                <a:lnTo>
                  <a:pt x="572717" y="262595"/>
                </a:lnTo>
                <a:lnTo>
                  <a:pt x="555494" y="221977"/>
                </a:lnTo>
                <a:lnTo>
                  <a:pt x="534018" y="183816"/>
                </a:lnTo>
                <a:lnTo>
                  <a:pt x="508589" y="148409"/>
                </a:lnTo>
                <a:lnTo>
                  <a:pt x="479504" y="116054"/>
                </a:lnTo>
                <a:lnTo>
                  <a:pt x="447062" y="87048"/>
                </a:lnTo>
                <a:lnTo>
                  <a:pt x="411561" y="61689"/>
                </a:lnTo>
                <a:lnTo>
                  <a:pt x="373300" y="40274"/>
                </a:lnTo>
                <a:lnTo>
                  <a:pt x="332578" y="23100"/>
                </a:lnTo>
                <a:lnTo>
                  <a:pt x="289693" y="10465"/>
                </a:lnTo>
                <a:lnTo>
                  <a:pt x="244943" y="2665"/>
                </a:lnTo>
                <a:lnTo>
                  <a:pt x="198627" y="0"/>
                </a:lnTo>
                <a:close/>
              </a:path>
            </a:pathLst>
          </a:custGeom>
          <a:solidFill>
            <a:srgbClr val="35C2DF">
              <a:alpha val="4901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8121395" y="4876825"/>
            <a:ext cx="494030" cy="265430"/>
          </a:xfrm>
          <a:custGeom>
            <a:avLst/>
            <a:gdLst/>
            <a:ahLst/>
            <a:cxnLst/>
            <a:rect l="l" t="t" r="r" b="b"/>
            <a:pathLst>
              <a:path w="494029" h="265429">
                <a:moveTo>
                  <a:pt x="229234" y="0"/>
                </a:moveTo>
                <a:lnTo>
                  <a:pt x="181430" y="4314"/>
                </a:lnTo>
                <a:lnTo>
                  <a:pt x="136445" y="16750"/>
                </a:lnTo>
                <a:lnTo>
                  <a:pt x="95043" y="36545"/>
                </a:lnTo>
                <a:lnTo>
                  <a:pt x="57991" y="62937"/>
                </a:lnTo>
                <a:lnTo>
                  <a:pt x="26055" y="95163"/>
                </a:lnTo>
                <a:lnTo>
                  <a:pt x="0" y="132460"/>
                </a:lnTo>
                <a:lnTo>
                  <a:pt x="114680" y="198907"/>
                </a:lnTo>
                <a:lnTo>
                  <a:pt x="135401" y="171827"/>
                </a:lnTo>
                <a:lnTo>
                  <a:pt x="162242" y="150841"/>
                </a:lnTo>
                <a:lnTo>
                  <a:pt x="193940" y="137277"/>
                </a:lnTo>
                <a:lnTo>
                  <a:pt x="229234" y="132460"/>
                </a:lnTo>
                <a:lnTo>
                  <a:pt x="270977" y="139220"/>
                </a:lnTo>
                <a:lnTo>
                  <a:pt x="307263" y="158046"/>
                </a:lnTo>
                <a:lnTo>
                  <a:pt x="335899" y="186759"/>
                </a:lnTo>
                <a:lnTo>
                  <a:pt x="354690" y="223180"/>
                </a:lnTo>
                <a:lnTo>
                  <a:pt x="361442" y="265129"/>
                </a:lnTo>
                <a:lnTo>
                  <a:pt x="493775" y="265129"/>
                </a:lnTo>
                <a:lnTo>
                  <a:pt x="489512" y="217480"/>
                </a:lnTo>
                <a:lnTo>
                  <a:pt x="477219" y="172629"/>
                </a:lnTo>
                <a:lnTo>
                  <a:pt x="457646" y="131326"/>
                </a:lnTo>
                <a:lnTo>
                  <a:pt x="431542" y="94322"/>
                </a:lnTo>
                <a:lnTo>
                  <a:pt x="399654" y="62364"/>
                </a:lnTo>
                <a:lnTo>
                  <a:pt x="362730" y="36204"/>
                </a:lnTo>
                <a:lnTo>
                  <a:pt x="321520" y="16590"/>
                </a:lnTo>
                <a:lnTo>
                  <a:pt x="276772" y="4272"/>
                </a:lnTo>
                <a:lnTo>
                  <a:pt x="229234" y="0"/>
                </a:lnTo>
                <a:close/>
              </a:path>
            </a:pathLst>
          </a:custGeom>
          <a:solidFill>
            <a:srgbClr val="C97AEB">
              <a:alpha val="4235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524755" y="1242060"/>
            <a:ext cx="94615" cy="1038225"/>
          </a:xfrm>
          <a:custGeom>
            <a:avLst/>
            <a:gdLst/>
            <a:ahLst/>
            <a:cxnLst/>
            <a:rect l="l" t="t" r="r" b="b"/>
            <a:pathLst>
              <a:path w="94614" h="1038225">
                <a:moveTo>
                  <a:pt x="94487" y="0"/>
                </a:moveTo>
                <a:lnTo>
                  <a:pt x="0" y="0"/>
                </a:lnTo>
                <a:lnTo>
                  <a:pt x="0" y="1037844"/>
                </a:lnTo>
                <a:lnTo>
                  <a:pt x="94487" y="1037844"/>
                </a:lnTo>
                <a:lnTo>
                  <a:pt x="94487" y="0"/>
                </a:lnTo>
                <a:close/>
              </a:path>
            </a:pathLst>
          </a:custGeom>
          <a:solidFill>
            <a:srgbClr val="C7ADF8">
              <a:alpha val="5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524755" y="1763268"/>
            <a:ext cx="94615" cy="1038225"/>
          </a:xfrm>
          <a:custGeom>
            <a:avLst/>
            <a:gdLst/>
            <a:ahLst/>
            <a:cxnLst/>
            <a:rect l="l" t="t" r="r" b="b"/>
            <a:pathLst>
              <a:path w="94614" h="1038225">
                <a:moveTo>
                  <a:pt x="94487" y="0"/>
                </a:moveTo>
                <a:lnTo>
                  <a:pt x="0" y="0"/>
                </a:lnTo>
                <a:lnTo>
                  <a:pt x="0" y="1037843"/>
                </a:lnTo>
                <a:lnTo>
                  <a:pt x="94487" y="1037843"/>
                </a:lnTo>
                <a:lnTo>
                  <a:pt x="94487" y="0"/>
                </a:lnTo>
                <a:close/>
              </a:path>
            </a:pathLst>
          </a:custGeom>
          <a:solidFill>
            <a:srgbClr val="868FFF">
              <a:alpha val="7372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524755" y="2281427"/>
            <a:ext cx="94615" cy="1039494"/>
          </a:xfrm>
          <a:custGeom>
            <a:avLst/>
            <a:gdLst/>
            <a:ahLst/>
            <a:cxnLst/>
            <a:rect l="l" t="t" r="r" b="b"/>
            <a:pathLst>
              <a:path w="94614" h="1039495">
                <a:moveTo>
                  <a:pt x="94487" y="0"/>
                </a:moveTo>
                <a:lnTo>
                  <a:pt x="0" y="0"/>
                </a:lnTo>
                <a:lnTo>
                  <a:pt x="0" y="1039368"/>
                </a:lnTo>
                <a:lnTo>
                  <a:pt x="94487" y="1039368"/>
                </a:lnTo>
                <a:lnTo>
                  <a:pt x="94487" y="0"/>
                </a:lnTo>
                <a:close/>
              </a:path>
            </a:pathLst>
          </a:custGeom>
          <a:solidFill>
            <a:srgbClr val="9153F8">
              <a:alpha val="5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524755" y="2795016"/>
            <a:ext cx="94615" cy="1038225"/>
          </a:xfrm>
          <a:custGeom>
            <a:avLst/>
            <a:gdLst/>
            <a:ahLst/>
            <a:cxnLst/>
            <a:rect l="l" t="t" r="r" b="b"/>
            <a:pathLst>
              <a:path w="94614" h="1038225">
                <a:moveTo>
                  <a:pt x="94487" y="0"/>
                </a:moveTo>
                <a:lnTo>
                  <a:pt x="0" y="0"/>
                </a:lnTo>
                <a:lnTo>
                  <a:pt x="0" y="1037844"/>
                </a:lnTo>
                <a:lnTo>
                  <a:pt x="94487" y="1037844"/>
                </a:lnTo>
                <a:lnTo>
                  <a:pt x="94487" y="0"/>
                </a:lnTo>
                <a:close/>
              </a:path>
            </a:pathLst>
          </a:custGeom>
          <a:solidFill>
            <a:srgbClr val="35C2DF">
              <a:alpha val="7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524755" y="3320795"/>
            <a:ext cx="94615" cy="1038225"/>
          </a:xfrm>
          <a:custGeom>
            <a:avLst/>
            <a:gdLst/>
            <a:ahLst/>
            <a:cxnLst/>
            <a:rect l="l" t="t" r="r" b="b"/>
            <a:pathLst>
              <a:path w="94614" h="1038225">
                <a:moveTo>
                  <a:pt x="94487" y="0"/>
                </a:moveTo>
                <a:lnTo>
                  <a:pt x="0" y="0"/>
                </a:lnTo>
                <a:lnTo>
                  <a:pt x="0" y="1037843"/>
                </a:lnTo>
                <a:lnTo>
                  <a:pt x="94487" y="1037843"/>
                </a:lnTo>
                <a:lnTo>
                  <a:pt x="94487" y="0"/>
                </a:lnTo>
                <a:close/>
              </a:path>
            </a:pathLst>
          </a:custGeom>
          <a:solidFill>
            <a:srgbClr val="C97AEB">
              <a:alpha val="5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4524755" y="3838955"/>
            <a:ext cx="94615" cy="520065"/>
          </a:xfrm>
          <a:custGeom>
            <a:avLst/>
            <a:gdLst/>
            <a:ahLst/>
            <a:cxnLst/>
            <a:rect l="l" t="t" r="r" b="b"/>
            <a:pathLst>
              <a:path w="94614" h="520064">
                <a:moveTo>
                  <a:pt x="94487" y="0"/>
                </a:moveTo>
                <a:lnTo>
                  <a:pt x="0" y="0"/>
                </a:lnTo>
                <a:lnTo>
                  <a:pt x="0" y="519684"/>
                </a:lnTo>
                <a:lnTo>
                  <a:pt x="94487" y="519684"/>
                </a:lnTo>
                <a:lnTo>
                  <a:pt x="94487" y="0"/>
                </a:lnTo>
                <a:close/>
              </a:path>
            </a:pathLst>
          </a:custGeom>
          <a:solidFill>
            <a:srgbClr val="962CB4">
              <a:alpha val="7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19327" y="1013460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4"/>
                </a:lnTo>
                <a:lnTo>
                  <a:pt x="96012" y="1037844"/>
                </a:lnTo>
                <a:lnTo>
                  <a:pt x="96012" y="0"/>
                </a:lnTo>
                <a:close/>
              </a:path>
            </a:pathLst>
          </a:custGeom>
          <a:solidFill>
            <a:srgbClr val="C7ADF8">
              <a:alpha val="5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9327" y="1534668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3"/>
                </a:lnTo>
                <a:lnTo>
                  <a:pt x="96012" y="1037843"/>
                </a:lnTo>
                <a:lnTo>
                  <a:pt x="96012" y="0"/>
                </a:lnTo>
                <a:close/>
              </a:path>
            </a:pathLst>
          </a:custGeom>
          <a:solidFill>
            <a:srgbClr val="868FFF">
              <a:alpha val="7372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19327" y="2052827"/>
            <a:ext cx="96520" cy="1039494"/>
          </a:xfrm>
          <a:custGeom>
            <a:avLst/>
            <a:gdLst/>
            <a:ahLst/>
            <a:cxnLst/>
            <a:rect l="l" t="t" r="r" b="b"/>
            <a:pathLst>
              <a:path w="96519" h="1039494">
                <a:moveTo>
                  <a:pt x="96012" y="0"/>
                </a:moveTo>
                <a:lnTo>
                  <a:pt x="0" y="0"/>
                </a:lnTo>
                <a:lnTo>
                  <a:pt x="0" y="1039368"/>
                </a:lnTo>
                <a:lnTo>
                  <a:pt x="96012" y="1039368"/>
                </a:lnTo>
                <a:lnTo>
                  <a:pt x="96012" y="0"/>
                </a:lnTo>
                <a:close/>
              </a:path>
            </a:pathLst>
          </a:custGeom>
          <a:solidFill>
            <a:srgbClr val="9153F8">
              <a:alpha val="5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19327" y="2566416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4"/>
                </a:lnTo>
                <a:lnTo>
                  <a:pt x="96012" y="1037844"/>
                </a:lnTo>
                <a:lnTo>
                  <a:pt x="96012" y="0"/>
                </a:lnTo>
                <a:close/>
              </a:path>
            </a:pathLst>
          </a:custGeom>
          <a:solidFill>
            <a:srgbClr val="35C2DF">
              <a:alpha val="7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19327" y="3092195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3"/>
                </a:lnTo>
                <a:lnTo>
                  <a:pt x="96012" y="1037843"/>
                </a:lnTo>
                <a:lnTo>
                  <a:pt x="96012" y="0"/>
                </a:lnTo>
                <a:close/>
              </a:path>
            </a:pathLst>
          </a:custGeom>
          <a:solidFill>
            <a:srgbClr val="C97AEB">
              <a:alpha val="5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19327" y="3610355"/>
            <a:ext cx="96520" cy="520065"/>
          </a:xfrm>
          <a:custGeom>
            <a:avLst/>
            <a:gdLst/>
            <a:ahLst/>
            <a:cxnLst/>
            <a:rect l="l" t="t" r="r" b="b"/>
            <a:pathLst>
              <a:path w="96519" h="520064">
                <a:moveTo>
                  <a:pt x="96012" y="0"/>
                </a:moveTo>
                <a:lnTo>
                  <a:pt x="0" y="0"/>
                </a:lnTo>
                <a:lnTo>
                  <a:pt x="0" y="519684"/>
                </a:lnTo>
                <a:lnTo>
                  <a:pt x="96012" y="519684"/>
                </a:lnTo>
                <a:lnTo>
                  <a:pt x="96012" y="0"/>
                </a:lnTo>
                <a:close/>
              </a:path>
            </a:pathLst>
          </a:custGeom>
          <a:solidFill>
            <a:srgbClr val="962CB4">
              <a:alpha val="7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19327" y="1013460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4"/>
                </a:lnTo>
                <a:lnTo>
                  <a:pt x="96012" y="1037844"/>
                </a:lnTo>
                <a:lnTo>
                  <a:pt x="96012" y="0"/>
                </a:lnTo>
                <a:close/>
              </a:path>
            </a:pathLst>
          </a:custGeom>
          <a:solidFill>
            <a:srgbClr val="C7ADF8">
              <a:alpha val="58822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19327" y="1534668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3"/>
                </a:lnTo>
                <a:lnTo>
                  <a:pt x="96012" y="1037843"/>
                </a:lnTo>
                <a:lnTo>
                  <a:pt x="96012" y="0"/>
                </a:lnTo>
                <a:close/>
              </a:path>
            </a:pathLst>
          </a:custGeom>
          <a:solidFill>
            <a:srgbClr val="868FFF">
              <a:alpha val="7372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19327" y="2052827"/>
            <a:ext cx="96520" cy="1039494"/>
          </a:xfrm>
          <a:custGeom>
            <a:avLst/>
            <a:gdLst/>
            <a:ahLst/>
            <a:cxnLst/>
            <a:rect l="l" t="t" r="r" b="b"/>
            <a:pathLst>
              <a:path w="96519" h="1039494">
                <a:moveTo>
                  <a:pt x="96012" y="0"/>
                </a:moveTo>
                <a:lnTo>
                  <a:pt x="0" y="0"/>
                </a:lnTo>
                <a:lnTo>
                  <a:pt x="0" y="1039368"/>
                </a:lnTo>
                <a:lnTo>
                  <a:pt x="96012" y="1039368"/>
                </a:lnTo>
                <a:lnTo>
                  <a:pt x="96012" y="0"/>
                </a:lnTo>
                <a:close/>
              </a:path>
            </a:pathLst>
          </a:custGeom>
          <a:solidFill>
            <a:srgbClr val="9153F8">
              <a:alpha val="5294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19327" y="2566416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4"/>
                </a:lnTo>
                <a:lnTo>
                  <a:pt x="96012" y="1037844"/>
                </a:lnTo>
                <a:lnTo>
                  <a:pt x="96012" y="0"/>
                </a:lnTo>
                <a:close/>
              </a:path>
            </a:pathLst>
          </a:custGeom>
          <a:solidFill>
            <a:srgbClr val="35C2DF">
              <a:alpha val="7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19327" y="3092195"/>
            <a:ext cx="96520" cy="1038225"/>
          </a:xfrm>
          <a:custGeom>
            <a:avLst/>
            <a:gdLst/>
            <a:ahLst/>
            <a:cxnLst/>
            <a:rect l="l" t="t" r="r" b="b"/>
            <a:pathLst>
              <a:path w="96519" h="1038225">
                <a:moveTo>
                  <a:pt x="96012" y="0"/>
                </a:moveTo>
                <a:lnTo>
                  <a:pt x="0" y="0"/>
                </a:lnTo>
                <a:lnTo>
                  <a:pt x="0" y="1037843"/>
                </a:lnTo>
                <a:lnTo>
                  <a:pt x="96012" y="1037843"/>
                </a:lnTo>
                <a:lnTo>
                  <a:pt x="96012" y="0"/>
                </a:lnTo>
                <a:close/>
              </a:path>
            </a:pathLst>
          </a:custGeom>
          <a:solidFill>
            <a:srgbClr val="C97AEB">
              <a:alpha val="5646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719327" y="3610355"/>
            <a:ext cx="96520" cy="520065"/>
          </a:xfrm>
          <a:custGeom>
            <a:avLst/>
            <a:gdLst/>
            <a:ahLst/>
            <a:cxnLst/>
            <a:rect l="l" t="t" r="r" b="b"/>
            <a:pathLst>
              <a:path w="96519" h="520064">
                <a:moveTo>
                  <a:pt x="96012" y="0"/>
                </a:moveTo>
                <a:lnTo>
                  <a:pt x="0" y="0"/>
                </a:lnTo>
                <a:lnTo>
                  <a:pt x="0" y="519684"/>
                </a:lnTo>
                <a:lnTo>
                  <a:pt x="96012" y="519684"/>
                </a:lnTo>
                <a:lnTo>
                  <a:pt x="96012" y="0"/>
                </a:lnTo>
                <a:close/>
              </a:path>
            </a:pathLst>
          </a:custGeom>
          <a:solidFill>
            <a:srgbClr val="962CB4">
              <a:alpha val="7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7604" y="700278"/>
            <a:ext cx="5828791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CEF3F5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25524" y="1587880"/>
            <a:ext cx="6405880" cy="2397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10/20/2022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&#237;ini.sipahuta&#237;@del.ac.id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8982" y="1106500"/>
            <a:ext cx="7934959" cy="180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4397375" algn="l"/>
                <a:tab pos="4556125" algn="l"/>
                <a:tab pos="5122545" algn="l"/>
                <a:tab pos="5833110" algn="l"/>
                <a:tab pos="5862320" algn="l"/>
                <a:tab pos="6240145" algn="l"/>
                <a:tab pos="6350635" algn="l"/>
                <a:tab pos="6910705" algn="l"/>
                <a:tab pos="7551420" algn="l"/>
                <a:tab pos="7819390" algn="l"/>
              </a:tabLst>
            </a:pPr>
            <a:r>
              <a:rPr sz="3900" spc="-405" dirty="0"/>
              <a:t>PENGEMBANGAN 	</a:t>
            </a:r>
            <a:r>
              <a:rPr sz="3900" u="heavy" spc="-690" dirty="0">
                <a:uFill>
                  <a:solidFill>
                    <a:srgbClr val="12D67D"/>
                  </a:solidFill>
                </a:uFill>
              </a:rPr>
              <a:t> </a:t>
            </a:r>
            <a:r>
              <a:rPr sz="3900" u="heavy" spc="-405" dirty="0">
                <a:uFill>
                  <a:solidFill>
                    <a:srgbClr val="12D67D"/>
                  </a:solidFill>
                </a:uFill>
              </a:rPr>
              <a:t>					</a:t>
            </a:r>
            <a:r>
              <a:rPr sz="3900" u="heavy" spc="-690" dirty="0">
                <a:uFill>
                  <a:solidFill>
                    <a:srgbClr val="12D67D"/>
                  </a:solidFill>
                </a:uFill>
              </a:rPr>
              <a:t> </a:t>
            </a:r>
            <a:r>
              <a:rPr sz="3900" u="heavy" spc="-145" dirty="0">
                <a:uFill>
                  <a:solidFill>
                    <a:srgbClr val="12D67D"/>
                  </a:solidFill>
                </a:uFill>
              </a:rPr>
              <a:t> </a:t>
            </a:r>
            <a:r>
              <a:rPr sz="3900" dirty="0"/>
              <a:t>	</a:t>
            </a:r>
            <a:r>
              <a:rPr sz="3900" u="heavy" spc="-285" dirty="0">
                <a:uFill>
                  <a:solidFill>
                    <a:srgbClr val="12FFFF"/>
                  </a:solidFill>
                </a:uFill>
              </a:rPr>
              <a:t> </a:t>
            </a:r>
            <a:r>
              <a:rPr sz="3900" u="heavy" dirty="0">
                <a:uFill>
                  <a:solidFill>
                    <a:srgbClr val="12FFFF"/>
                  </a:solidFill>
                </a:uFill>
              </a:rPr>
              <a:t>	</a:t>
            </a:r>
            <a:r>
              <a:rPr sz="3900" u="heavy" spc="-1105" dirty="0">
                <a:uFill>
                  <a:solidFill>
                    <a:srgbClr val="12FFFF"/>
                  </a:solidFill>
                </a:uFill>
              </a:rPr>
              <a:t> </a:t>
            </a:r>
            <a:r>
              <a:rPr sz="3900" dirty="0"/>
              <a:t> </a:t>
            </a:r>
            <a:r>
              <a:rPr sz="3900" spc="-420" dirty="0"/>
              <a:t>PERANGKAT</a:t>
            </a:r>
            <a:r>
              <a:rPr sz="3900" spc="-285" dirty="0"/>
              <a:t> </a:t>
            </a:r>
            <a:r>
              <a:rPr sz="3900" spc="-360" dirty="0"/>
              <a:t>LUNAK </a:t>
            </a:r>
            <a:r>
              <a:rPr sz="3900" dirty="0"/>
              <a:t>		</a:t>
            </a:r>
            <a:r>
              <a:rPr sz="3900" u="dbl" spc="-285" dirty="0">
                <a:uFill>
                  <a:solidFill>
                    <a:srgbClr val="C97AEB"/>
                  </a:solidFill>
                </a:uFill>
              </a:rPr>
              <a:t> </a:t>
            </a:r>
            <a:r>
              <a:rPr sz="3900" u="dbl" dirty="0">
                <a:uFill>
                  <a:solidFill>
                    <a:srgbClr val="C97AEB"/>
                  </a:solidFill>
                </a:uFill>
              </a:rPr>
              <a:t>	</a:t>
            </a:r>
            <a:r>
              <a:rPr sz="3900" dirty="0"/>
              <a:t>		</a:t>
            </a:r>
            <a:r>
              <a:rPr sz="3900" u="heavy" spc="-285" dirty="0">
                <a:uFill>
                  <a:solidFill>
                    <a:srgbClr val="C7ADF8"/>
                  </a:solidFill>
                </a:uFill>
              </a:rPr>
              <a:t> </a:t>
            </a:r>
            <a:r>
              <a:rPr sz="3900" u="heavy" dirty="0">
                <a:uFill>
                  <a:solidFill>
                    <a:srgbClr val="C7ADF8"/>
                  </a:solidFill>
                </a:uFill>
              </a:rPr>
              <a:t>		</a:t>
            </a:r>
            <a:r>
              <a:rPr sz="3900" dirty="0"/>
              <a:t>	</a:t>
            </a:r>
            <a:r>
              <a:rPr sz="3900" u="dbl" spc="-285" dirty="0">
                <a:uFill>
                  <a:solidFill>
                    <a:srgbClr val="C97AEB"/>
                  </a:solidFill>
                </a:uFill>
              </a:rPr>
              <a:t> </a:t>
            </a:r>
            <a:r>
              <a:rPr sz="3900" u="dbl" dirty="0">
                <a:uFill>
                  <a:solidFill>
                    <a:srgbClr val="C97AEB"/>
                  </a:solidFill>
                </a:uFill>
              </a:rPr>
              <a:t>	</a:t>
            </a:r>
            <a:r>
              <a:rPr sz="3900" spc="-775" dirty="0"/>
              <a:t> </a:t>
            </a:r>
            <a:r>
              <a:rPr sz="3900" u="heavy" spc="-285" dirty="0">
                <a:uFill>
                  <a:solidFill>
                    <a:srgbClr val="12D67D"/>
                  </a:solidFill>
                </a:uFill>
              </a:rPr>
              <a:t> </a:t>
            </a:r>
            <a:r>
              <a:rPr sz="3900" u="heavy" spc="445" dirty="0">
                <a:uFill>
                  <a:solidFill>
                    <a:srgbClr val="12D67D"/>
                  </a:solidFill>
                </a:uFill>
              </a:rPr>
              <a:t> </a:t>
            </a:r>
            <a:r>
              <a:rPr sz="3900" spc="445" dirty="0"/>
              <a:t> </a:t>
            </a:r>
            <a:r>
              <a:rPr sz="3900" spc="-330" dirty="0"/>
              <a:t>BERORIENTASI</a:t>
            </a:r>
            <a:r>
              <a:rPr sz="3900" spc="-285" dirty="0"/>
              <a:t> </a:t>
            </a:r>
            <a:r>
              <a:rPr sz="3900" spc="-480" dirty="0"/>
              <a:t>OBJ</a:t>
            </a:r>
            <a:r>
              <a:rPr sz="3900" spc="-465" dirty="0"/>
              <a:t>E</a:t>
            </a:r>
            <a:r>
              <a:rPr sz="3900" spc="-315" dirty="0"/>
              <a:t>K</a:t>
            </a:r>
            <a:r>
              <a:rPr sz="3900" dirty="0"/>
              <a:t>				</a:t>
            </a:r>
            <a:r>
              <a:rPr sz="3900" u="sng" spc="-285" dirty="0">
                <a:uFill>
                  <a:solidFill>
                    <a:srgbClr val="003184"/>
                  </a:solidFill>
                </a:uFill>
              </a:rPr>
              <a:t> </a:t>
            </a:r>
            <a:r>
              <a:rPr sz="3900" u="sng" spc="-204" dirty="0">
                <a:uFill>
                  <a:solidFill>
                    <a:srgbClr val="003184"/>
                  </a:solidFill>
                </a:uFill>
              </a:rPr>
              <a:t> </a:t>
            </a:r>
            <a:r>
              <a:rPr sz="3900" spc="-345" dirty="0"/>
              <a:t> </a:t>
            </a:r>
            <a:r>
              <a:rPr sz="3900" u="sng" spc="-285" dirty="0">
                <a:uFill>
                  <a:solidFill>
                    <a:srgbClr val="003184"/>
                  </a:solidFill>
                </a:uFill>
              </a:rPr>
              <a:t> </a:t>
            </a:r>
            <a:r>
              <a:rPr sz="3900" u="sng" spc="-190" dirty="0">
                <a:uFill>
                  <a:solidFill>
                    <a:srgbClr val="003184"/>
                  </a:solidFill>
                </a:uFill>
              </a:rPr>
              <a:t> </a:t>
            </a:r>
            <a:r>
              <a:rPr sz="3900" spc="-345" dirty="0"/>
              <a:t> </a:t>
            </a:r>
            <a:r>
              <a:rPr sz="3900" u="sng" spc="-285" dirty="0">
                <a:uFill>
                  <a:solidFill>
                    <a:srgbClr val="003184"/>
                  </a:solidFill>
                </a:uFill>
              </a:rPr>
              <a:t> </a:t>
            </a:r>
            <a:r>
              <a:rPr sz="3900" u="sng" spc="-204" dirty="0">
                <a:uFill>
                  <a:solidFill>
                    <a:srgbClr val="003184"/>
                  </a:solidFill>
                </a:uFill>
              </a:rPr>
              <a:t> </a:t>
            </a:r>
            <a:r>
              <a:rPr sz="3900" spc="30" dirty="0"/>
              <a:t> </a:t>
            </a:r>
            <a:r>
              <a:rPr sz="3900" u="dbl" spc="-285" dirty="0">
                <a:uFill>
                  <a:solidFill>
                    <a:srgbClr val="12D67D"/>
                  </a:solidFill>
                </a:uFill>
              </a:rPr>
              <a:t> </a:t>
            </a:r>
            <a:r>
              <a:rPr sz="3900" u="dbl" dirty="0">
                <a:uFill>
                  <a:solidFill>
                    <a:srgbClr val="12D67D"/>
                  </a:solidFill>
                </a:uFill>
              </a:rPr>
              <a:t>		</a:t>
            </a:r>
            <a:endParaRPr sz="3900"/>
          </a:p>
        </p:txBody>
      </p:sp>
      <p:sp>
        <p:nvSpPr>
          <p:cNvPr id="4" name="object 4"/>
          <p:cNvSpPr txBox="1"/>
          <p:nvPr/>
        </p:nvSpPr>
        <p:spPr>
          <a:xfrm>
            <a:off x="832815" y="3230702"/>
            <a:ext cx="222948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d-ID" sz="1800" spc="-30" dirty="0">
                <a:solidFill>
                  <a:srgbClr val="CEF3F5"/>
                </a:solidFill>
                <a:latin typeface="Roboto"/>
                <a:cs typeface="Roboto"/>
              </a:rPr>
              <a:t>Ardiles Sinaga</a:t>
            </a:r>
            <a:endParaRPr sz="1800" dirty="0">
              <a:latin typeface="Roboto"/>
              <a:cs typeface="Roboto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992623" y="819911"/>
            <a:ext cx="4151629" cy="3526790"/>
            <a:chOff x="4992623" y="819911"/>
            <a:chExt cx="4151629" cy="3526790"/>
          </a:xfrm>
        </p:grpSpPr>
        <p:sp>
          <p:nvSpPr>
            <p:cNvPr id="6" name="object 6"/>
            <p:cNvSpPr/>
            <p:nvPr/>
          </p:nvSpPr>
          <p:spPr>
            <a:xfrm>
              <a:off x="5827775" y="2727960"/>
              <a:ext cx="2585085" cy="1618615"/>
            </a:xfrm>
            <a:custGeom>
              <a:avLst/>
              <a:gdLst/>
              <a:ahLst/>
              <a:cxnLst/>
              <a:rect l="l" t="t" r="r" b="b"/>
              <a:pathLst>
                <a:path w="2585084" h="1618614">
                  <a:moveTo>
                    <a:pt x="2435098" y="0"/>
                  </a:moveTo>
                  <a:lnTo>
                    <a:pt x="149606" y="0"/>
                  </a:lnTo>
                  <a:lnTo>
                    <a:pt x="102445" y="7566"/>
                  </a:lnTo>
                  <a:lnTo>
                    <a:pt x="61392" y="28647"/>
                  </a:lnTo>
                  <a:lnTo>
                    <a:pt x="28960" y="60816"/>
                  </a:lnTo>
                  <a:lnTo>
                    <a:pt x="7658" y="101648"/>
                  </a:lnTo>
                  <a:lnTo>
                    <a:pt x="0" y="148716"/>
                  </a:lnTo>
                  <a:lnTo>
                    <a:pt x="0" y="1469809"/>
                  </a:lnTo>
                  <a:lnTo>
                    <a:pt x="7658" y="1516836"/>
                  </a:lnTo>
                  <a:lnTo>
                    <a:pt x="28960" y="1557648"/>
                  </a:lnTo>
                  <a:lnTo>
                    <a:pt x="61392" y="1589812"/>
                  </a:lnTo>
                  <a:lnTo>
                    <a:pt x="102445" y="1610894"/>
                  </a:lnTo>
                  <a:lnTo>
                    <a:pt x="149606" y="1618462"/>
                  </a:lnTo>
                  <a:lnTo>
                    <a:pt x="2435098" y="1618462"/>
                  </a:lnTo>
                  <a:lnTo>
                    <a:pt x="2482258" y="1610894"/>
                  </a:lnTo>
                  <a:lnTo>
                    <a:pt x="2523311" y="1589812"/>
                  </a:lnTo>
                  <a:lnTo>
                    <a:pt x="2555743" y="1557648"/>
                  </a:lnTo>
                  <a:lnTo>
                    <a:pt x="2577045" y="1516836"/>
                  </a:lnTo>
                  <a:lnTo>
                    <a:pt x="2584704" y="1469809"/>
                  </a:lnTo>
                  <a:lnTo>
                    <a:pt x="2584704" y="148716"/>
                  </a:lnTo>
                  <a:lnTo>
                    <a:pt x="2577045" y="101648"/>
                  </a:lnTo>
                  <a:lnTo>
                    <a:pt x="2555743" y="60816"/>
                  </a:lnTo>
                  <a:lnTo>
                    <a:pt x="2523311" y="28647"/>
                  </a:lnTo>
                  <a:lnTo>
                    <a:pt x="2482258" y="7566"/>
                  </a:lnTo>
                  <a:lnTo>
                    <a:pt x="2435098" y="0"/>
                  </a:lnTo>
                  <a:close/>
                </a:path>
              </a:pathLst>
            </a:custGeom>
            <a:solidFill>
              <a:srgbClr val="D0D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36563" y="2901695"/>
              <a:ext cx="2165985" cy="939165"/>
            </a:xfrm>
            <a:custGeom>
              <a:avLst/>
              <a:gdLst/>
              <a:ahLst/>
              <a:cxnLst/>
              <a:rect l="l" t="t" r="r" b="b"/>
              <a:pathLst>
                <a:path w="2165984" h="939164">
                  <a:moveTo>
                    <a:pt x="2113153" y="0"/>
                  </a:moveTo>
                  <a:lnTo>
                    <a:pt x="52450" y="0"/>
                  </a:lnTo>
                  <a:lnTo>
                    <a:pt x="32093" y="4016"/>
                  </a:lnTo>
                  <a:lnTo>
                    <a:pt x="15414" y="15081"/>
                  </a:lnTo>
                  <a:lnTo>
                    <a:pt x="4141" y="31718"/>
                  </a:lnTo>
                  <a:lnTo>
                    <a:pt x="0" y="52451"/>
                  </a:lnTo>
                  <a:lnTo>
                    <a:pt x="0" y="886333"/>
                  </a:lnTo>
                  <a:lnTo>
                    <a:pt x="4141" y="906690"/>
                  </a:lnTo>
                  <a:lnTo>
                    <a:pt x="15414" y="923369"/>
                  </a:lnTo>
                  <a:lnTo>
                    <a:pt x="32093" y="934642"/>
                  </a:lnTo>
                  <a:lnTo>
                    <a:pt x="52450" y="938784"/>
                  </a:lnTo>
                  <a:lnTo>
                    <a:pt x="2113153" y="938784"/>
                  </a:lnTo>
                  <a:lnTo>
                    <a:pt x="2133510" y="934642"/>
                  </a:lnTo>
                  <a:lnTo>
                    <a:pt x="2150189" y="923369"/>
                  </a:lnTo>
                  <a:lnTo>
                    <a:pt x="2161462" y="906690"/>
                  </a:lnTo>
                  <a:lnTo>
                    <a:pt x="2165604" y="886333"/>
                  </a:lnTo>
                  <a:lnTo>
                    <a:pt x="2165604" y="52451"/>
                  </a:lnTo>
                  <a:lnTo>
                    <a:pt x="2161462" y="31718"/>
                  </a:lnTo>
                  <a:lnTo>
                    <a:pt x="2150189" y="15081"/>
                  </a:lnTo>
                  <a:lnTo>
                    <a:pt x="2133510" y="4016"/>
                  </a:lnTo>
                  <a:lnTo>
                    <a:pt x="2113153" y="0"/>
                  </a:lnTo>
                  <a:close/>
                </a:path>
              </a:pathLst>
            </a:custGeom>
            <a:solidFill>
              <a:srgbClr val="BDC0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15812" y="2966719"/>
              <a:ext cx="1503045" cy="712470"/>
            </a:xfrm>
            <a:custGeom>
              <a:avLst/>
              <a:gdLst/>
              <a:ahLst/>
              <a:cxnLst/>
              <a:rect l="l" t="t" r="r" b="b"/>
              <a:pathLst>
                <a:path w="1503045" h="712470">
                  <a:moveTo>
                    <a:pt x="952" y="242570"/>
                  </a:moveTo>
                  <a:lnTo>
                    <a:pt x="0" y="242570"/>
                  </a:lnTo>
                  <a:lnTo>
                    <a:pt x="0" y="245110"/>
                  </a:lnTo>
                  <a:lnTo>
                    <a:pt x="952" y="245110"/>
                  </a:lnTo>
                  <a:lnTo>
                    <a:pt x="952" y="242570"/>
                  </a:lnTo>
                  <a:close/>
                </a:path>
                <a:path w="1503045" h="712470">
                  <a:moveTo>
                    <a:pt x="3695" y="240030"/>
                  </a:moveTo>
                  <a:lnTo>
                    <a:pt x="1295" y="240030"/>
                  </a:lnTo>
                  <a:lnTo>
                    <a:pt x="1295" y="242570"/>
                  </a:lnTo>
                  <a:lnTo>
                    <a:pt x="3695" y="242570"/>
                  </a:lnTo>
                  <a:lnTo>
                    <a:pt x="3695" y="240030"/>
                  </a:lnTo>
                  <a:close/>
                </a:path>
                <a:path w="1503045" h="712470">
                  <a:moveTo>
                    <a:pt x="172745" y="100330"/>
                  </a:moveTo>
                  <a:lnTo>
                    <a:pt x="172212" y="100330"/>
                  </a:lnTo>
                  <a:lnTo>
                    <a:pt x="172212" y="101600"/>
                  </a:lnTo>
                  <a:lnTo>
                    <a:pt x="172745" y="101600"/>
                  </a:lnTo>
                  <a:lnTo>
                    <a:pt x="172745" y="100330"/>
                  </a:lnTo>
                  <a:close/>
                </a:path>
                <a:path w="1503045" h="712470">
                  <a:moveTo>
                    <a:pt x="173291" y="708660"/>
                  </a:moveTo>
                  <a:lnTo>
                    <a:pt x="172212" y="708660"/>
                  </a:lnTo>
                  <a:lnTo>
                    <a:pt x="172212" y="712470"/>
                  </a:lnTo>
                  <a:lnTo>
                    <a:pt x="173291" y="712470"/>
                  </a:lnTo>
                  <a:lnTo>
                    <a:pt x="173291" y="708660"/>
                  </a:lnTo>
                  <a:close/>
                </a:path>
                <a:path w="1503045" h="712470">
                  <a:moveTo>
                    <a:pt x="173380" y="553720"/>
                  </a:moveTo>
                  <a:lnTo>
                    <a:pt x="172212" y="553720"/>
                  </a:lnTo>
                  <a:lnTo>
                    <a:pt x="172212" y="556260"/>
                  </a:lnTo>
                  <a:lnTo>
                    <a:pt x="173380" y="556260"/>
                  </a:lnTo>
                  <a:lnTo>
                    <a:pt x="173380" y="553720"/>
                  </a:lnTo>
                  <a:close/>
                </a:path>
                <a:path w="1503045" h="712470">
                  <a:moveTo>
                    <a:pt x="173456" y="397510"/>
                  </a:moveTo>
                  <a:lnTo>
                    <a:pt x="172212" y="397510"/>
                  </a:lnTo>
                  <a:lnTo>
                    <a:pt x="172212" y="400050"/>
                  </a:lnTo>
                  <a:lnTo>
                    <a:pt x="173456" y="400050"/>
                  </a:lnTo>
                  <a:lnTo>
                    <a:pt x="173456" y="397510"/>
                  </a:lnTo>
                  <a:close/>
                </a:path>
                <a:path w="1503045" h="712470">
                  <a:moveTo>
                    <a:pt x="174764" y="97790"/>
                  </a:moveTo>
                  <a:lnTo>
                    <a:pt x="172885" y="97790"/>
                  </a:lnTo>
                  <a:lnTo>
                    <a:pt x="172885" y="100330"/>
                  </a:lnTo>
                  <a:lnTo>
                    <a:pt x="174764" y="100330"/>
                  </a:lnTo>
                  <a:lnTo>
                    <a:pt x="174764" y="97790"/>
                  </a:lnTo>
                  <a:close/>
                </a:path>
                <a:path w="1503045" h="712470">
                  <a:moveTo>
                    <a:pt x="174840" y="3810"/>
                  </a:moveTo>
                  <a:lnTo>
                    <a:pt x="172910" y="3810"/>
                  </a:lnTo>
                  <a:lnTo>
                    <a:pt x="172910" y="6350"/>
                  </a:lnTo>
                  <a:lnTo>
                    <a:pt x="172212" y="6350"/>
                  </a:lnTo>
                  <a:lnTo>
                    <a:pt x="172212" y="7620"/>
                  </a:lnTo>
                  <a:lnTo>
                    <a:pt x="173050" y="7620"/>
                  </a:lnTo>
                  <a:lnTo>
                    <a:pt x="173050" y="6350"/>
                  </a:lnTo>
                  <a:lnTo>
                    <a:pt x="174840" y="6350"/>
                  </a:lnTo>
                  <a:lnTo>
                    <a:pt x="174840" y="3810"/>
                  </a:lnTo>
                  <a:close/>
                </a:path>
                <a:path w="1503045" h="712470">
                  <a:moveTo>
                    <a:pt x="175348" y="551180"/>
                  </a:moveTo>
                  <a:lnTo>
                    <a:pt x="173405" y="551180"/>
                  </a:lnTo>
                  <a:lnTo>
                    <a:pt x="173405" y="553720"/>
                  </a:lnTo>
                  <a:lnTo>
                    <a:pt x="175348" y="553720"/>
                  </a:lnTo>
                  <a:lnTo>
                    <a:pt x="175348" y="551180"/>
                  </a:lnTo>
                  <a:close/>
                </a:path>
                <a:path w="1503045" h="712470">
                  <a:moveTo>
                    <a:pt x="175729" y="394970"/>
                  </a:moveTo>
                  <a:lnTo>
                    <a:pt x="173824" y="394970"/>
                  </a:lnTo>
                  <a:lnTo>
                    <a:pt x="173824" y="397510"/>
                  </a:lnTo>
                  <a:lnTo>
                    <a:pt x="175729" y="397510"/>
                  </a:lnTo>
                  <a:lnTo>
                    <a:pt x="175729" y="394970"/>
                  </a:lnTo>
                  <a:close/>
                </a:path>
                <a:path w="1503045" h="712470">
                  <a:moveTo>
                    <a:pt x="294309" y="393700"/>
                  </a:moveTo>
                  <a:lnTo>
                    <a:pt x="175844" y="393700"/>
                  </a:lnTo>
                  <a:lnTo>
                    <a:pt x="175844" y="394970"/>
                  </a:lnTo>
                  <a:lnTo>
                    <a:pt x="294309" y="394970"/>
                  </a:lnTo>
                  <a:lnTo>
                    <a:pt x="294309" y="393700"/>
                  </a:lnTo>
                  <a:close/>
                </a:path>
                <a:path w="1503045" h="712470">
                  <a:moveTo>
                    <a:pt x="294500" y="704850"/>
                  </a:moveTo>
                  <a:lnTo>
                    <a:pt x="175679" y="704850"/>
                  </a:lnTo>
                  <a:lnTo>
                    <a:pt x="175679" y="706120"/>
                  </a:lnTo>
                  <a:lnTo>
                    <a:pt x="173888" y="706120"/>
                  </a:lnTo>
                  <a:lnTo>
                    <a:pt x="173888" y="708660"/>
                  </a:lnTo>
                  <a:lnTo>
                    <a:pt x="175742" y="708660"/>
                  </a:lnTo>
                  <a:lnTo>
                    <a:pt x="175742" y="706120"/>
                  </a:lnTo>
                  <a:lnTo>
                    <a:pt x="294500" y="706120"/>
                  </a:lnTo>
                  <a:lnTo>
                    <a:pt x="294500" y="704850"/>
                  </a:lnTo>
                  <a:close/>
                </a:path>
                <a:path w="1503045" h="712470">
                  <a:moveTo>
                    <a:pt x="298704" y="709168"/>
                  </a:moveTo>
                  <a:lnTo>
                    <a:pt x="295516" y="706374"/>
                  </a:lnTo>
                  <a:lnTo>
                    <a:pt x="293497" y="706374"/>
                  </a:lnTo>
                  <a:lnTo>
                    <a:pt x="298704" y="711962"/>
                  </a:lnTo>
                  <a:lnTo>
                    <a:pt x="298704" y="709168"/>
                  </a:lnTo>
                  <a:close/>
                </a:path>
                <a:path w="1503045" h="712470">
                  <a:moveTo>
                    <a:pt x="298704" y="553720"/>
                  </a:moveTo>
                  <a:lnTo>
                    <a:pt x="295516" y="550926"/>
                  </a:lnTo>
                  <a:lnTo>
                    <a:pt x="294360" y="550926"/>
                  </a:lnTo>
                  <a:lnTo>
                    <a:pt x="294360" y="548640"/>
                  </a:lnTo>
                  <a:lnTo>
                    <a:pt x="175806" y="548640"/>
                  </a:lnTo>
                  <a:lnTo>
                    <a:pt x="175806" y="551180"/>
                  </a:lnTo>
                  <a:lnTo>
                    <a:pt x="293725" y="551180"/>
                  </a:lnTo>
                  <a:lnTo>
                    <a:pt x="298704" y="556514"/>
                  </a:lnTo>
                  <a:lnTo>
                    <a:pt x="298704" y="553720"/>
                  </a:lnTo>
                  <a:close/>
                </a:path>
                <a:path w="1503045" h="712470">
                  <a:moveTo>
                    <a:pt x="298704" y="397764"/>
                  </a:moveTo>
                  <a:lnTo>
                    <a:pt x="295605" y="395351"/>
                  </a:lnTo>
                  <a:lnTo>
                    <a:pt x="293497" y="395351"/>
                  </a:lnTo>
                  <a:lnTo>
                    <a:pt x="298704" y="400177"/>
                  </a:lnTo>
                  <a:lnTo>
                    <a:pt x="298704" y="397764"/>
                  </a:lnTo>
                  <a:close/>
                </a:path>
                <a:path w="1503045" h="712470">
                  <a:moveTo>
                    <a:pt x="298704" y="242316"/>
                  </a:moveTo>
                  <a:lnTo>
                    <a:pt x="295605" y="239903"/>
                  </a:lnTo>
                  <a:lnTo>
                    <a:pt x="294957" y="239903"/>
                  </a:lnTo>
                  <a:lnTo>
                    <a:pt x="294957" y="238760"/>
                  </a:lnTo>
                  <a:lnTo>
                    <a:pt x="3733" y="238760"/>
                  </a:lnTo>
                  <a:lnTo>
                    <a:pt x="3733" y="240030"/>
                  </a:lnTo>
                  <a:lnTo>
                    <a:pt x="293624" y="240030"/>
                  </a:lnTo>
                  <a:lnTo>
                    <a:pt x="298704" y="244729"/>
                  </a:lnTo>
                  <a:lnTo>
                    <a:pt x="298704" y="242316"/>
                  </a:lnTo>
                  <a:close/>
                </a:path>
                <a:path w="1503045" h="712470">
                  <a:moveTo>
                    <a:pt x="298704" y="99822"/>
                  </a:moveTo>
                  <a:lnTo>
                    <a:pt x="296100" y="97409"/>
                  </a:lnTo>
                  <a:lnTo>
                    <a:pt x="295135" y="97409"/>
                  </a:lnTo>
                  <a:lnTo>
                    <a:pt x="295135" y="95250"/>
                  </a:lnTo>
                  <a:lnTo>
                    <a:pt x="175158" y="95250"/>
                  </a:lnTo>
                  <a:lnTo>
                    <a:pt x="175158" y="97790"/>
                  </a:lnTo>
                  <a:lnTo>
                    <a:pt x="293979" y="97790"/>
                  </a:lnTo>
                  <a:lnTo>
                    <a:pt x="298704" y="101473"/>
                  </a:lnTo>
                  <a:lnTo>
                    <a:pt x="298704" y="99822"/>
                  </a:lnTo>
                  <a:close/>
                </a:path>
                <a:path w="1503045" h="712470">
                  <a:moveTo>
                    <a:pt x="298704" y="5969"/>
                  </a:moveTo>
                  <a:lnTo>
                    <a:pt x="296151" y="3302"/>
                  </a:lnTo>
                  <a:lnTo>
                    <a:pt x="294817" y="3302"/>
                  </a:lnTo>
                  <a:lnTo>
                    <a:pt x="294817" y="0"/>
                  </a:lnTo>
                  <a:lnTo>
                    <a:pt x="175425" y="0"/>
                  </a:lnTo>
                  <a:lnTo>
                    <a:pt x="175425" y="3810"/>
                  </a:lnTo>
                  <a:lnTo>
                    <a:pt x="294068" y="3810"/>
                  </a:lnTo>
                  <a:lnTo>
                    <a:pt x="298704" y="7874"/>
                  </a:lnTo>
                  <a:lnTo>
                    <a:pt x="298704" y="5969"/>
                  </a:lnTo>
                  <a:close/>
                </a:path>
                <a:path w="1503045" h="712470">
                  <a:moveTo>
                    <a:pt x="518045" y="553720"/>
                  </a:moveTo>
                  <a:lnTo>
                    <a:pt x="516636" y="553720"/>
                  </a:lnTo>
                  <a:lnTo>
                    <a:pt x="516636" y="556260"/>
                  </a:lnTo>
                  <a:lnTo>
                    <a:pt x="518045" y="556260"/>
                  </a:lnTo>
                  <a:lnTo>
                    <a:pt x="518045" y="553720"/>
                  </a:lnTo>
                  <a:close/>
                </a:path>
                <a:path w="1503045" h="712470">
                  <a:moveTo>
                    <a:pt x="520420" y="551180"/>
                  </a:moveTo>
                  <a:lnTo>
                    <a:pt x="518071" y="551180"/>
                  </a:lnTo>
                  <a:lnTo>
                    <a:pt x="518071" y="553720"/>
                  </a:lnTo>
                  <a:lnTo>
                    <a:pt x="520420" y="553720"/>
                  </a:lnTo>
                  <a:lnTo>
                    <a:pt x="520420" y="551180"/>
                  </a:lnTo>
                  <a:close/>
                </a:path>
                <a:path w="1503045" h="712470">
                  <a:moveTo>
                    <a:pt x="689063" y="243840"/>
                  </a:moveTo>
                  <a:lnTo>
                    <a:pt x="688848" y="243840"/>
                  </a:lnTo>
                  <a:lnTo>
                    <a:pt x="688848" y="245110"/>
                  </a:lnTo>
                  <a:lnTo>
                    <a:pt x="689063" y="245110"/>
                  </a:lnTo>
                  <a:lnTo>
                    <a:pt x="689063" y="243840"/>
                  </a:lnTo>
                  <a:close/>
                </a:path>
                <a:path w="1503045" h="712470">
                  <a:moveTo>
                    <a:pt x="689381" y="100330"/>
                  </a:moveTo>
                  <a:lnTo>
                    <a:pt x="688848" y="100330"/>
                  </a:lnTo>
                  <a:lnTo>
                    <a:pt x="688848" y="101600"/>
                  </a:lnTo>
                  <a:lnTo>
                    <a:pt x="689381" y="101600"/>
                  </a:lnTo>
                  <a:lnTo>
                    <a:pt x="689381" y="100330"/>
                  </a:lnTo>
                  <a:close/>
                </a:path>
                <a:path w="1503045" h="712470">
                  <a:moveTo>
                    <a:pt x="689889" y="397510"/>
                  </a:moveTo>
                  <a:lnTo>
                    <a:pt x="688848" y="397510"/>
                  </a:lnTo>
                  <a:lnTo>
                    <a:pt x="688848" y="401320"/>
                  </a:lnTo>
                  <a:lnTo>
                    <a:pt x="689889" y="401320"/>
                  </a:lnTo>
                  <a:lnTo>
                    <a:pt x="689889" y="397510"/>
                  </a:lnTo>
                  <a:close/>
                </a:path>
                <a:path w="1503045" h="712470">
                  <a:moveTo>
                    <a:pt x="689952" y="708660"/>
                  </a:moveTo>
                  <a:lnTo>
                    <a:pt x="688848" y="708660"/>
                  </a:lnTo>
                  <a:lnTo>
                    <a:pt x="688848" y="712470"/>
                  </a:lnTo>
                  <a:lnTo>
                    <a:pt x="689952" y="712470"/>
                  </a:lnTo>
                  <a:lnTo>
                    <a:pt x="689952" y="708660"/>
                  </a:lnTo>
                  <a:close/>
                </a:path>
                <a:path w="1503045" h="712470">
                  <a:moveTo>
                    <a:pt x="690016" y="553720"/>
                  </a:moveTo>
                  <a:lnTo>
                    <a:pt x="688848" y="553720"/>
                  </a:lnTo>
                  <a:lnTo>
                    <a:pt x="688848" y="556260"/>
                  </a:lnTo>
                  <a:lnTo>
                    <a:pt x="690016" y="556260"/>
                  </a:lnTo>
                  <a:lnTo>
                    <a:pt x="690016" y="553720"/>
                  </a:lnTo>
                  <a:close/>
                </a:path>
                <a:path w="1503045" h="712470">
                  <a:moveTo>
                    <a:pt x="691337" y="240030"/>
                  </a:moveTo>
                  <a:lnTo>
                    <a:pt x="689952" y="240030"/>
                  </a:lnTo>
                  <a:lnTo>
                    <a:pt x="689952" y="243840"/>
                  </a:lnTo>
                  <a:lnTo>
                    <a:pt x="691337" y="243840"/>
                  </a:lnTo>
                  <a:lnTo>
                    <a:pt x="691337" y="240030"/>
                  </a:lnTo>
                  <a:close/>
                </a:path>
                <a:path w="1503045" h="712470">
                  <a:moveTo>
                    <a:pt x="691400" y="97790"/>
                  </a:moveTo>
                  <a:lnTo>
                    <a:pt x="689521" y="97790"/>
                  </a:lnTo>
                  <a:lnTo>
                    <a:pt x="689521" y="100330"/>
                  </a:lnTo>
                  <a:lnTo>
                    <a:pt x="691400" y="100330"/>
                  </a:lnTo>
                  <a:lnTo>
                    <a:pt x="691400" y="97790"/>
                  </a:lnTo>
                  <a:close/>
                </a:path>
                <a:path w="1503045" h="712470">
                  <a:moveTo>
                    <a:pt x="691476" y="3810"/>
                  </a:moveTo>
                  <a:lnTo>
                    <a:pt x="689546" y="3810"/>
                  </a:lnTo>
                  <a:lnTo>
                    <a:pt x="689546" y="6350"/>
                  </a:lnTo>
                  <a:lnTo>
                    <a:pt x="688848" y="6350"/>
                  </a:lnTo>
                  <a:lnTo>
                    <a:pt x="688848" y="7620"/>
                  </a:lnTo>
                  <a:lnTo>
                    <a:pt x="689686" y="7620"/>
                  </a:lnTo>
                  <a:lnTo>
                    <a:pt x="689686" y="6350"/>
                  </a:lnTo>
                  <a:lnTo>
                    <a:pt x="691476" y="6350"/>
                  </a:lnTo>
                  <a:lnTo>
                    <a:pt x="691476" y="3810"/>
                  </a:lnTo>
                  <a:close/>
                </a:path>
                <a:path w="1503045" h="712470">
                  <a:moveTo>
                    <a:pt x="691984" y="551180"/>
                  </a:moveTo>
                  <a:lnTo>
                    <a:pt x="690041" y="551180"/>
                  </a:lnTo>
                  <a:lnTo>
                    <a:pt x="690041" y="553720"/>
                  </a:lnTo>
                  <a:lnTo>
                    <a:pt x="691984" y="553720"/>
                  </a:lnTo>
                  <a:lnTo>
                    <a:pt x="691984" y="551180"/>
                  </a:lnTo>
                  <a:close/>
                </a:path>
                <a:path w="1503045" h="712470">
                  <a:moveTo>
                    <a:pt x="692531" y="394970"/>
                  </a:moveTo>
                  <a:lnTo>
                    <a:pt x="690613" y="394970"/>
                  </a:lnTo>
                  <a:lnTo>
                    <a:pt x="690613" y="397510"/>
                  </a:lnTo>
                  <a:lnTo>
                    <a:pt x="692531" y="397510"/>
                  </a:lnTo>
                  <a:lnTo>
                    <a:pt x="692531" y="394970"/>
                  </a:lnTo>
                  <a:close/>
                </a:path>
                <a:path w="1503045" h="712470">
                  <a:moveTo>
                    <a:pt x="810120" y="393700"/>
                  </a:moveTo>
                  <a:lnTo>
                    <a:pt x="692531" y="393700"/>
                  </a:lnTo>
                  <a:lnTo>
                    <a:pt x="692531" y="394970"/>
                  </a:lnTo>
                  <a:lnTo>
                    <a:pt x="810120" y="394970"/>
                  </a:lnTo>
                  <a:lnTo>
                    <a:pt x="810120" y="393700"/>
                  </a:lnTo>
                  <a:close/>
                </a:path>
                <a:path w="1503045" h="712470">
                  <a:moveTo>
                    <a:pt x="813816" y="553720"/>
                  </a:moveTo>
                  <a:lnTo>
                    <a:pt x="811174" y="550926"/>
                  </a:lnTo>
                  <a:lnTo>
                    <a:pt x="810209" y="550926"/>
                  </a:lnTo>
                  <a:lnTo>
                    <a:pt x="810209" y="548640"/>
                  </a:lnTo>
                  <a:lnTo>
                    <a:pt x="692442" y="548640"/>
                  </a:lnTo>
                  <a:lnTo>
                    <a:pt x="692442" y="551180"/>
                  </a:lnTo>
                  <a:lnTo>
                    <a:pt x="809688" y="551180"/>
                  </a:lnTo>
                  <a:lnTo>
                    <a:pt x="813816" y="556514"/>
                  </a:lnTo>
                  <a:lnTo>
                    <a:pt x="813816" y="553720"/>
                  </a:lnTo>
                  <a:close/>
                </a:path>
                <a:path w="1503045" h="712470">
                  <a:moveTo>
                    <a:pt x="813816" y="398018"/>
                  </a:moveTo>
                  <a:lnTo>
                    <a:pt x="811263" y="395478"/>
                  </a:lnTo>
                  <a:lnTo>
                    <a:pt x="809498" y="395478"/>
                  </a:lnTo>
                  <a:lnTo>
                    <a:pt x="813816" y="400685"/>
                  </a:lnTo>
                  <a:lnTo>
                    <a:pt x="813816" y="398018"/>
                  </a:lnTo>
                  <a:close/>
                </a:path>
                <a:path w="1503045" h="712470">
                  <a:moveTo>
                    <a:pt x="813816" y="243205"/>
                  </a:moveTo>
                  <a:lnTo>
                    <a:pt x="810933" y="239903"/>
                  </a:lnTo>
                  <a:lnTo>
                    <a:pt x="810488" y="239903"/>
                  </a:lnTo>
                  <a:lnTo>
                    <a:pt x="810488" y="238760"/>
                  </a:lnTo>
                  <a:lnTo>
                    <a:pt x="692162" y="238760"/>
                  </a:lnTo>
                  <a:lnTo>
                    <a:pt x="692162" y="240030"/>
                  </a:lnTo>
                  <a:lnTo>
                    <a:pt x="809599" y="240030"/>
                  </a:lnTo>
                  <a:lnTo>
                    <a:pt x="813816" y="244729"/>
                  </a:lnTo>
                  <a:lnTo>
                    <a:pt x="813816" y="243205"/>
                  </a:lnTo>
                  <a:close/>
                </a:path>
                <a:path w="1503045" h="712470">
                  <a:moveTo>
                    <a:pt x="813816" y="99822"/>
                  </a:moveTo>
                  <a:lnTo>
                    <a:pt x="811657" y="97409"/>
                  </a:lnTo>
                  <a:lnTo>
                    <a:pt x="810856" y="97409"/>
                  </a:lnTo>
                  <a:lnTo>
                    <a:pt x="810856" y="95250"/>
                  </a:lnTo>
                  <a:lnTo>
                    <a:pt x="691794" y="95250"/>
                  </a:lnTo>
                  <a:lnTo>
                    <a:pt x="691794" y="97790"/>
                  </a:lnTo>
                  <a:lnTo>
                    <a:pt x="809891" y="97790"/>
                  </a:lnTo>
                  <a:lnTo>
                    <a:pt x="813816" y="101473"/>
                  </a:lnTo>
                  <a:lnTo>
                    <a:pt x="813816" y="99822"/>
                  </a:lnTo>
                  <a:close/>
                </a:path>
                <a:path w="1503045" h="712470">
                  <a:moveTo>
                    <a:pt x="813816" y="5969"/>
                  </a:moveTo>
                  <a:lnTo>
                    <a:pt x="811695" y="3302"/>
                  </a:lnTo>
                  <a:lnTo>
                    <a:pt x="810590" y="3302"/>
                  </a:lnTo>
                  <a:lnTo>
                    <a:pt x="810590" y="0"/>
                  </a:lnTo>
                  <a:lnTo>
                    <a:pt x="692061" y="0"/>
                  </a:lnTo>
                  <a:lnTo>
                    <a:pt x="692061" y="3810"/>
                  </a:lnTo>
                  <a:lnTo>
                    <a:pt x="809967" y="3810"/>
                  </a:lnTo>
                  <a:lnTo>
                    <a:pt x="813816" y="7874"/>
                  </a:lnTo>
                  <a:lnTo>
                    <a:pt x="813816" y="5969"/>
                  </a:lnTo>
                  <a:close/>
                </a:path>
                <a:path w="1503045" h="712470">
                  <a:moveTo>
                    <a:pt x="859815" y="243840"/>
                  </a:moveTo>
                  <a:lnTo>
                    <a:pt x="859536" y="243840"/>
                  </a:lnTo>
                  <a:lnTo>
                    <a:pt x="859536" y="245110"/>
                  </a:lnTo>
                  <a:lnTo>
                    <a:pt x="859815" y="245110"/>
                  </a:lnTo>
                  <a:lnTo>
                    <a:pt x="859815" y="243840"/>
                  </a:lnTo>
                  <a:close/>
                </a:path>
                <a:path w="1503045" h="712470">
                  <a:moveTo>
                    <a:pt x="860196" y="100330"/>
                  </a:moveTo>
                  <a:lnTo>
                    <a:pt x="859536" y="100330"/>
                  </a:lnTo>
                  <a:lnTo>
                    <a:pt x="859536" y="101600"/>
                  </a:lnTo>
                  <a:lnTo>
                    <a:pt x="860196" y="101600"/>
                  </a:lnTo>
                  <a:lnTo>
                    <a:pt x="860196" y="100330"/>
                  </a:lnTo>
                  <a:close/>
                </a:path>
                <a:path w="1503045" h="712470">
                  <a:moveTo>
                    <a:pt x="860831" y="397510"/>
                  </a:moveTo>
                  <a:lnTo>
                    <a:pt x="859536" y="397510"/>
                  </a:lnTo>
                  <a:lnTo>
                    <a:pt x="859536" y="401320"/>
                  </a:lnTo>
                  <a:lnTo>
                    <a:pt x="860831" y="401320"/>
                  </a:lnTo>
                  <a:lnTo>
                    <a:pt x="860831" y="397510"/>
                  </a:lnTo>
                  <a:close/>
                </a:path>
                <a:path w="1503045" h="712470">
                  <a:moveTo>
                    <a:pt x="860983" y="553720"/>
                  </a:moveTo>
                  <a:lnTo>
                    <a:pt x="859536" y="553720"/>
                  </a:lnTo>
                  <a:lnTo>
                    <a:pt x="859536" y="556260"/>
                  </a:lnTo>
                  <a:lnTo>
                    <a:pt x="860983" y="556260"/>
                  </a:lnTo>
                  <a:lnTo>
                    <a:pt x="860983" y="553720"/>
                  </a:lnTo>
                  <a:close/>
                </a:path>
                <a:path w="1503045" h="712470">
                  <a:moveTo>
                    <a:pt x="862622" y="240030"/>
                  </a:moveTo>
                  <a:lnTo>
                    <a:pt x="860894" y="240030"/>
                  </a:lnTo>
                  <a:lnTo>
                    <a:pt x="860894" y="243840"/>
                  </a:lnTo>
                  <a:lnTo>
                    <a:pt x="862622" y="243840"/>
                  </a:lnTo>
                  <a:lnTo>
                    <a:pt x="862622" y="240030"/>
                  </a:lnTo>
                  <a:close/>
                </a:path>
                <a:path w="1503045" h="712470">
                  <a:moveTo>
                    <a:pt x="862698" y="97790"/>
                  </a:moveTo>
                  <a:lnTo>
                    <a:pt x="860374" y="97790"/>
                  </a:lnTo>
                  <a:lnTo>
                    <a:pt x="860374" y="100330"/>
                  </a:lnTo>
                  <a:lnTo>
                    <a:pt x="862698" y="100330"/>
                  </a:lnTo>
                  <a:lnTo>
                    <a:pt x="862698" y="97790"/>
                  </a:lnTo>
                  <a:close/>
                </a:path>
                <a:path w="1503045" h="712470">
                  <a:moveTo>
                    <a:pt x="863409" y="551180"/>
                  </a:moveTo>
                  <a:lnTo>
                    <a:pt x="861009" y="551180"/>
                  </a:lnTo>
                  <a:lnTo>
                    <a:pt x="861009" y="553720"/>
                  </a:lnTo>
                  <a:lnTo>
                    <a:pt x="863409" y="553720"/>
                  </a:lnTo>
                  <a:lnTo>
                    <a:pt x="863409" y="551180"/>
                  </a:lnTo>
                  <a:close/>
                </a:path>
                <a:path w="1503045" h="712470">
                  <a:moveTo>
                    <a:pt x="864082" y="394970"/>
                  </a:moveTo>
                  <a:lnTo>
                    <a:pt x="861720" y="394970"/>
                  </a:lnTo>
                  <a:lnTo>
                    <a:pt x="861720" y="397510"/>
                  </a:lnTo>
                  <a:lnTo>
                    <a:pt x="864082" y="397510"/>
                  </a:lnTo>
                  <a:lnTo>
                    <a:pt x="864082" y="394970"/>
                  </a:lnTo>
                  <a:close/>
                </a:path>
                <a:path w="1503045" h="712470">
                  <a:moveTo>
                    <a:pt x="982992" y="393700"/>
                  </a:moveTo>
                  <a:lnTo>
                    <a:pt x="864082" y="393700"/>
                  </a:lnTo>
                  <a:lnTo>
                    <a:pt x="864082" y="394970"/>
                  </a:lnTo>
                  <a:lnTo>
                    <a:pt x="982992" y="394970"/>
                  </a:lnTo>
                  <a:lnTo>
                    <a:pt x="982992" y="393700"/>
                  </a:lnTo>
                  <a:close/>
                </a:path>
                <a:path w="1503045" h="712470">
                  <a:moveTo>
                    <a:pt x="987552" y="553720"/>
                  </a:moveTo>
                  <a:lnTo>
                    <a:pt x="984288" y="550926"/>
                  </a:lnTo>
                  <a:lnTo>
                    <a:pt x="983094" y="550926"/>
                  </a:lnTo>
                  <a:lnTo>
                    <a:pt x="983094" y="548640"/>
                  </a:lnTo>
                  <a:lnTo>
                    <a:pt x="863981" y="548640"/>
                  </a:lnTo>
                  <a:lnTo>
                    <a:pt x="863981" y="551180"/>
                  </a:lnTo>
                  <a:lnTo>
                    <a:pt x="982459" y="551180"/>
                  </a:lnTo>
                  <a:lnTo>
                    <a:pt x="987552" y="556514"/>
                  </a:lnTo>
                  <a:lnTo>
                    <a:pt x="987552" y="553720"/>
                  </a:lnTo>
                  <a:close/>
                </a:path>
                <a:path w="1503045" h="712470">
                  <a:moveTo>
                    <a:pt x="987552" y="398018"/>
                  </a:moveTo>
                  <a:lnTo>
                    <a:pt x="984402" y="395478"/>
                  </a:lnTo>
                  <a:lnTo>
                    <a:pt x="982218" y="395478"/>
                  </a:lnTo>
                  <a:lnTo>
                    <a:pt x="987552" y="400685"/>
                  </a:lnTo>
                  <a:lnTo>
                    <a:pt x="987552" y="398018"/>
                  </a:lnTo>
                  <a:close/>
                </a:path>
                <a:path w="1503045" h="712470">
                  <a:moveTo>
                    <a:pt x="987552" y="243205"/>
                  </a:moveTo>
                  <a:lnTo>
                    <a:pt x="983996" y="239903"/>
                  </a:lnTo>
                  <a:lnTo>
                    <a:pt x="983437" y="239903"/>
                  </a:lnTo>
                  <a:lnTo>
                    <a:pt x="983437" y="238760"/>
                  </a:lnTo>
                  <a:lnTo>
                    <a:pt x="863638" y="238760"/>
                  </a:lnTo>
                  <a:lnTo>
                    <a:pt x="863638" y="240030"/>
                  </a:lnTo>
                  <a:lnTo>
                    <a:pt x="982357" y="240030"/>
                  </a:lnTo>
                  <a:lnTo>
                    <a:pt x="987552" y="244729"/>
                  </a:lnTo>
                  <a:lnTo>
                    <a:pt x="987552" y="243205"/>
                  </a:lnTo>
                  <a:close/>
                </a:path>
                <a:path w="1503045" h="712470">
                  <a:moveTo>
                    <a:pt x="987552" y="99822"/>
                  </a:moveTo>
                  <a:lnTo>
                    <a:pt x="984885" y="97409"/>
                  </a:lnTo>
                  <a:lnTo>
                    <a:pt x="983894" y="97409"/>
                  </a:lnTo>
                  <a:lnTo>
                    <a:pt x="983894" y="95250"/>
                  </a:lnTo>
                  <a:lnTo>
                    <a:pt x="863180" y="95250"/>
                  </a:lnTo>
                  <a:lnTo>
                    <a:pt x="863180" y="97790"/>
                  </a:lnTo>
                  <a:lnTo>
                    <a:pt x="982713" y="97790"/>
                  </a:lnTo>
                  <a:lnTo>
                    <a:pt x="987552" y="101473"/>
                  </a:lnTo>
                  <a:lnTo>
                    <a:pt x="987552" y="99822"/>
                  </a:lnTo>
                  <a:close/>
                </a:path>
                <a:path w="1503045" h="712470">
                  <a:moveTo>
                    <a:pt x="1158240" y="553720"/>
                  </a:moveTo>
                  <a:lnTo>
                    <a:pt x="1155598" y="550926"/>
                  </a:lnTo>
                  <a:lnTo>
                    <a:pt x="1153922" y="549148"/>
                  </a:lnTo>
                  <a:lnTo>
                    <a:pt x="1036955" y="549148"/>
                  </a:lnTo>
                  <a:lnTo>
                    <a:pt x="1031748" y="553720"/>
                  </a:lnTo>
                  <a:lnTo>
                    <a:pt x="1031748" y="562864"/>
                  </a:lnTo>
                  <a:lnTo>
                    <a:pt x="1032637" y="556514"/>
                  </a:lnTo>
                  <a:lnTo>
                    <a:pt x="1036955" y="550926"/>
                  </a:lnTo>
                  <a:lnTo>
                    <a:pt x="1153922" y="550926"/>
                  </a:lnTo>
                  <a:lnTo>
                    <a:pt x="1158240" y="556514"/>
                  </a:lnTo>
                  <a:lnTo>
                    <a:pt x="1158240" y="553720"/>
                  </a:lnTo>
                  <a:close/>
                </a:path>
                <a:path w="1503045" h="712470">
                  <a:moveTo>
                    <a:pt x="1158240" y="398018"/>
                  </a:moveTo>
                  <a:lnTo>
                    <a:pt x="1155700" y="395478"/>
                  </a:lnTo>
                  <a:lnTo>
                    <a:pt x="1153922" y="393700"/>
                  </a:lnTo>
                  <a:lnTo>
                    <a:pt x="1036955" y="393700"/>
                  </a:lnTo>
                  <a:lnTo>
                    <a:pt x="1031748" y="398018"/>
                  </a:lnTo>
                  <a:lnTo>
                    <a:pt x="1031748" y="405892"/>
                  </a:lnTo>
                  <a:lnTo>
                    <a:pt x="1032637" y="400685"/>
                  </a:lnTo>
                  <a:lnTo>
                    <a:pt x="1036955" y="395478"/>
                  </a:lnTo>
                  <a:lnTo>
                    <a:pt x="1153922" y="395478"/>
                  </a:lnTo>
                  <a:lnTo>
                    <a:pt x="1158240" y="400685"/>
                  </a:lnTo>
                  <a:lnTo>
                    <a:pt x="1158240" y="398018"/>
                  </a:lnTo>
                  <a:close/>
                </a:path>
                <a:path w="1503045" h="712470">
                  <a:moveTo>
                    <a:pt x="1158240" y="243205"/>
                  </a:moveTo>
                  <a:lnTo>
                    <a:pt x="1155357" y="239903"/>
                  </a:lnTo>
                  <a:lnTo>
                    <a:pt x="1153922" y="238252"/>
                  </a:lnTo>
                  <a:lnTo>
                    <a:pt x="1036955" y="238252"/>
                  </a:lnTo>
                  <a:lnTo>
                    <a:pt x="1031748" y="243205"/>
                  </a:lnTo>
                  <a:lnTo>
                    <a:pt x="1031748" y="250444"/>
                  </a:lnTo>
                  <a:lnTo>
                    <a:pt x="1032637" y="244729"/>
                  </a:lnTo>
                  <a:lnTo>
                    <a:pt x="1036955" y="239903"/>
                  </a:lnTo>
                  <a:lnTo>
                    <a:pt x="1153922" y="239903"/>
                  </a:lnTo>
                  <a:lnTo>
                    <a:pt x="1158240" y="244729"/>
                  </a:lnTo>
                  <a:lnTo>
                    <a:pt x="1158240" y="243205"/>
                  </a:lnTo>
                  <a:close/>
                </a:path>
                <a:path w="1503045" h="712470">
                  <a:moveTo>
                    <a:pt x="1158240" y="99822"/>
                  </a:moveTo>
                  <a:lnTo>
                    <a:pt x="1156068" y="97409"/>
                  </a:lnTo>
                  <a:lnTo>
                    <a:pt x="1153922" y="94996"/>
                  </a:lnTo>
                  <a:lnTo>
                    <a:pt x="1036955" y="94996"/>
                  </a:lnTo>
                  <a:lnTo>
                    <a:pt x="1031748" y="99822"/>
                  </a:lnTo>
                  <a:lnTo>
                    <a:pt x="1031748" y="107188"/>
                  </a:lnTo>
                  <a:lnTo>
                    <a:pt x="1032637" y="101473"/>
                  </a:lnTo>
                  <a:lnTo>
                    <a:pt x="1036955" y="97409"/>
                  </a:lnTo>
                  <a:lnTo>
                    <a:pt x="1153922" y="97409"/>
                  </a:lnTo>
                  <a:lnTo>
                    <a:pt x="1158240" y="101473"/>
                  </a:lnTo>
                  <a:lnTo>
                    <a:pt x="1158240" y="99822"/>
                  </a:lnTo>
                  <a:close/>
                </a:path>
                <a:path w="1503045" h="712470">
                  <a:moveTo>
                    <a:pt x="1158240" y="5969"/>
                  </a:moveTo>
                  <a:lnTo>
                    <a:pt x="1156119" y="3302"/>
                  </a:lnTo>
                  <a:lnTo>
                    <a:pt x="1153922" y="508"/>
                  </a:lnTo>
                  <a:lnTo>
                    <a:pt x="1036955" y="508"/>
                  </a:lnTo>
                  <a:lnTo>
                    <a:pt x="1031748" y="5969"/>
                  </a:lnTo>
                  <a:lnTo>
                    <a:pt x="1031748" y="14224"/>
                  </a:lnTo>
                  <a:lnTo>
                    <a:pt x="1032637" y="7874"/>
                  </a:lnTo>
                  <a:lnTo>
                    <a:pt x="1036955" y="3302"/>
                  </a:lnTo>
                  <a:lnTo>
                    <a:pt x="1153922" y="3302"/>
                  </a:lnTo>
                  <a:lnTo>
                    <a:pt x="1158240" y="7874"/>
                  </a:lnTo>
                  <a:lnTo>
                    <a:pt x="1158240" y="5969"/>
                  </a:lnTo>
                  <a:close/>
                </a:path>
                <a:path w="1503045" h="712470">
                  <a:moveTo>
                    <a:pt x="1498460" y="704850"/>
                  </a:moveTo>
                  <a:lnTo>
                    <a:pt x="692416" y="704850"/>
                  </a:lnTo>
                  <a:lnTo>
                    <a:pt x="692416" y="706120"/>
                  </a:lnTo>
                  <a:lnTo>
                    <a:pt x="690575" y="706120"/>
                  </a:lnTo>
                  <a:lnTo>
                    <a:pt x="690575" y="708660"/>
                  </a:lnTo>
                  <a:lnTo>
                    <a:pt x="692480" y="708660"/>
                  </a:lnTo>
                  <a:lnTo>
                    <a:pt x="692480" y="706120"/>
                  </a:lnTo>
                  <a:lnTo>
                    <a:pt x="1498460" y="706120"/>
                  </a:lnTo>
                  <a:lnTo>
                    <a:pt x="1498460" y="704850"/>
                  </a:lnTo>
                  <a:close/>
                </a:path>
                <a:path w="1503045" h="712470">
                  <a:moveTo>
                    <a:pt x="1502664" y="709168"/>
                  </a:moveTo>
                  <a:lnTo>
                    <a:pt x="1499476" y="706374"/>
                  </a:lnTo>
                  <a:lnTo>
                    <a:pt x="1497457" y="706374"/>
                  </a:lnTo>
                  <a:lnTo>
                    <a:pt x="1502664" y="711962"/>
                  </a:lnTo>
                  <a:lnTo>
                    <a:pt x="1502664" y="709168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60236" y="2966719"/>
              <a:ext cx="299085" cy="712470"/>
            </a:xfrm>
            <a:custGeom>
              <a:avLst/>
              <a:gdLst/>
              <a:ahLst/>
              <a:cxnLst/>
              <a:rect l="l" t="t" r="r" b="b"/>
              <a:pathLst>
                <a:path w="299084" h="712470">
                  <a:moveTo>
                    <a:pt x="647" y="100330"/>
                  </a:moveTo>
                  <a:lnTo>
                    <a:pt x="0" y="100330"/>
                  </a:lnTo>
                  <a:lnTo>
                    <a:pt x="0" y="101600"/>
                  </a:lnTo>
                  <a:lnTo>
                    <a:pt x="647" y="101600"/>
                  </a:lnTo>
                  <a:lnTo>
                    <a:pt x="647" y="100330"/>
                  </a:lnTo>
                  <a:close/>
                </a:path>
                <a:path w="299084" h="712470">
                  <a:moveTo>
                    <a:pt x="952" y="242570"/>
                  </a:moveTo>
                  <a:lnTo>
                    <a:pt x="0" y="242570"/>
                  </a:lnTo>
                  <a:lnTo>
                    <a:pt x="0" y="245110"/>
                  </a:lnTo>
                  <a:lnTo>
                    <a:pt x="952" y="245110"/>
                  </a:lnTo>
                  <a:lnTo>
                    <a:pt x="952" y="242570"/>
                  </a:lnTo>
                  <a:close/>
                </a:path>
                <a:path w="299084" h="712470">
                  <a:moveTo>
                    <a:pt x="1295" y="708660"/>
                  </a:moveTo>
                  <a:lnTo>
                    <a:pt x="0" y="708660"/>
                  </a:lnTo>
                  <a:lnTo>
                    <a:pt x="0" y="712470"/>
                  </a:lnTo>
                  <a:lnTo>
                    <a:pt x="1295" y="712470"/>
                  </a:lnTo>
                  <a:lnTo>
                    <a:pt x="1295" y="708660"/>
                  </a:lnTo>
                  <a:close/>
                </a:path>
                <a:path w="299084" h="712470">
                  <a:moveTo>
                    <a:pt x="1409" y="553720"/>
                  </a:moveTo>
                  <a:lnTo>
                    <a:pt x="0" y="553720"/>
                  </a:lnTo>
                  <a:lnTo>
                    <a:pt x="0" y="556260"/>
                  </a:lnTo>
                  <a:lnTo>
                    <a:pt x="1409" y="556260"/>
                  </a:lnTo>
                  <a:lnTo>
                    <a:pt x="1409" y="553720"/>
                  </a:lnTo>
                  <a:close/>
                </a:path>
                <a:path w="299084" h="712470">
                  <a:moveTo>
                    <a:pt x="1498" y="397510"/>
                  </a:moveTo>
                  <a:lnTo>
                    <a:pt x="0" y="397510"/>
                  </a:lnTo>
                  <a:lnTo>
                    <a:pt x="0" y="400050"/>
                  </a:lnTo>
                  <a:lnTo>
                    <a:pt x="1498" y="400050"/>
                  </a:lnTo>
                  <a:lnTo>
                    <a:pt x="1498" y="397510"/>
                  </a:lnTo>
                  <a:close/>
                </a:path>
                <a:path w="299084" h="712470">
                  <a:moveTo>
                    <a:pt x="3086" y="97790"/>
                  </a:moveTo>
                  <a:lnTo>
                    <a:pt x="812" y="97790"/>
                  </a:lnTo>
                  <a:lnTo>
                    <a:pt x="812" y="100330"/>
                  </a:lnTo>
                  <a:lnTo>
                    <a:pt x="3086" y="100330"/>
                  </a:lnTo>
                  <a:lnTo>
                    <a:pt x="3086" y="97790"/>
                  </a:lnTo>
                  <a:close/>
                </a:path>
                <a:path w="299084" h="712470">
                  <a:moveTo>
                    <a:pt x="3175" y="3810"/>
                  </a:moveTo>
                  <a:lnTo>
                    <a:pt x="838" y="3810"/>
                  </a:lnTo>
                  <a:lnTo>
                    <a:pt x="838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1003" y="7620"/>
                  </a:lnTo>
                  <a:lnTo>
                    <a:pt x="1003" y="6350"/>
                  </a:lnTo>
                  <a:lnTo>
                    <a:pt x="3175" y="6350"/>
                  </a:lnTo>
                  <a:lnTo>
                    <a:pt x="3175" y="3810"/>
                  </a:lnTo>
                  <a:close/>
                </a:path>
                <a:path w="299084" h="712470">
                  <a:moveTo>
                    <a:pt x="3695" y="240030"/>
                  </a:moveTo>
                  <a:lnTo>
                    <a:pt x="1295" y="240030"/>
                  </a:lnTo>
                  <a:lnTo>
                    <a:pt x="1295" y="242570"/>
                  </a:lnTo>
                  <a:lnTo>
                    <a:pt x="3695" y="242570"/>
                  </a:lnTo>
                  <a:lnTo>
                    <a:pt x="3695" y="240030"/>
                  </a:lnTo>
                  <a:close/>
                </a:path>
                <a:path w="299084" h="712470">
                  <a:moveTo>
                    <a:pt x="3784" y="551180"/>
                  </a:moveTo>
                  <a:lnTo>
                    <a:pt x="1435" y="551180"/>
                  </a:lnTo>
                  <a:lnTo>
                    <a:pt x="1435" y="553720"/>
                  </a:lnTo>
                  <a:lnTo>
                    <a:pt x="3784" y="553720"/>
                  </a:lnTo>
                  <a:lnTo>
                    <a:pt x="3784" y="551180"/>
                  </a:lnTo>
                  <a:close/>
                </a:path>
                <a:path w="299084" h="712470">
                  <a:moveTo>
                    <a:pt x="4241" y="394970"/>
                  </a:moveTo>
                  <a:lnTo>
                    <a:pt x="1943" y="394970"/>
                  </a:lnTo>
                  <a:lnTo>
                    <a:pt x="1943" y="397510"/>
                  </a:lnTo>
                  <a:lnTo>
                    <a:pt x="4241" y="397510"/>
                  </a:lnTo>
                  <a:lnTo>
                    <a:pt x="4241" y="394970"/>
                  </a:lnTo>
                  <a:close/>
                </a:path>
                <a:path w="299084" h="712470">
                  <a:moveTo>
                    <a:pt x="122847" y="393700"/>
                  </a:moveTo>
                  <a:lnTo>
                    <a:pt x="4381" y="393700"/>
                  </a:lnTo>
                  <a:lnTo>
                    <a:pt x="4381" y="394970"/>
                  </a:lnTo>
                  <a:lnTo>
                    <a:pt x="122847" y="394970"/>
                  </a:lnTo>
                  <a:lnTo>
                    <a:pt x="122847" y="393700"/>
                  </a:lnTo>
                  <a:close/>
                </a:path>
                <a:path w="299084" h="712470">
                  <a:moveTo>
                    <a:pt x="123012" y="704850"/>
                  </a:moveTo>
                  <a:lnTo>
                    <a:pt x="4191" y="704850"/>
                  </a:lnTo>
                  <a:lnTo>
                    <a:pt x="4191" y="706120"/>
                  </a:lnTo>
                  <a:lnTo>
                    <a:pt x="2019" y="706120"/>
                  </a:lnTo>
                  <a:lnTo>
                    <a:pt x="2019" y="708660"/>
                  </a:lnTo>
                  <a:lnTo>
                    <a:pt x="4254" y="708660"/>
                  </a:lnTo>
                  <a:lnTo>
                    <a:pt x="4254" y="706120"/>
                  </a:lnTo>
                  <a:lnTo>
                    <a:pt x="123012" y="706120"/>
                  </a:lnTo>
                  <a:lnTo>
                    <a:pt x="123012" y="704850"/>
                  </a:lnTo>
                  <a:close/>
                </a:path>
                <a:path w="299084" h="712470">
                  <a:moveTo>
                    <a:pt x="126492" y="709168"/>
                  </a:moveTo>
                  <a:lnTo>
                    <a:pt x="123850" y="706374"/>
                  </a:lnTo>
                  <a:lnTo>
                    <a:pt x="122161" y="706374"/>
                  </a:lnTo>
                  <a:lnTo>
                    <a:pt x="126492" y="711962"/>
                  </a:lnTo>
                  <a:lnTo>
                    <a:pt x="126492" y="709168"/>
                  </a:lnTo>
                  <a:close/>
                </a:path>
                <a:path w="299084" h="712470">
                  <a:moveTo>
                    <a:pt x="126492" y="553720"/>
                  </a:moveTo>
                  <a:lnTo>
                    <a:pt x="123850" y="550926"/>
                  </a:lnTo>
                  <a:lnTo>
                    <a:pt x="122885" y="550926"/>
                  </a:lnTo>
                  <a:lnTo>
                    <a:pt x="122885" y="548640"/>
                  </a:lnTo>
                  <a:lnTo>
                    <a:pt x="4330" y="548640"/>
                  </a:lnTo>
                  <a:lnTo>
                    <a:pt x="4330" y="551180"/>
                  </a:lnTo>
                  <a:lnTo>
                    <a:pt x="122351" y="551180"/>
                  </a:lnTo>
                  <a:lnTo>
                    <a:pt x="126492" y="556514"/>
                  </a:lnTo>
                  <a:lnTo>
                    <a:pt x="126492" y="553720"/>
                  </a:lnTo>
                  <a:close/>
                </a:path>
                <a:path w="299084" h="712470">
                  <a:moveTo>
                    <a:pt x="126492" y="397764"/>
                  </a:moveTo>
                  <a:lnTo>
                    <a:pt x="123926" y="395351"/>
                  </a:lnTo>
                  <a:lnTo>
                    <a:pt x="122161" y="395351"/>
                  </a:lnTo>
                  <a:lnTo>
                    <a:pt x="126492" y="400177"/>
                  </a:lnTo>
                  <a:lnTo>
                    <a:pt x="126492" y="397764"/>
                  </a:lnTo>
                  <a:close/>
                </a:path>
                <a:path w="299084" h="712470">
                  <a:moveTo>
                    <a:pt x="126492" y="242316"/>
                  </a:moveTo>
                  <a:lnTo>
                    <a:pt x="123926" y="239903"/>
                  </a:lnTo>
                  <a:lnTo>
                    <a:pt x="123380" y="239903"/>
                  </a:lnTo>
                  <a:lnTo>
                    <a:pt x="123380" y="238760"/>
                  </a:lnTo>
                  <a:lnTo>
                    <a:pt x="3733" y="238760"/>
                  </a:lnTo>
                  <a:lnTo>
                    <a:pt x="3733" y="240030"/>
                  </a:lnTo>
                  <a:lnTo>
                    <a:pt x="122262" y="240030"/>
                  </a:lnTo>
                  <a:lnTo>
                    <a:pt x="126492" y="244729"/>
                  </a:lnTo>
                  <a:lnTo>
                    <a:pt x="126492" y="242316"/>
                  </a:lnTo>
                  <a:close/>
                </a:path>
                <a:path w="299084" h="712470">
                  <a:moveTo>
                    <a:pt x="126492" y="99822"/>
                  </a:moveTo>
                  <a:lnTo>
                    <a:pt x="124333" y="97409"/>
                  </a:lnTo>
                  <a:lnTo>
                    <a:pt x="123532" y="97409"/>
                  </a:lnTo>
                  <a:lnTo>
                    <a:pt x="123532" y="95250"/>
                  </a:lnTo>
                  <a:lnTo>
                    <a:pt x="3556" y="95250"/>
                  </a:lnTo>
                  <a:lnTo>
                    <a:pt x="3556" y="97790"/>
                  </a:lnTo>
                  <a:lnTo>
                    <a:pt x="122555" y="97790"/>
                  </a:lnTo>
                  <a:lnTo>
                    <a:pt x="126492" y="101473"/>
                  </a:lnTo>
                  <a:lnTo>
                    <a:pt x="126492" y="99822"/>
                  </a:lnTo>
                  <a:close/>
                </a:path>
                <a:path w="299084" h="712470">
                  <a:moveTo>
                    <a:pt x="126492" y="5969"/>
                  </a:moveTo>
                  <a:lnTo>
                    <a:pt x="124371" y="3302"/>
                  </a:lnTo>
                  <a:lnTo>
                    <a:pt x="123266" y="3302"/>
                  </a:lnTo>
                  <a:lnTo>
                    <a:pt x="123266" y="0"/>
                  </a:lnTo>
                  <a:lnTo>
                    <a:pt x="3873" y="0"/>
                  </a:lnTo>
                  <a:lnTo>
                    <a:pt x="3873" y="3810"/>
                  </a:lnTo>
                  <a:lnTo>
                    <a:pt x="122631" y="3810"/>
                  </a:lnTo>
                  <a:lnTo>
                    <a:pt x="126492" y="7874"/>
                  </a:lnTo>
                  <a:lnTo>
                    <a:pt x="126492" y="5969"/>
                  </a:lnTo>
                  <a:close/>
                </a:path>
                <a:path w="299084" h="712470">
                  <a:moveTo>
                    <a:pt x="172859" y="100330"/>
                  </a:moveTo>
                  <a:lnTo>
                    <a:pt x="172212" y="100330"/>
                  </a:lnTo>
                  <a:lnTo>
                    <a:pt x="172212" y="101600"/>
                  </a:lnTo>
                  <a:lnTo>
                    <a:pt x="172859" y="101600"/>
                  </a:lnTo>
                  <a:lnTo>
                    <a:pt x="172859" y="100330"/>
                  </a:lnTo>
                  <a:close/>
                </a:path>
                <a:path w="299084" h="712470">
                  <a:moveTo>
                    <a:pt x="173164" y="242570"/>
                  </a:moveTo>
                  <a:lnTo>
                    <a:pt x="172212" y="242570"/>
                  </a:lnTo>
                  <a:lnTo>
                    <a:pt x="172212" y="245110"/>
                  </a:lnTo>
                  <a:lnTo>
                    <a:pt x="173164" y="245110"/>
                  </a:lnTo>
                  <a:lnTo>
                    <a:pt x="173164" y="242570"/>
                  </a:lnTo>
                  <a:close/>
                </a:path>
                <a:path w="299084" h="712470">
                  <a:moveTo>
                    <a:pt x="173507" y="708660"/>
                  </a:moveTo>
                  <a:lnTo>
                    <a:pt x="172212" y="708660"/>
                  </a:lnTo>
                  <a:lnTo>
                    <a:pt x="172212" y="712470"/>
                  </a:lnTo>
                  <a:lnTo>
                    <a:pt x="173507" y="712470"/>
                  </a:lnTo>
                  <a:lnTo>
                    <a:pt x="173507" y="708660"/>
                  </a:lnTo>
                  <a:close/>
                </a:path>
                <a:path w="299084" h="712470">
                  <a:moveTo>
                    <a:pt x="173710" y="397510"/>
                  </a:moveTo>
                  <a:lnTo>
                    <a:pt x="172212" y="397510"/>
                  </a:lnTo>
                  <a:lnTo>
                    <a:pt x="172212" y="400050"/>
                  </a:lnTo>
                  <a:lnTo>
                    <a:pt x="173710" y="400050"/>
                  </a:lnTo>
                  <a:lnTo>
                    <a:pt x="173710" y="397510"/>
                  </a:lnTo>
                  <a:close/>
                </a:path>
                <a:path w="299084" h="712470">
                  <a:moveTo>
                    <a:pt x="175298" y="97790"/>
                  </a:moveTo>
                  <a:lnTo>
                    <a:pt x="173024" y="97790"/>
                  </a:lnTo>
                  <a:lnTo>
                    <a:pt x="173024" y="100330"/>
                  </a:lnTo>
                  <a:lnTo>
                    <a:pt x="175298" y="100330"/>
                  </a:lnTo>
                  <a:lnTo>
                    <a:pt x="175298" y="97790"/>
                  </a:lnTo>
                  <a:close/>
                </a:path>
                <a:path w="299084" h="712470">
                  <a:moveTo>
                    <a:pt x="175907" y="240030"/>
                  </a:moveTo>
                  <a:lnTo>
                    <a:pt x="173507" y="240030"/>
                  </a:lnTo>
                  <a:lnTo>
                    <a:pt x="173507" y="242570"/>
                  </a:lnTo>
                  <a:lnTo>
                    <a:pt x="175907" y="242570"/>
                  </a:lnTo>
                  <a:lnTo>
                    <a:pt x="175907" y="240030"/>
                  </a:lnTo>
                  <a:close/>
                </a:path>
                <a:path w="299084" h="712470">
                  <a:moveTo>
                    <a:pt x="175996" y="551180"/>
                  </a:moveTo>
                  <a:lnTo>
                    <a:pt x="173647" y="551180"/>
                  </a:lnTo>
                  <a:lnTo>
                    <a:pt x="173647" y="553720"/>
                  </a:lnTo>
                  <a:lnTo>
                    <a:pt x="175996" y="553720"/>
                  </a:lnTo>
                  <a:lnTo>
                    <a:pt x="175996" y="551180"/>
                  </a:lnTo>
                  <a:close/>
                </a:path>
                <a:path w="299084" h="712470">
                  <a:moveTo>
                    <a:pt x="176453" y="394970"/>
                  </a:moveTo>
                  <a:lnTo>
                    <a:pt x="174155" y="394970"/>
                  </a:lnTo>
                  <a:lnTo>
                    <a:pt x="174155" y="397510"/>
                  </a:lnTo>
                  <a:lnTo>
                    <a:pt x="176453" y="397510"/>
                  </a:lnTo>
                  <a:lnTo>
                    <a:pt x="176453" y="394970"/>
                  </a:lnTo>
                  <a:close/>
                </a:path>
                <a:path w="299084" h="712470">
                  <a:moveTo>
                    <a:pt x="294309" y="393700"/>
                  </a:moveTo>
                  <a:lnTo>
                    <a:pt x="176593" y="393700"/>
                  </a:lnTo>
                  <a:lnTo>
                    <a:pt x="176593" y="394970"/>
                  </a:lnTo>
                  <a:lnTo>
                    <a:pt x="294309" y="394970"/>
                  </a:lnTo>
                  <a:lnTo>
                    <a:pt x="294309" y="393700"/>
                  </a:lnTo>
                  <a:close/>
                </a:path>
                <a:path w="299084" h="712470">
                  <a:moveTo>
                    <a:pt x="294500" y="704850"/>
                  </a:moveTo>
                  <a:lnTo>
                    <a:pt x="176403" y="704850"/>
                  </a:lnTo>
                  <a:lnTo>
                    <a:pt x="176403" y="706120"/>
                  </a:lnTo>
                  <a:lnTo>
                    <a:pt x="174231" y="706120"/>
                  </a:lnTo>
                  <a:lnTo>
                    <a:pt x="174231" y="708660"/>
                  </a:lnTo>
                  <a:lnTo>
                    <a:pt x="176466" y="708660"/>
                  </a:lnTo>
                  <a:lnTo>
                    <a:pt x="176466" y="706120"/>
                  </a:lnTo>
                  <a:lnTo>
                    <a:pt x="294500" y="706120"/>
                  </a:lnTo>
                  <a:lnTo>
                    <a:pt x="294500" y="704850"/>
                  </a:lnTo>
                  <a:close/>
                </a:path>
                <a:path w="299084" h="712470">
                  <a:moveTo>
                    <a:pt x="298704" y="709168"/>
                  </a:moveTo>
                  <a:lnTo>
                    <a:pt x="295516" y="706374"/>
                  </a:lnTo>
                  <a:lnTo>
                    <a:pt x="293497" y="706374"/>
                  </a:lnTo>
                  <a:lnTo>
                    <a:pt x="298704" y="711962"/>
                  </a:lnTo>
                  <a:lnTo>
                    <a:pt x="298704" y="709168"/>
                  </a:lnTo>
                  <a:close/>
                </a:path>
                <a:path w="299084" h="712470">
                  <a:moveTo>
                    <a:pt x="298704" y="553720"/>
                  </a:moveTo>
                  <a:lnTo>
                    <a:pt x="295516" y="550926"/>
                  </a:lnTo>
                  <a:lnTo>
                    <a:pt x="294360" y="550926"/>
                  </a:lnTo>
                  <a:lnTo>
                    <a:pt x="294360" y="548640"/>
                  </a:lnTo>
                  <a:lnTo>
                    <a:pt x="176542" y="548640"/>
                  </a:lnTo>
                  <a:lnTo>
                    <a:pt x="176542" y="551180"/>
                  </a:lnTo>
                  <a:lnTo>
                    <a:pt x="293725" y="551180"/>
                  </a:lnTo>
                  <a:lnTo>
                    <a:pt x="298704" y="556514"/>
                  </a:lnTo>
                  <a:lnTo>
                    <a:pt x="298704" y="553720"/>
                  </a:lnTo>
                  <a:close/>
                </a:path>
                <a:path w="299084" h="712470">
                  <a:moveTo>
                    <a:pt x="298704" y="397764"/>
                  </a:moveTo>
                  <a:lnTo>
                    <a:pt x="295605" y="395351"/>
                  </a:lnTo>
                  <a:lnTo>
                    <a:pt x="293497" y="395351"/>
                  </a:lnTo>
                  <a:lnTo>
                    <a:pt x="298704" y="400177"/>
                  </a:lnTo>
                  <a:lnTo>
                    <a:pt x="298704" y="397764"/>
                  </a:lnTo>
                  <a:close/>
                </a:path>
                <a:path w="299084" h="712470">
                  <a:moveTo>
                    <a:pt x="298704" y="242316"/>
                  </a:moveTo>
                  <a:lnTo>
                    <a:pt x="295605" y="239903"/>
                  </a:lnTo>
                  <a:lnTo>
                    <a:pt x="294957" y="239903"/>
                  </a:lnTo>
                  <a:lnTo>
                    <a:pt x="294957" y="238760"/>
                  </a:lnTo>
                  <a:lnTo>
                    <a:pt x="175945" y="238760"/>
                  </a:lnTo>
                  <a:lnTo>
                    <a:pt x="175945" y="240030"/>
                  </a:lnTo>
                  <a:lnTo>
                    <a:pt x="293624" y="240030"/>
                  </a:lnTo>
                  <a:lnTo>
                    <a:pt x="298704" y="244729"/>
                  </a:lnTo>
                  <a:lnTo>
                    <a:pt x="298704" y="242316"/>
                  </a:lnTo>
                  <a:close/>
                </a:path>
                <a:path w="299084" h="712470">
                  <a:moveTo>
                    <a:pt x="298704" y="99822"/>
                  </a:moveTo>
                  <a:lnTo>
                    <a:pt x="296100" y="97409"/>
                  </a:lnTo>
                  <a:lnTo>
                    <a:pt x="295135" y="97409"/>
                  </a:lnTo>
                  <a:lnTo>
                    <a:pt x="295135" y="95250"/>
                  </a:lnTo>
                  <a:lnTo>
                    <a:pt x="175768" y="95250"/>
                  </a:lnTo>
                  <a:lnTo>
                    <a:pt x="175768" y="97790"/>
                  </a:lnTo>
                  <a:lnTo>
                    <a:pt x="293979" y="97790"/>
                  </a:lnTo>
                  <a:lnTo>
                    <a:pt x="298704" y="101473"/>
                  </a:lnTo>
                  <a:lnTo>
                    <a:pt x="298704" y="99822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792467" y="3892295"/>
              <a:ext cx="649605" cy="379730"/>
            </a:xfrm>
            <a:custGeom>
              <a:avLst/>
              <a:gdLst/>
              <a:ahLst/>
              <a:cxnLst/>
              <a:rect l="l" t="t" r="r" b="b"/>
              <a:pathLst>
                <a:path w="649604" h="379729">
                  <a:moveTo>
                    <a:pt x="596773" y="0"/>
                  </a:moveTo>
                  <a:lnTo>
                    <a:pt x="52450" y="0"/>
                  </a:lnTo>
                  <a:lnTo>
                    <a:pt x="32093" y="4130"/>
                  </a:lnTo>
                  <a:lnTo>
                    <a:pt x="15414" y="15378"/>
                  </a:lnTo>
                  <a:lnTo>
                    <a:pt x="4141" y="32023"/>
                  </a:lnTo>
                  <a:lnTo>
                    <a:pt x="0" y="52349"/>
                  </a:lnTo>
                  <a:lnTo>
                    <a:pt x="0" y="327126"/>
                  </a:lnTo>
                  <a:lnTo>
                    <a:pt x="4141" y="347452"/>
                  </a:lnTo>
                  <a:lnTo>
                    <a:pt x="15414" y="364097"/>
                  </a:lnTo>
                  <a:lnTo>
                    <a:pt x="32093" y="375345"/>
                  </a:lnTo>
                  <a:lnTo>
                    <a:pt x="52450" y="379475"/>
                  </a:lnTo>
                  <a:lnTo>
                    <a:pt x="596773" y="379475"/>
                  </a:lnTo>
                  <a:lnTo>
                    <a:pt x="617130" y="375345"/>
                  </a:lnTo>
                  <a:lnTo>
                    <a:pt x="633809" y="364097"/>
                  </a:lnTo>
                  <a:lnTo>
                    <a:pt x="645082" y="347452"/>
                  </a:lnTo>
                  <a:lnTo>
                    <a:pt x="649224" y="327126"/>
                  </a:lnTo>
                  <a:lnTo>
                    <a:pt x="649224" y="52349"/>
                  </a:lnTo>
                  <a:lnTo>
                    <a:pt x="645082" y="32023"/>
                  </a:lnTo>
                  <a:lnTo>
                    <a:pt x="633809" y="15378"/>
                  </a:lnTo>
                  <a:lnTo>
                    <a:pt x="617130" y="4130"/>
                  </a:lnTo>
                  <a:lnTo>
                    <a:pt x="596773" y="0"/>
                  </a:lnTo>
                  <a:close/>
                </a:path>
              </a:pathLst>
            </a:custGeom>
            <a:solidFill>
              <a:srgbClr val="C1B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115811" y="2967227"/>
              <a:ext cx="2018030" cy="822960"/>
            </a:xfrm>
            <a:custGeom>
              <a:avLst/>
              <a:gdLst/>
              <a:ahLst/>
              <a:cxnLst/>
              <a:rect l="l" t="t" r="r" b="b"/>
              <a:pathLst>
                <a:path w="2018029" h="822960">
                  <a:moveTo>
                    <a:pt x="122427" y="0"/>
                  </a:moveTo>
                  <a:lnTo>
                    <a:pt x="5207" y="0"/>
                  </a:lnTo>
                  <a:lnTo>
                    <a:pt x="0" y="5334"/>
                  </a:lnTo>
                  <a:lnTo>
                    <a:pt x="0" y="68326"/>
                  </a:lnTo>
                  <a:lnTo>
                    <a:pt x="5207" y="72644"/>
                  </a:lnTo>
                  <a:lnTo>
                    <a:pt x="122427" y="72644"/>
                  </a:lnTo>
                  <a:lnTo>
                    <a:pt x="126873" y="68326"/>
                  </a:lnTo>
                  <a:lnTo>
                    <a:pt x="126873" y="5334"/>
                  </a:lnTo>
                  <a:lnTo>
                    <a:pt x="122427" y="0"/>
                  </a:lnTo>
                  <a:close/>
                </a:path>
                <a:path w="2018029" h="822960">
                  <a:moveTo>
                    <a:pt x="293877" y="0"/>
                  </a:moveTo>
                  <a:lnTo>
                    <a:pt x="176657" y="0"/>
                  </a:lnTo>
                  <a:lnTo>
                    <a:pt x="172338" y="5334"/>
                  </a:lnTo>
                  <a:lnTo>
                    <a:pt x="172338" y="68326"/>
                  </a:lnTo>
                  <a:lnTo>
                    <a:pt x="176657" y="72644"/>
                  </a:lnTo>
                  <a:lnTo>
                    <a:pt x="293877" y="72644"/>
                  </a:lnTo>
                  <a:lnTo>
                    <a:pt x="299085" y="68326"/>
                  </a:lnTo>
                  <a:lnTo>
                    <a:pt x="299085" y="5334"/>
                  </a:lnTo>
                  <a:lnTo>
                    <a:pt x="293877" y="0"/>
                  </a:lnTo>
                  <a:close/>
                </a:path>
                <a:path w="2018029" h="822960">
                  <a:moveTo>
                    <a:pt x="466216" y="0"/>
                  </a:moveTo>
                  <a:lnTo>
                    <a:pt x="348996" y="0"/>
                  </a:lnTo>
                  <a:lnTo>
                    <a:pt x="343788" y="5334"/>
                  </a:lnTo>
                  <a:lnTo>
                    <a:pt x="343788" y="68326"/>
                  </a:lnTo>
                  <a:lnTo>
                    <a:pt x="348996" y="72644"/>
                  </a:lnTo>
                  <a:lnTo>
                    <a:pt x="466216" y="72644"/>
                  </a:lnTo>
                  <a:lnTo>
                    <a:pt x="470535" y="68326"/>
                  </a:lnTo>
                  <a:lnTo>
                    <a:pt x="470535" y="5334"/>
                  </a:lnTo>
                  <a:lnTo>
                    <a:pt x="466216" y="0"/>
                  </a:lnTo>
                  <a:close/>
                </a:path>
                <a:path w="2018029" h="822960">
                  <a:moveTo>
                    <a:pt x="637666" y="0"/>
                  </a:moveTo>
                  <a:lnTo>
                    <a:pt x="521335" y="0"/>
                  </a:lnTo>
                  <a:lnTo>
                    <a:pt x="516001" y="5334"/>
                  </a:lnTo>
                  <a:lnTo>
                    <a:pt x="516001" y="68326"/>
                  </a:lnTo>
                  <a:lnTo>
                    <a:pt x="521335" y="72644"/>
                  </a:lnTo>
                  <a:lnTo>
                    <a:pt x="637666" y="72644"/>
                  </a:lnTo>
                  <a:lnTo>
                    <a:pt x="642873" y="68326"/>
                  </a:lnTo>
                  <a:lnTo>
                    <a:pt x="642873" y="5334"/>
                  </a:lnTo>
                  <a:lnTo>
                    <a:pt x="637666" y="0"/>
                  </a:lnTo>
                  <a:close/>
                </a:path>
                <a:path w="2018029" h="822960">
                  <a:moveTo>
                    <a:pt x="809879" y="0"/>
                  </a:moveTo>
                  <a:lnTo>
                    <a:pt x="692785" y="0"/>
                  </a:lnTo>
                  <a:lnTo>
                    <a:pt x="688339" y="5334"/>
                  </a:lnTo>
                  <a:lnTo>
                    <a:pt x="688339" y="68326"/>
                  </a:lnTo>
                  <a:lnTo>
                    <a:pt x="692785" y="72644"/>
                  </a:lnTo>
                  <a:lnTo>
                    <a:pt x="809879" y="72644"/>
                  </a:lnTo>
                  <a:lnTo>
                    <a:pt x="814323" y="68326"/>
                  </a:lnTo>
                  <a:lnTo>
                    <a:pt x="814323" y="5334"/>
                  </a:lnTo>
                  <a:lnTo>
                    <a:pt x="809879" y="0"/>
                  </a:lnTo>
                  <a:close/>
                </a:path>
                <a:path w="2018029" h="822960">
                  <a:moveTo>
                    <a:pt x="981329" y="0"/>
                  </a:moveTo>
                  <a:lnTo>
                    <a:pt x="864996" y="0"/>
                  </a:lnTo>
                  <a:lnTo>
                    <a:pt x="859789" y="5334"/>
                  </a:lnTo>
                  <a:lnTo>
                    <a:pt x="859789" y="68326"/>
                  </a:lnTo>
                  <a:lnTo>
                    <a:pt x="864996" y="72644"/>
                  </a:lnTo>
                  <a:lnTo>
                    <a:pt x="981329" y="72644"/>
                  </a:lnTo>
                  <a:lnTo>
                    <a:pt x="986663" y="68326"/>
                  </a:lnTo>
                  <a:lnTo>
                    <a:pt x="986663" y="5334"/>
                  </a:lnTo>
                  <a:lnTo>
                    <a:pt x="981329" y="0"/>
                  </a:lnTo>
                  <a:close/>
                </a:path>
                <a:path w="2018029" h="822960">
                  <a:moveTo>
                    <a:pt x="1153667" y="0"/>
                  </a:moveTo>
                  <a:lnTo>
                    <a:pt x="1036446" y="0"/>
                  </a:lnTo>
                  <a:lnTo>
                    <a:pt x="1031239" y="5334"/>
                  </a:lnTo>
                  <a:lnTo>
                    <a:pt x="1031239" y="62230"/>
                  </a:lnTo>
                  <a:lnTo>
                    <a:pt x="1032129" y="68326"/>
                  </a:lnTo>
                  <a:lnTo>
                    <a:pt x="1036446" y="72644"/>
                  </a:lnTo>
                  <a:lnTo>
                    <a:pt x="1153667" y="72644"/>
                  </a:lnTo>
                  <a:lnTo>
                    <a:pt x="1157986" y="68326"/>
                  </a:lnTo>
                  <a:lnTo>
                    <a:pt x="1157986" y="5334"/>
                  </a:lnTo>
                  <a:lnTo>
                    <a:pt x="1153667" y="0"/>
                  </a:lnTo>
                  <a:close/>
                </a:path>
                <a:path w="2018029" h="822960">
                  <a:moveTo>
                    <a:pt x="1325117" y="0"/>
                  </a:moveTo>
                  <a:lnTo>
                    <a:pt x="1208786" y="0"/>
                  </a:lnTo>
                  <a:lnTo>
                    <a:pt x="1203452" y="5334"/>
                  </a:lnTo>
                  <a:lnTo>
                    <a:pt x="1203452" y="68326"/>
                  </a:lnTo>
                  <a:lnTo>
                    <a:pt x="1208786" y="72644"/>
                  </a:lnTo>
                  <a:lnTo>
                    <a:pt x="1325117" y="72644"/>
                  </a:lnTo>
                  <a:lnTo>
                    <a:pt x="1330324" y="68326"/>
                  </a:lnTo>
                  <a:lnTo>
                    <a:pt x="1330324" y="5334"/>
                  </a:lnTo>
                  <a:lnTo>
                    <a:pt x="1325117" y="0"/>
                  </a:lnTo>
                  <a:close/>
                </a:path>
                <a:path w="2018029" h="822960">
                  <a:moveTo>
                    <a:pt x="1497330" y="0"/>
                  </a:moveTo>
                  <a:lnTo>
                    <a:pt x="1380109" y="0"/>
                  </a:lnTo>
                  <a:lnTo>
                    <a:pt x="1375790" y="5334"/>
                  </a:lnTo>
                  <a:lnTo>
                    <a:pt x="1375790" y="68326"/>
                  </a:lnTo>
                  <a:lnTo>
                    <a:pt x="1380109" y="72644"/>
                  </a:lnTo>
                  <a:lnTo>
                    <a:pt x="1497330" y="72644"/>
                  </a:lnTo>
                  <a:lnTo>
                    <a:pt x="1502664" y="68326"/>
                  </a:lnTo>
                  <a:lnTo>
                    <a:pt x="1502664" y="5334"/>
                  </a:lnTo>
                  <a:lnTo>
                    <a:pt x="1497330" y="0"/>
                  </a:lnTo>
                  <a:close/>
                </a:path>
                <a:path w="2018029" h="822960">
                  <a:moveTo>
                    <a:pt x="1668780" y="0"/>
                  </a:moveTo>
                  <a:lnTo>
                    <a:pt x="1552447" y="0"/>
                  </a:lnTo>
                  <a:lnTo>
                    <a:pt x="1547240" y="5334"/>
                  </a:lnTo>
                  <a:lnTo>
                    <a:pt x="1547240" y="68326"/>
                  </a:lnTo>
                  <a:lnTo>
                    <a:pt x="1552447" y="72644"/>
                  </a:lnTo>
                  <a:lnTo>
                    <a:pt x="1668780" y="72644"/>
                  </a:lnTo>
                  <a:lnTo>
                    <a:pt x="1673987" y="68326"/>
                  </a:lnTo>
                  <a:lnTo>
                    <a:pt x="1673987" y="5334"/>
                  </a:lnTo>
                  <a:lnTo>
                    <a:pt x="1668780" y="0"/>
                  </a:lnTo>
                  <a:close/>
                </a:path>
                <a:path w="2018029" h="822960">
                  <a:moveTo>
                    <a:pt x="1841118" y="0"/>
                  </a:moveTo>
                  <a:lnTo>
                    <a:pt x="1723897" y="0"/>
                  </a:lnTo>
                  <a:lnTo>
                    <a:pt x="1719580" y="5334"/>
                  </a:lnTo>
                  <a:lnTo>
                    <a:pt x="1719580" y="68326"/>
                  </a:lnTo>
                  <a:lnTo>
                    <a:pt x="1723897" y="72644"/>
                  </a:lnTo>
                  <a:lnTo>
                    <a:pt x="1841118" y="72644"/>
                  </a:lnTo>
                  <a:lnTo>
                    <a:pt x="1846326" y="68326"/>
                  </a:lnTo>
                  <a:lnTo>
                    <a:pt x="1846326" y="5334"/>
                  </a:lnTo>
                  <a:lnTo>
                    <a:pt x="1841118" y="0"/>
                  </a:lnTo>
                  <a:close/>
                </a:path>
                <a:path w="2018029" h="822960">
                  <a:moveTo>
                    <a:pt x="2013458" y="0"/>
                  </a:moveTo>
                  <a:lnTo>
                    <a:pt x="1896237" y="0"/>
                  </a:lnTo>
                  <a:lnTo>
                    <a:pt x="1890903" y="5334"/>
                  </a:lnTo>
                  <a:lnTo>
                    <a:pt x="1890903" y="68326"/>
                  </a:lnTo>
                  <a:lnTo>
                    <a:pt x="1896237" y="72644"/>
                  </a:lnTo>
                  <a:lnTo>
                    <a:pt x="2013458" y="72644"/>
                  </a:lnTo>
                  <a:lnTo>
                    <a:pt x="2017776" y="68326"/>
                  </a:lnTo>
                  <a:lnTo>
                    <a:pt x="2017776" y="5334"/>
                  </a:lnTo>
                  <a:lnTo>
                    <a:pt x="2013458" y="0"/>
                  </a:lnTo>
                  <a:close/>
                </a:path>
                <a:path w="2018029" h="822960">
                  <a:moveTo>
                    <a:pt x="122427" y="93726"/>
                  </a:moveTo>
                  <a:lnTo>
                    <a:pt x="5207" y="93726"/>
                  </a:lnTo>
                  <a:lnTo>
                    <a:pt x="0" y="98933"/>
                  </a:lnTo>
                  <a:lnTo>
                    <a:pt x="0" y="207518"/>
                  </a:lnTo>
                  <a:lnTo>
                    <a:pt x="5207" y="211836"/>
                  </a:lnTo>
                  <a:lnTo>
                    <a:pt x="122427" y="211836"/>
                  </a:lnTo>
                  <a:lnTo>
                    <a:pt x="126873" y="207518"/>
                  </a:lnTo>
                  <a:lnTo>
                    <a:pt x="126873" y="98933"/>
                  </a:lnTo>
                  <a:lnTo>
                    <a:pt x="122427" y="93726"/>
                  </a:lnTo>
                  <a:close/>
                </a:path>
                <a:path w="2018029" h="822960">
                  <a:moveTo>
                    <a:pt x="293877" y="93726"/>
                  </a:moveTo>
                  <a:lnTo>
                    <a:pt x="176657" y="93726"/>
                  </a:lnTo>
                  <a:lnTo>
                    <a:pt x="172338" y="98933"/>
                  </a:lnTo>
                  <a:lnTo>
                    <a:pt x="172338" y="207518"/>
                  </a:lnTo>
                  <a:lnTo>
                    <a:pt x="176657" y="211836"/>
                  </a:lnTo>
                  <a:lnTo>
                    <a:pt x="293877" y="211836"/>
                  </a:lnTo>
                  <a:lnTo>
                    <a:pt x="299085" y="207518"/>
                  </a:lnTo>
                  <a:lnTo>
                    <a:pt x="299085" y="98933"/>
                  </a:lnTo>
                  <a:lnTo>
                    <a:pt x="293877" y="93726"/>
                  </a:lnTo>
                  <a:close/>
                </a:path>
                <a:path w="2018029" h="822960">
                  <a:moveTo>
                    <a:pt x="466216" y="93726"/>
                  </a:moveTo>
                  <a:lnTo>
                    <a:pt x="348996" y="93726"/>
                  </a:lnTo>
                  <a:lnTo>
                    <a:pt x="343788" y="98933"/>
                  </a:lnTo>
                  <a:lnTo>
                    <a:pt x="343788" y="207518"/>
                  </a:lnTo>
                  <a:lnTo>
                    <a:pt x="348996" y="211836"/>
                  </a:lnTo>
                  <a:lnTo>
                    <a:pt x="466216" y="211836"/>
                  </a:lnTo>
                  <a:lnTo>
                    <a:pt x="470535" y="207518"/>
                  </a:lnTo>
                  <a:lnTo>
                    <a:pt x="470535" y="98933"/>
                  </a:lnTo>
                  <a:lnTo>
                    <a:pt x="466216" y="93726"/>
                  </a:lnTo>
                  <a:close/>
                </a:path>
                <a:path w="2018029" h="822960">
                  <a:moveTo>
                    <a:pt x="637666" y="93726"/>
                  </a:moveTo>
                  <a:lnTo>
                    <a:pt x="521335" y="93726"/>
                  </a:lnTo>
                  <a:lnTo>
                    <a:pt x="516001" y="98933"/>
                  </a:lnTo>
                  <a:lnTo>
                    <a:pt x="516001" y="207518"/>
                  </a:lnTo>
                  <a:lnTo>
                    <a:pt x="521335" y="211836"/>
                  </a:lnTo>
                  <a:lnTo>
                    <a:pt x="637666" y="211836"/>
                  </a:lnTo>
                  <a:lnTo>
                    <a:pt x="642873" y="207518"/>
                  </a:lnTo>
                  <a:lnTo>
                    <a:pt x="642873" y="98933"/>
                  </a:lnTo>
                  <a:lnTo>
                    <a:pt x="637666" y="93726"/>
                  </a:lnTo>
                  <a:close/>
                </a:path>
                <a:path w="2018029" h="822960">
                  <a:moveTo>
                    <a:pt x="809879" y="93726"/>
                  </a:moveTo>
                  <a:lnTo>
                    <a:pt x="692785" y="93726"/>
                  </a:lnTo>
                  <a:lnTo>
                    <a:pt x="688339" y="98933"/>
                  </a:lnTo>
                  <a:lnTo>
                    <a:pt x="688339" y="207518"/>
                  </a:lnTo>
                  <a:lnTo>
                    <a:pt x="692785" y="211836"/>
                  </a:lnTo>
                  <a:lnTo>
                    <a:pt x="809879" y="211836"/>
                  </a:lnTo>
                  <a:lnTo>
                    <a:pt x="814323" y="207518"/>
                  </a:lnTo>
                  <a:lnTo>
                    <a:pt x="814323" y="98933"/>
                  </a:lnTo>
                  <a:lnTo>
                    <a:pt x="809879" y="93726"/>
                  </a:lnTo>
                  <a:close/>
                </a:path>
                <a:path w="2018029" h="822960">
                  <a:moveTo>
                    <a:pt x="981329" y="93726"/>
                  </a:moveTo>
                  <a:lnTo>
                    <a:pt x="864996" y="93726"/>
                  </a:lnTo>
                  <a:lnTo>
                    <a:pt x="859789" y="98933"/>
                  </a:lnTo>
                  <a:lnTo>
                    <a:pt x="859789" y="207518"/>
                  </a:lnTo>
                  <a:lnTo>
                    <a:pt x="864996" y="211836"/>
                  </a:lnTo>
                  <a:lnTo>
                    <a:pt x="981329" y="211836"/>
                  </a:lnTo>
                  <a:lnTo>
                    <a:pt x="986663" y="207518"/>
                  </a:lnTo>
                  <a:lnTo>
                    <a:pt x="986663" y="98933"/>
                  </a:lnTo>
                  <a:lnTo>
                    <a:pt x="981329" y="93726"/>
                  </a:lnTo>
                  <a:close/>
                </a:path>
                <a:path w="2018029" h="822960">
                  <a:moveTo>
                    <a:pt x="1153667" y="93726"/>
                  </a:moveTo>
                  <a:lnTo>
                    <a:pt x="1036446" y="93726"/>
                  </a:lnTo>
                  <a:lnTo>
                    <a:pt x="1031239" y="98933"/>
                  </a:lnTo>
                  <a:lnTo>
                    <a:pt x="1031239" y="201422"/>
                  </a:lnTo>
                  <a:lnTo>
                    <a:pt x="1032129" y="207518"/>
                  </a:lnTo>
                  <a:lnTo>
                    <a:pt x="1036446" y="211836"/>
                  </a:lnTo>
                  <a:lnTo>
                    <a:pt x="1153667" y="211836"/>
                  </a:lnTo>
                  <a:lnTo>
                    <a:pt x="1157986" y="207518"/>
                  </a:lnTo>
                  <a:lnTo>
                    <a:pt x="1157986" y="98933"/>
                  </a:lnTo>
                  <a:lnTo>
                    <a:pt x="1153667" y="93726"/>
                  </a:lnTo>
                  <a:close/>
                </a:path>
                <a:path w="2018029" h="822960">
                  <a:moveTo>
                    <a:pt x="1325117" y="93726"/>
                  </a:moveTo>
                  <a:lnTo>
                    <a:pt x="1208786" y="93726"/>
                  </a:lnTo>
                  <a:lnTo>
                    <a:pt x="1203452" y="98933"/>
                  </a:lnTo>
                  <a:lnTo>
                    <a:pt x="1203452" y="207518"/>
                  </a:lnTo>
                  <a:lnTo>
                    <a:pt x="1208786" y="211836"/>
                  </a:lnTo>
                  <a:lnTo>
                    <a:pt x="1325117" y="211836"/>
                  </a:lnTo>
                  <a:lnTo>
                    <a:pt x="1330324" y="207518"/>
                  </a:lnTo>
                  <a:lnTo>
                    <a:pt x="1330324" y="98933"/>
                  </a:lnTo>
                  <a:lnTo>
                    <a:pt x="1325117" y="93726"/>
                  </a:lnTo>
                  <a:close/>
                </a:path>
                <a:path w="2018029" h="822960">
                  <a:moveTo>
                    <a:pt x="1497330" y="93726"/>
                  </a:moveTo>
                  <a:lnTo>
                    <a:pt x="1380109" y="93726"/>
                  </a:lnTo>
                  <a:lnTo>
                    <a:pt x="1375790" y="98933"/>
                  </a:lnTo>
                  <a:lnTo>
                    <a:pt x="1375790" y="207518"/>
                  </a:lnTo>
                  <a:lnTo>
                    <a:pt x="1380109" y="211836"/>
                  </a:lnTo>
                  <a:lnTo>
                    <a:pt x="1497330" y="211836"/>
                  </a:lnTo>
                  <a:lnTo>
                    <a:pt x="1502664" y="207518"/>
                  </a:lnTo>
                  <a:lnTo>
                    <a:pt x="1502664" y="98933"/>
                  </a:lnTo>
                  <a:lnTo>
                    <a:pt x="1497330" y="93726"/>
                  </a:lnTo>
                  <a:close/>
                </a:path>
                <a:path w="2018029" h="822960">
                  <a:moveTo>
                    <a:pt x="1668780" y="93726"/>
                  </a:moveTo>
                  <a:lnTo>
                    <a:pt x="1552447" y="93726"/>
                  </a:lnTo>
                  <a:lnTo>
                    <a:pt x="1547240" y="98933"/>
                  </a:lnTo>
                  <a:lnTo>
                    <a:pt x="1547240" y="207518"/>
                  </a:lnTo>
                  <a:lnTo>
                    <a:pt x="1552447" y="211836"/>
                  </a:lnTo>
                  <a:lnTo>
                    <a:pt x="1668780" y="211836"/>
                  </a:lnTo>
                  <a:lnTo>
                    <a:pt x="1673987" y="207518"/>
                  </a:lnTo>
                  <a:lnTo>
                    <a:pt x="1673987" y="98933"/>
                  </a:lnTo>
                  <a:lnTo>
                    <a:pt x="1668780" y="93726"/>
                  </a:lnTo>
                  <a:close/>
                </a:path>
                <a:path w="2018029" h="822960">
                  <a:moveTo>
                    <a:pt x="2013458" y="93726"/>
                  </a:moveTo>
                  <a:lnTo>
                    <a:pt x="1723897" y="93726"/>
                  </a:lnTo>
                  <a:lnTo>
                    <a:pt x="1719580" y="98933"/>
                  </a:lnTo>
                  <a:lnTo>
                    <a:pt x="1719580" y="207518"/>
                  </a:lnTo>
                  <a:lnTo>
                    <a:pt x="1723897" y="211836"/>
                  </a:lnTo>
                  <a:lnTo>
                    <a:pt x="2013458" y="211836"/>
                  </a:lnTo>
                  <a:lnTo>
                    <a:pt x="2017776" y="207518"/>
                  </a:lnTo>
                  <a:lnTo>
                    <a:pt x="2017776" y="98933"/>
                  </a:lnTo>
                  <a:lnTo>
                    <a:pt x="2013458" y="93726"/>
                  </a:lnTo>
                  <a:close/>
                </a:path>
                <a:path w="2018029" h="822960">
                  <a:moveTo>
                    <a:pt x="293877" y="237236"/>
                  </a:moveTo>
                  <a:lnTo>
                    <a:pt x="5207" y="237236"/>
                  </a:lnTo>
                  <a:lnTo>
                    <a:pt x="0" y="241681"/>
                  </a:lnTo>
                  <a:lnTo>
                    <a:pt x="0" y="350266"/>
                  </a:lnTo>
                  <a:lnTo>
                    <a:pt x="5207" y="355473"/>
                  </a:lnTo>
                  <a:lnTo>
                    <a:pt x="293877" y="355473"/>
                  </a:lnTo>
                  <a:lnTo>
                    <a:pt x="299085" y="350266"/>
                  </a:lnTo>
                  <a:lnTo>
                    <a:pt x="299085" y="241681"/>
                  </a:lnTo>
                  <a:lnTo>
                    <a:pt x="293877" y="237236"/>
                  </a:lnTo>
                  <a:close/>
                </a:path>
                <a:path w="2018029" h="822960">
                  <a:moveTo>
                    <a:pt x="466216" y="237236"/>
                  </a:moveTo>
                  <a:lnTo>
                    <a:pt x="348996" y="237236"/>
                  </a:lnTo>
                  <a:lnTo>
                    <a:pt x="343788" y="241681"/>
                  </a:lnTo>
                  <a:lnTo>
                    <a:pt x="343788" y="350266"/>
                  </a:lnTo>
                  <a:lnTo>
                    <a:pt x="348996" y="355473"/>
                  </a:lnTo>
                  <a:lnTo>
                    <a:pt x="466216" y="355473"/>
                  </a:lnTo>
                  <a:lnTo>
                    <a:pt x="470535" y="350266"/>
                  </a:lnTo>
                  <a:lnTo>
                    <a:pt x="470535" y="241681"/>
                  </a:lnTo>
                  <a:lnTo>
                    <a:pt x="466216" y="237236"/>
                  </a:lnTo>
                  <a:close/>
                </a:path>
                <a:path w="2018029" h="822960">
                  <a:moveTo>
                    <a:pt x="637666" y="237236"/>
                  </a:moveTo>
                  <a:lnTo>
                    <a:pt x="521335" y="237236"/>
                  </a:lnTo>
                  <a:lnTo>
                    <a:pt x="516001" y="241681"/>
                  </a:lnTo>
                  <a:lnTo>
                    <a:pt x="516001" y="350266"/>
                  </a:lnTo>
                  <a:lnTo>
                    <a:pt x="521335" y="355473"/>
                  </a:lnTo>
                  <a:lnTo>
                    <a:pt x="637666" y="355473"/>
                  </a:lnTo>
                  <a:lnTo>
                    <a:pt x="642873" y="350266"/>
                  </a:lnTo>
                  <a:lnTo>
                    <a:pt x="642873" y="241681"/>
                  </a:lnTo>
                  <a:lnTo>
                    <a:pt x="637666" y="237236"/>
                  </a:lnTo>
                  <a:close/>
                </a:path>
                <a:path w="2018029" h="822960">
                  <a:moveTo>
                    <a:pt x="809879" y="237236"/>
                  </a:moveTo>
                  <a:lnTo>
                    <a:pt x="692785" y="237236"/>
                  </a:lnTo>
                  <a:lnTo>
                    <a:pt x="688339" y="241681"/>
                  </a:lnTo>
                  <a:lnTo>
                    <a:pt x="688339" y="350266"/>
                  </a:lnTo>
                  <a:lnTo>
                    <a:pt x="692785" y="355473"/>
                  </a:lnTo>
                  <a:lnTo>
                    <a:pt x="809879" y="355473"/>
                  </a:lnTo>
                  <a:lnTo>
                    <a:pt x="814323" y="350266"/>
                  </a:lnTo>
                  <a:lnTo>
                    <a:pt x="814323" y="241681"/>
                  </a:lnTo>
                  <a:lnTo>
                    <a:pt x="809879" y="237236"/>
                  </a:lnTo>
                  <a:close/>
                </a:path>
                <a:path w="2018029" h="822960">
                  <a:moveTo>
                    <a:pt x="981329" y="237236"/>
                  </a:moveTo>
                  <a:lnTo>
                    <a:pt x="864996" y="237236"/>
                  </a:lnTo>
                  <a:lnTo>
                    <a:pt x="859789" y="241681"/>
                  </a:lnTo>
                  <a:lnTo>
                    <a:pt x="859789" y="350266"/>
                  </a:lnTo>
                  <a:lnTo>
                    <a:pt x="864996" y="355473"/>
                  </a:lnTo>
                  <a:lnTo>
                    <a:pt x="981329" y="355473"/>
                  </a:lnTo>
                  <a:lnTo>
                    <a:pt x="986663" y="350266"/>
                  </a:lnTo>
                  <a:lnTo>
                    <a:pt x="986663" y="241681"/>
                  </a:lnTo>
                  <a:lnTo>
                    <a:pt x="981329" y="237236"/>
                  </a:lnTo>
                  <a:close/>
                </a:path>
                <a:path w="2018029" h="822960">
                  <a:moveTo>
                    <a:pt x="1153667" y="237236"/>
                  </a:moveTo>
                  <a:lnTo>
                    <a:pt x="1036446" y="237236"/>
                  </a:lnTo>
                  <a:lnTo>
                    <a:pt x="1031239" y="241681"/>
                  </a:lnTo>
                  <a:lnTo>
                    <a:pt x="1031239" y="344043"/>
                  </a:lnTo>
                  <a:lnTo>
                    <a:pt x="1032129" y="350266"/>
                  </a:lnTo>
                  <a:lnTo>
                    <a:pt x="1036446" y="355473"/>
                  </a:lnTo>
                  <a:lnTo>
                    <a:pt x="1153667" y="355473"/>
                  </a:lnTo>
                  <a:lnTo>
                    <a:pt x="1157986" y="350266"/>
                  </a:lnTo>
                  <a:lnTo>
                    <a:pt x="1157986" y="241681"/>
                  </a:lnTo>
                  <a:lnTo>
                    <a:pt x="1153667" y="237236"/>
                  </a:lnTo>
                  <a:close/>
                </a:path>
                <a:path w="2018029" h="822960">
                  <a:moveTo>
                    <a:pt x="1325117" y="237236"/>
                  </a:moveTo>
                  <a:lnTo>
                    <a:pt x="1208786" y="237236"/>
                  </a:lnTo>
                  <a:lnTo>
                    <a:pt x="1203452" y="241681"/>
                  </a:lnTo>
                  <a:lnTo>
                    <a:pt x="1203452" y="350266"/>
                  </a:lnTo>
                  <a:lnTo>
                    <a:pt x="1208786" y="355473"/>
                  </a:lnTo>
                  <a:lnTo>
                    <a:pt x="1325117" y="355473"/>
                  </a:lnTo>
                  <a:lnTo>
                    <a:pt x="1330324" y="350266"/>
                  </a:lnTo>
                  <a:lnTo>
                    <a:pt x="1330324" y="241681"/>
                  </a:lnTo>
                  <a:lnTo>
                    <a:pt x="1325117" y="237236"/>
                  </a:lnTo>
                  <a:close/>
                </a:path>
                <a:path w="2018029" h="822960">
                  <a:moveTo>
                    <a:pt x="1497330" y="237236"/>
                  </a:moveTo>
                  <a:lnTo>
                    <a:pt x="1380109" y="237236"/>
                  </a:lnTo>
                  <a:lnTo>
                    <a:pt x="1375790" y="241681"/>
                  </a:lnTo>
                  <a:lnTo>
                    <a:pt x="1375790" y="350266"/>
                  </a:lnTo>
                  <a:lnTo>
                    <a:pt x="1380109" y="355473"/>
                  </a:lnTo>
                  <a:lnTo>
                    <a:pt x="1497330" y="355473"/>
                  </a:lnTo>
                  <a:lnTo>
                    <a:pt x="1502664" y="350266"/>
                  </a:lnTo>
                  <a:lnTo>
                    <a:pt x="1502664" y="241681"/>
                  </a:lnTo>
                  <a:lnTo>
                    <a:pt x="1497330" y="237236"/>
                  </a:lnTo>
                  <a:close/>
                </a:path>
                <a:path w="2018029" h="822960">
                  <a:moveTo>
                    <a:pt x="1668780" y="237236"/>
                  </a:moveTo>
                  <a:lnTo>
                    <a:pt x="1552447" y="237236"/>
                  </a:lnTo>
                  <a:lnTo>
                    <a:pt x="1547240" y="241681"/>
                  </a:lnTo>
                  <a:lnTo>
                    <a:pt x="1547240" y="350266"/>
                  </a:lnTo>
                  <a:lnTo>
                    <a:pt x="1552447" y="355473"/>
                  </a:lnTo>
                  <a:lnTo>
                    <a:pt x="1668780" y="355473"/>
                  </a:lnTo>
                  <a:lnTo>
                    <a:pt x="1673987" y="350266"/>
                  </a:lnTo>
                  <a:lnTo>
                    <a:pt x="1673987" y="241681"/>
                  </a:lnTo>
                  <a:lnTo>
                    <a:pt x="1668780" y="237236"/>
                  </a:lnTo>
                  <a:close/>
                </a:path>
                <a:path w="2018029" h="822960">
                  <a:moveTo>
                    <a:pt x="122427" y="393065"/>
                  </a:moveTo>
                  <a:lnTo>
                    <a:pt x="5207" y="393065"/>
                  </a:lnTo>
                  <a:lnTo>
                    <a:pt x="0" y="397510"/>
                  </a:lnTo>
                  <a:lnTo>
                    <a:pt x="0" y="505968"/>
                  </a:lnTo>
                  <a:lnTo>
                    <a:pt x="5207" y="511302"/>
                  </a:lnTo>
                  <a:lnTo>
                    <a:pt x="122427" y="511302"/>
                  </a:lnTo>
                  <a:lnTo>
                    <a:pt x="126873" y="505968"/>
                  </a:lnTo>
                  <a:lnTo>
                    <a:pt x="126873" y="397510"/>
                  </a:lnTo>
                  <a:lnTo>
                    <a:pt x="122427" y="393065"/>
                  </a:lnTo>
                  <a:close/>
                </a:path>
                <a:path w="2018029" h="822960">
                  <a:moveTo>
                    <a:pt x="293877" y="393065"/>
                  </a:moveTo>
                  <a:lnTo>
                    <a:pt x="176657" y="393065"/>
                  </a:lnTo>
                  <a:lnTo>
                    <a:pt x="172338" y="397510"/>
                  </a:lnTo>
                  <a:lnTo>
                    <a:pt x="172338" y="505968"/>
                  </a:lnTo>
                  <a:lnTo>
                    <a:pt x="176657" y="511302"/>
                  </a:lnTo>
                  <a:lnTo>
                    <a:pt x="293877" y="511302"/>
                  </a:lnTo>
                  <a:lnTo>
                    <a:pt x="299085" y="505968"/>
                  </a:lnTo>
                  <a:lnTo>
                    <a:pt x="299085" y="397510"/>
                  </a:lnTo>
                  <a:lnTo>
                    <a:pt x="293877" y="393065"/>
                  </a:lnTo>
                  <a:close/>
                </a:path>
                <a:path w="2018029" h="822960">
                  <a:moveTo>
                    <a:pt x="466216" y="393065"/>
                  </a:moveTo>
                  <a:lnTo>
                    <a:pt x="348996" y="393065"/>
                  </a:lnTo>
                  <a:lnTo>
                    <a:pt x="343788" y="397510"/>
                  </a:lnTo>
                  <a:lnTo>
                    <a:pt x="343788" y="505968"/>
                  </a:lnTo>
                  <a:lnTo>
                    <a:pt x="348996" y="511302"/>
                  </a:lnTo>
                  <a:lnTo>
                    <a:pt x="466216" y="511302"/>
                  </a:lnTo>
                  <a:lnTo>
                    <a:pt x="470535" y="505968"/>
                  </a:lnTo>
                  <a:lnTo>
                    <a:pt x="470535" y="397510"/>
                  </a:lnTo>
                  <a:lnTo>
                    <a:pt x="466216" y="393065"/>
                  </a:lnTo>
                  <a:close/>
                </a:path>
                <a:path w="2018029" h="822960">
                  <a:moveTo>
                    <a:pt x="637666" y="393065"/>
                  </a:moveTo>
                  <a:lnTo>
                    <a:pt x="521335" y="393065"/>
                  </a:lnTo>
                  <a:lnTo>
                    <a:pt x="516001" y="397510"/>
                  </a:lnTo>
                  <a:lnTo>
                    <a:pt x="516001" y="505968"/>
                  </a:lnTo>
                  <a:lnTo>
                    <a:pt x="521335" y="511302"/>
                  </a:lnTo>
                  <a:lnTo>
                    <a:pt x="637666" y="511302"/>
                  </a:lnTo>
                  <a:lnTo>
                    <a:pt x="642873" y="505968"/>
                  </a:lnTo>
                  <a:lnTo>
                    <a:pt x="642873" y="397510"/>
                  </a:lnTo>
                  <a:lnTo>
                    <a:pt x="637666" y="393065"/>
                  </a:lnTo>
                  <a:close/>
                </a:path>
                <a:path w="2018029" h="822960">
                  <a:moveTo>
                    <a:pt x="809879" y="393065"/>
                  </a:moveTo>
                  <a:lnTo>
                    <a:pt x="692785" y="393065"/>
                  </a:lnTo>
                  <a:lnTo>
                    <a:pt x="688339" y="397510"/>
                  </a:lnTo>
                  <a:lnTo>
                    <a:pt x="688339" y="505968"/>
                  </a:lnTo>
                  <a:lnTo>
                    <a:pt x="692785" y="511302"/>
                  </a:lnTo>
                  <a:lnTo>
                    <a:pt x="809879" y="511302"/>
                  </a:lnTo>
                  <a:lnTo>
                    <a:pt x="814323" y="505968"/>
                  </a:lnTo>
                  <a:lnTo>
                    <a:pt x="814323" y="397510"/>
                  </a:lnTo>
                  <a:lnTo>
                    <a:pt x="809879" y="393065"/>
                  </a:lnTo>
                  <a:close/>
                </a:path>
                <a:path w="2018029" h="822960">
                  <a:moveTo>
                    <a:pt x="981329" y="393065"/>
                  </a:moveTo>
                  <a:lnTo>
                    <a:pt x="864996" y="393065"/>
                  </a:lnTo>
                  <a:lnTo>
                    <a:pt x="859789" y="397510"/>
                  </a:lnTo>
                  <a:lnTo>
                    <a:pt x="859789" y="505968"/>
                  </a:lnTo>
                  <a:lnTo>
                    <a:pt x="864996" y="511302"/>
                  </a:lnTo>
                  <a:lnTo>
                    <a:pt x="981329" y="511302"/>
                  </a:lnTo>
                  <a:lnTo>
                    <a:pt x="986663" y="505968"/>
                  </a:lnTo>
                  <a:lnTo>
                    <a:pt x="986663" y="397510"/>
                  </a:lnTo>
                  <a:lnTo>
                    <a:pt x="981329" y="393065"/>
                  </a:lnTo>
                  <a:close/>
                </a:path>
                <a:path w="2018029" h="822960">
                  <a:moveTo>
                    <a:pt x="1153667" y="393065"/>
                  </a:moveTo>
                  <a:lnTo>
                    <a:pt x="1036446" y="393065"/>
                  </a:lnTo>
                  <a:lnTo>
                    <a:pt x="1031239" y="397510"/>
                  </a:lnTo>
                  <a:lnTo>
                    <a:pt x="1031239" y="499872"/>
                  </a:lnTo>
                  <a:lnTo>
                    <a:pt x="1032129" y="505968"/>
                  </a:lnTo>
                  <a:lnTo>
                    <a:pt x="1036446" y="511302"/>
                  </a:lnTo>
                  <a:lnTo>
                    <a:pt x="1153667" y="511302"/>
                  </a:lnTo>
                  <a:lnTo>
                    <a:pt x="1157986" y="505968"/>
                  </a:lnTo>
                  <a:lnTo>
                    <a:pt x="1157986" y="397510"/>
                  </a:lnTo>
                  <a:lnTo>
                    <a:pt x="1153667" y="393065"/>
                  </a:lnTo>
                  <a:close/>
                </a:path>
                <a:path w="2018029" h="822960">
                  <a:moveTo>
                    <a:pt x="1325117" y="393065"/>
                  </a:moveTo>
                  <a:lnTo>
                    <a:pt x="1208786" y="393065"/>
                  </a:lnTo>
                  <a:lnTo>
                    <a:pt x="1203452" y="397510"/>
                  </a:lnTo>
                  <a:lnTo>
                    <a:pt x="1203452" y="505968"/>
                  </a:lnTo>
                  <a:lnTo>
                    <a:pt x="1208786" y="511302"/>
                  </a:lnTo>
                  <a:lnTo>
                    <a:pt x="1325117" y="511302"/>
                  </a:lnTo>
                  <a:lnTo>
                    <a:pt x="1330324" y="505968"/>
                  </a:lnTo>
                  <a:lnTo>
                    <a:pt x="1330324" y="397510"/>
                  </a:lnTo>
                  <a:lnTo>
                    <a:pt x="1325117" y="393065"/>
                  </a:lnTo>
                  <a:close/>
                </a:path>
                <a:path w="2018029" h="822960">
                  <a:moveTo>
                    <a:pt x="1497330" y="393065"/>
                  </a:moveTo>
                  <a:lnTo>
                    <a:pt x="1380109" y="393065"/>
                  </a:lnTo>
                  <a:lnTo>
                    <a:pt x="1375790" y="397510"/>
                  </a:lnTo>
                  <a:lnTo>
                    <a:pt x="1375790" y="505968"/>
                  </a:lnTo>
                  <a:lnTo>
                    <a:pt x="1380109" y="511302"/>
                  </a:lnTo>
                  <a:lnTo>
                    <a:pt x="1497330" y="511302"/>
                  </a:lnTo>
                  <a:lnTo>
                    <a:pt x="1502664" y="505968"/>
                  </a:lnTo>
                  <a:lnTo>
                    <a:pt x="1502664" y="397510"/>
                  </a:lnTo>
                  <a:lnTo>
                    <a:pt x="1497330" y="393065"/>
                  </a:lnTo>
                  <a:close/>
                </a:path>
                <a:path w="2018029" h="822960">
                  <a:moveTo>
                    <a:pt x="1668780" y="393065"/>
                  </a:moveTo>
                  <a:lnTo>
                    <a:pt x="1552447" y="393065"/>
                  </a:lnTo>
                  <a:lnTo>
                    <a:pt x="1547240" y="397510"/>
                  </a:lnTo>
                  <a:lnTo>
                    <a:pt x="1547240" y="505968"/>
                  </a:lnTo>
                  <a:lnTo>
                    <a:pt x="1552447" y="511302"/>
                  </a:lnTo>
                  <a:lnTo>
                    <a:pt x="1668780" y="511302"/>
                  </a:lnTo>
                  <a:lnTo>
                    <a:pt x="1673987" y="505968"/>
                  </a:lnTo>
                  <a:lnTo>
                    <a:pt x="1673987" y="397510"/>
                  </a:lnTo>
                  <a:lnTo>
                    <a:pt x="1668780" y="393065"/>
                  </a:lnTo>
                  <a:close/>
                </a:path>
                <a:path w="2018029" h="822960">
                  <a:moveTo>
                    <a:pt x="1841118" y="393065"/>
                  </a:moveTo>
                  <a:lnTo>
                    <a:pt x="1723897" y="393065"/>
                  </a:lnTo>
                  <a:lnTo>
                    <a:pt x="1719580" y="397510"/>
                  </a:lnTo>
                  <a:lnTo>
                    <a:pt x="1719580" y="505968"/>
                  </a:lnTo>
                  <a:lnTo>
                    <a:pt x="1723897" y="511302"/>
                  </a:lnTo>
                  <a:lnTo>
                    <a:pt x="1841118" y="511302"/>
                  </a:lnTo>
                  <a:lnTo>
                    <a:pt x="1846326" y="505968"/>
                  </a:lnTo>
                  <a:lnTo>
                    <a:pt x="1846326" y="397510"/>
                  </a:lnTo>
                  <a:lnTo>
                    <a:pt x="1841118" y="393065"/>
                  </a:lnTo>
                  <a:close/>
                </a:path>
                <a:path w="2018029" h="822960">
                  <a:moveTo>
                    <a:pt x="2013458" y="237236"/>
                  </a:moveTo>
                  <a:lnTo>
                    <a:pt x="1723897" y="237236"/>
                  </a:lnTo>
                  <a:lnTo>
                    <a:pt x="1719580" y="241681"/>
                  </a:lnTo>
                  <a:lnTo>
                    <a:pt x="1719580" y="350266"/>
                  </a:lnTo>
                  <a:lnTo>
                    <a:pt x="1723897" y="355473"/>
                  </a:lnTo>
                  <a:lnTo>
                    <a:pt x="1886585" y="355473"/>
                  </a:lnTo>
                  <a:lnTo>
                    <a:pt x="1890903" y="360680"/>
                  </a:lnTo>
                  <a:lnTo>
                    <a:pt x="1890903" y="505968"/>
                  </a:lnTo>
                  <a:lnTo>
                    <a:pt x="1896237" y="511302"/>
                  </a:lnTo>
                  <a:lnTo>
                    <a:pt x="2013458" y="511302"/>
                  </a:lnTo>
                  <a:lnTo>
                    <a:pt x="2017776" y="505968"/>
                  </a:lnTo>
                  <a:lnTo>
                    <a:pt x="2017776" y="241681"/>
                  </a:lnTo>
                  <a:lnTo>
                    <a:pt x="2013458" y="237236"/>
                  </a:lnTo>
                  <a:close/>
                </a:path>
                <a:path w="2018029" h="822960">
                  <a:moveTo>
                    <a:pt x="122427" y="548894"/>
                  </a:moveTo>
                  <a:lnTo>
                    <a:pt x="5207" y="548894"/>
                  </a:lnTo>
                  <a:lnTo>
                    <a:pt x="0" y="553339"/>
                  </a:lnTo>
                  <a:lnTo>
                    <a:pt x="0" y="661924"/>
                  </a:lnTo>
                  <a:lnTo>
                    <a:pt x="5207" y="667131"/>
                  </a:lnTo>
                  <a:lnTo>
                    <a:pt x="122427" y="667131"/>
                  </a:lnTo>
                  <a:lnTo>
                    <a:pt x="126873" y="661924"/>
                  </a:lnTo>
                  <a:lnTo>
                    <a:pt x="126873" y="553339"/>
                  </a:lnTo>
                  <a:lnTo>
                    <a:pt x="122427" y="548894"/>
                  </a:lnTo>
                  <a:close/>
                </a:path>
                <a:path w="2018029" h="822960">
                  <a:moveTo>
                    <a:pt x="293877" y="548894"/>
                  </a:moveTo>
                  <a:lnTo>
                    <a:pt x="176657" y="548894"/>
                  </a:lnTo>
                  <a:lnTo>
                    <a:pt x="172338" y="553339"/>
                  </a:lnTo>
                  <a:lnTo>
                    <a:pt x="172338" y="661924"/>
                  </a:lnTo>
                  <a:lnTo>
                    <a:pt x="176657" y="667131"/>
                  </a:lnTo>
                  <a:lnTo>
                    <a:pt x="293877" y="667131"/>
                  </a:lnTo>
                  <a:lnTo>
                    <a:pt x="299085" y="661924"/>
                  </a:lnTo>
                  <a:lnTo>
                    <a:pt x="299085" y="553339"/>
                  </a:lnTo>
                  <a:lnTo>
                    <a:pt x="293877" y="548894"/>
                  </a:lnTo>
                  <a:close/>
                </a:path>
                <a:path w="2018029" h="822960">
                  <a:moveTo>
                    <a:pt x="466216" y="548894"/>
                  </a:moveTo>
                  <a:lnTo>
                    <a:pt x="348996" y="548894"/>
                  </a:lnTo>
                  <a:lnTo>
                    <a:pt x="343788" y="553339"/>
                  </a:lnTo>
                  <a:lnTo>
                    <a:pt x="343788" y="661924"/>
                  </a:lnTo>
                  <a:lnTo>
                    <a:pt x="348996" y="667131"/>
                  </a:lnTo>
                  <a:lnTo>
                    <a:pt x="466216" y="667131"/>
                  </a:lnTo>
                  <a:lnTo>
                    <a:pt x="470535" y="661924"/>
                  </a:lnTo>
                  <a:lnTo>
                    <a:pt x="470535" y="553339"/>
                  </a:lnTo>
                  <a:lnTo>
                    <a:pt x="466216" y="548894"/>
                  </a:lnTo>
                  <a:close/>
                </a:path>
                <a:path w="2018029" h="822960">
                  <a:moveTo>
                    <a:pt x="637666" y="548894"/>
                  </a:moveTo>
                  <a:lnTo>
                    <a:pt x="521335" y="548894"/>
                  </a:lnTo>
                  <a:lnTo>
                    <a:pt x="516001" y="553339"/>
                  </a:lnTo>
                  <a:lnTo>
                    <a:pt x="516001" y="661924"/>
                  </a:lnTo>
                  <a:lnTo>
                    <a:pt x="521335" y="667131"/>
                  </a:lnTo>
                  <a:lnTo>
                    <a:pt x="637666" y="667131"/>
                  </a:lnTo>
                  <a:lnTo>
                    <a:pt x="642873" y="661924"/>
                  </a:lnTo>
                  <a:lnTo>
                    <a:pt x="642873" y="553339"/>
                  </a:lnTo>
                  <a:lnTo>
                    <a:pt x="637666" y="548894"/>
                  </a:lnTo>
                  <a:close/>
                </a:path>
                <a:path w="2018029" h="822960">
                  <a:moveTo>
                    <a:pt x="809879" y="548894"/>
                  </a:moveTo>
                  <a:lnTo>
                    <a:pt x="692785" y="548894"/>
                  </a:lnTo>
                  <a:lnTo>
                    <a:pt x="688339" y="553339"/>
                  </a:lnTo>
                  <a:lnTo>
                    <a:pt x="688339" y="661924"/>
                  </a:lnTo>
                  <a:lnTo>
                    <a:pt x="692785" y="667131"/>
                  </a:lnTo>
                  <a:lnTo>
                    <a:pt x="809879" y="667131"/>
                  </a:lnTo>
                  <a:lnTo>
                    <a:pt x="814323" y="661924"/>
                  </a:lnTo>
                  <a:lnTo>
                    <a:pt x="814323" y="553339"/>
                  </a:lnTo>
                  <a:lnTo>
                    <a:pt x="809879" y="548894"/>
                  </a:lnTo>
                  <a:close/>
                </a:path>
                <a:path w="2018029" h="822960">
                  <a:moveTo>
                    <a:pt x="981329" y="548894"/>
                  </a:moveTo>
                  <a:lnTo>
                    <a:pt x="864996" y="548894"/>
                  </a:lnTo>
                  <a:lnTo>
                    <a:pt x="859789" y="553339"/>
                  </a:lnTo>
                  <a:lnTo>
                    <a:pt x="859789" y="661924"/>
                  </a:lnTo>
                  <a:lnTo>
                    <a:pt x="864996" y="667131"/>
                  </a:lnTo>
                  <a:lnTo>
                    <a:pt x="981329" y="667131"/>
                  </a:lnTo>
                  <a:lnTo>
                    <a:pt x="986663" y="661924"/>
                  </a:lnTo>
                  <a:lnTo>
                    <a:pt x="986663" y="553339"/>
                  </a:lnTo>
                  <a:lnTo>
                    <a:pt x="981329" y="548894"/>
                  </a:lnTo>
                  <a:close/>
                </a:path>
                <a:path w="2018029" h="822960">
                  <a:moveTo>
                    <a:pt x="1153667" y="548894"/>
                  </a:moveTo>
                  <a:lnTo>
                    <a:pt x="1036446" y="548894"/>
                  </a:lnTo>
                  <a:lnTo>
                    <a:pt x="1031239" y="553339"/>
                  </a:lnTo>
                  <a:lnTo>
                    <a:pt x="1031239" y="655701"/>
                  </a:lnTo>
                  <a:lnTo>
                    <a:pt x="1032129" y="661924"/>
                  </a:lnTo>
                  <a:lnTo>
                    <a:pt x="1036446" y="667131"/>
                  </a:lnTo>
                  <a:lnTo>
                    <a:pt x="1153667" y="667131"/>
                  </a:lnTo>
                  <a:lnTo>
                    <a:pt x="1157986" y="661924"/>
                  </a:lnTo>
                  <a:lnTo>
                    <a:pt x="1157986" y="553339"/>
                  </a:lnTo>
                  <a:lnTo>
                    <a:pt x="1153667" y="548894"/>
                  </a:lnTo>
                  <a:close/>
                </a:path>
                <a:path w="2018029" h="822960">
                  <a:moveTo>
                    <a:pt x="1325117" y="548894"/>
                  </a:moveTo>
                  <a:lnTo>
                    <a:pt x="1208786" y="548894"/>
                  </a:lnTo>
                  <a:lnTo>
                    <a:pt x="1203452" y="553339"/>
                  </a:lnTo>
                  <a:lnTo>
                    <a:pt x="1203452" y="661924"/>
                  </a:lnTo>
                  <a:lnTo>
                    <a:pt x="1208786" y="667131"/>
                  </a:lnTo>
                  <a:lnTo>
                    <a:pt x="1325117" y="667131"/>
                  </a:lnTo>
                  <a:lnTo>
                    <a:pt x="1330324" y="661924"/>
                  </a:lnTo>
                  <a:lnTo>
                    <a:pt x="1330324" y="553339"/>
                  </a:lnTo>
                  <a:lnTo>
                    <a:pt x="1325117" y="548894"/>
                  </a:lnTo>
                  <a:close/>
                </a:path>
                <a:path w="2018029" h="822960">
                  <a:moveTo>
                    <a:pt x="1497330" y="548894"/>
                  </a:moveTo>
                  <a:lnTo>
                    <a:pt x="1380109" y="548894"/>
                  </a:lnTo>
                  <a:lnTo>
                    <a:pt x="1375790" y="553339"/>
                  </a:lnTo>
                  <a:lnTo>
                    <a:pt x="1375790" y="661924"/>
                  </a:lnTo>
                  <a:lnTo>
                    <a:pt x="1380109" y="667131"/>
                  </a:lnTo>
                  <a:lnTo>
                    <a:pt x="1497330" y="667131"/>
                  </a:lnTo>
                  <a:lnTo>
                    <a:pt x="1502664" y="661924"/>
                  </a:lnTo>
                  <a:lnTo>
                    <a:pt x="1502664" y="553339"/>
                  </a:lnTo>
                  <a:lnTo>
                    <a:pt x="1497330" y="548894"/>
                  </a:lnTo>
                  <a:close/>
                </a:path>
                <a:path w="2018029" h="822960">
                  <a:moveTo>
                    <a:pt x="1668780" y="548894"/>
                  </a:moveTo>
                  <a:lnTo>
                    <a:pt x="1552447" y="548894"/>
                  </a:lnTo>
                  <a:lnTo>
                    <a:pt x="1547240" y="553339"/>
                  </a:lnTo>
                  <a:lnTo>
                    <a:pt x="1547240" y="661924"/>
                  </a:lnTo>
                  <a:lnTo>
                    <a:pt x="1552447" y="667131"/>
                  </a:lnTo>
                  <a:lnTo>
                    <a:pt x="1668780" y="667131"/>
                  </a:lnTo>
                  <a:lnTo>
                    <a:pt x="1673987" y="661924"/>
                  </a:lnTo>
                  <a:lnTo>
                    <a:pt x="1673987" y="553339"/>
                  </a:lnTo>
                  <a:lnTo>
                    <a:pt x="1668780" y="548894"/>
                  </a:lnTo>
                  <a:close/>
                </a:path>
                <a:path w="2018029" h="822960">
                  <a:moveTo>
                    <a:pt x="1841118" y="548894"/>
                  </a:moveTo>
                  <a:lnTo>
                    <a:pt x="1723897" y="548894"/>
                  </a:lnTo>
                  <a:lnTo>
                    <a:pt x="1719580" y="553339"/>
                  </a:lnTo>
                  <a:lnTo>
                    <a:pt x="1719580" y="661924"/>
                  </a:lnTo>
                  <a:lnTo>
                    <a:pt x="1723897" y="667131"/>
                  </a:lnTo>
                  <a:lnTo>
                    <a:pt x="1841118" y="667131"/>
                  </a:lnTo>
                  <a:lnTo>
                    <a:pt x="1846326" y="661924"/>
                  </a:lnTo>
                  <a:lnTo>
                    <a:pt x="1846326" y="553339"/>
                  </a:lnTo>
                  <a:lnTo>
                    <a:pt x="1841118" y="548894"/>
                  </a:lnTo>
                  <a:close/>
                </a:path>
                <a:path w="2018029" h="822960">
                  <a:moveTo>
                    <a:pt x="2013458" y="548894"/>
                  </a:moveTo>
                  <a:lnTo>
                    <a:pt x="1896237" y="548894"/>
                  </a:lnTo>
                  <a:lnTo>
                    <a:pt x="1890903" y="553339"/>
                  </a:lnTo>
                  <a:lnTo>
                    <a:pt x="1890903" y="661924"/>
                  </a:lnTo>
                  <a:lnTo>
                    <a:pt x="1896237" y="667131"/>
                  </a:lnTo>
                  <a:lnTo>
                    <a:pt x="2013458" y="667131"/>
                  </a:lnTo>
                  <a:lnTo>
                    <a:pt x="2017776" y="661924"/>
                  </a:lnTo>
                  <a:lnTo>
                    <a:pt x="2017776" y="553339"/>
                  </a:lnTo>
                  <a:lnTo>
                    <a:pt x="2013458" y="548894"/>
                  </a:lnTo>
                  <a:close/>
                </a:path>
                <a:path w="2018029" h="822960">
                  <a:moveTo>
                    <a:pt x="122427" y="704723"/>
                  </a:moveTo>
                  <a:lnTo>
                    <a:pt x="5207" y="704723"/>
                  </a:lnTo>
                  <a:lnTo>
                    <a:pt x="0" y="709168"/>
                  </a:lnTo>
                  <a:lnTo>
                    <a:pt x="0" y="817626"/>
                  </a:lnTo>
                  <a:lnTo>
                    <a:pt x="5207" y="822960"/>
                  </a:lnTo>
                  <a:lnTo>
                    <a:pt x="122427" y="822960"/>
                  </a:lnTo>
                  <a:lnTo>
                    <a:pt x="126873" y="817626"/>
                  </a:lnTo>
                  <a:lnTo>
                    <a:pt x="126873" y="709168"/>
                  </a:lnTo>
                  <a:lnTo>
                    <a:pt x="122427" y="704723"/>
                  </a:lnTo>
                  <a:close/>
                </a:path>
                <a:path w="2018029" h="822960">
                  <a:moveTo>
                    <a:pt x="293877" y="704723"/>
                  </a:moveTo>
                  <a:lnTo>
                    <a:pt x="176657" y="704723"/>
                  </a:lnTo>
                  <a:lnTo>
                    <a:pt x="172338" y="709168"/>
                  </a:lnTo>
                  <a:lnTo>
                    <a:pt x="172338" y="817626"/>
                  </a:lnTo>
                  <a:lnTo>
                    <a:pt x="176657" y="822960"/>
                  </a:lnTo>
                  <a:lnTo>
                    <a:pt x="293877" y="822960"/>
                  </a:lnTo>
                  <a:lnTo>
                    <a:pt x="299085" y="817626"/>
                  </a:lnTo>
                  <a:lnTo>
                    <a:pt x="299085" y="709168"/>
                  </a:lnTo>
                  <a:lnTo>
                    <a:pt x="293877" y="704723"/>
                  </a:lnTo>
                  <a:close/>
                </a:path>
                <a:path w="2018029" h="822960">
                  <a:moveTo>
                    <a:pt x="466216" y="704723"/>
                  </a:moveTo>
                  <a:lnTo>
                    <a:pt x="348996" y="704723"/>
                  </a:lnTo>
                  <a:lnTo>
                    <a:pt x="343788" y="709168"/>
                  </a:lnTo>
                  <a:lnTo>
                    <a:pt x="343788" y="817626"/>
                  </a:lnTo>
                  <a:lnTo>
                    <a:pt x="348996" y="822960"/>
                  </a:lnTo>
                  <a:lnTo>
                    <a:pt x="466216" y="822960"/>
                  </a:lnTo>
                  <a:lnTo>
                    <a:pt x="470535" y="817626"/>
                  </a:lnTo>
                  <a:lnTo>
                    <a:pt x="470535" y="709168"/>
                  </a:lnTo>
                  <a:lnTo>
                    <a:pt x="466216" y="704723"/>
                  </a:lnTo>
                  <a:close/>
                </a:path>
                <a:path w="2018029" h="822960">
                  <a:moveTo>
                    <a:pt x="637666" y="704723"/>
                  </a:moveTo>
                  <a:lnTo>
                    <a:pt x="521335" y="704723"/>
                  </a:lnTo>
                  <a:lnTo>
                    <a:pt x="516001" y="709168"/>
                  </a:lnTo>
                  <a:lnTo>
                    <a:pt x="516001" y="817626"/>
                  </a:lnTo>
                  <a:lnTo>
                    <a:pt x="521335" y="822960"/>
                  </a:lnTo>
                  <a:lnTo>
                    <a:pt x="637666" y="822960"/>
                  </a:lnTo>
                  <a:lnTo>
                    <a:pt x="642873" y="817626"/>
                  </a:lnTo>
                  <a:lnTo>
                    <a:pt x="642873" y="709168"/>
                  </a:lnTo>
                  <a:lnTo>
                    <a:pt x="637666" y="704723"/>
                  </a:lnTo>
                  <a:close/>
                </a:path>
                <a:path w="2018029" h="822960">
                  <a:moveTo>
                    <a:pt x="1497330" y="704723"/>
                  </a:moveTo>
                  <a:lnTo>
                    <a:pt x="692785" y="704723"/>
                  </a:lnTo>
                  <a:lnTo>
                    <a:pt x="688339" y="709168"/>
                  </a:lnTo>
                  <a:lnTo>
                    <a:pt x="688339" y="817626"/>
                  </a:lnTo>
                  <a:lnTo>
                    <a:pt x="692785" y="822960"/>
                  </a:lnTo>
                  <a:lnTo>
                    <a:pt x="1497330" y="822960"/>
                  </a:lnTo>
                  <a:lnTo>
                    <a:pt x="1502664" y="817626"/>
                  </a:lnTo>
                  <a:lnTo>
                    <a:pt x="1502664" y="709168"/>
                  </a:lnTo>
                  <a:lnTo>
                    <a:pt x="1497330" y="704723"/>
                  </a:lnTo>
                  <a:close/>
                </a:path>
                <a:path w="2018029" h="822960">
                  <a:moveTo>
                    <a:pt x="1668780" y="704723"/>
                  </a:moveTo>
                  <a:lnTo>
                    <a:pt x="1552447" y="704723"/>
                  </a:lnTo>
                  <a:lnTo>
                    <a:pt x="1547240" y="709168"/>
                  </a:lnTo>
                  <a:lnTo>
                    <a:pt x="1547240" y="817626"/>
                  </a:lnTo>
                  <a:lnTo>
                    <a:pt x="1552447" y="822960"/>
                  </a:lnTo>
                  <a:lnTo>
                    <a:pt x="1668780" y="822960"/>
                  </a:lnTo>
                  <a:lnTo>
                    <a:pt x="1673987" y="817626"/>
                  </a:lnTo>
                  <a:lnTo>
                    <a:pt x="1673987" y="709168"/>
                  </a:lnTo>
                  <a:lnTo>
                    <a:pt x="1668780" y="704723"/>
                  </a:lnTo>
                  <a:close/>
                </a:path>
                <a:path w="2018029" h="822960">
                  <a:moveTo>
                    <a:pt x="1841118" y="704723"/>
                  </a:moveTo>
                  <a:lnTo>
                    <a:pt x="1723897" y="704723"/>
                  </a:lnTo>
                  <a:lnTo>
                    <a:pt x="1719580" y="709168"/>
                  </a:lnTo>
                  <a:lnTo>
                    <a:pt x="1719580" y="817626"/>
                  </a:lnTo>
                  <a:lnTo>
                    <a:pt x="1723897" y="822960"/>
                  </a:lnTo>
                  <a:lnTo>
                    <a:pt x="1841118" y="822960"/>
                  </a:lnTo>
                  <a:lnTo>
                    <a:pt x="1846326" y="817626"/>
                  </a:lnTo>
                  <a:lnTo>
                    <a:pt x="1846326" y="709168"/>
                  </a:lnTo>
                  <a:lnTo>
                    <a:pt x="1841118" y="704723"/>
                  </a:lnTo>
                  <a:close/>
                </a:path>
                <a:path w="2018029" h="822960">
                  <a:moveTo>
                    <a:pt x="2013458" y="704723"/>
                  </a:moveTo>
                  <a:lnTo>
                    <a:pt x="1896237" y="704723"/>
                  </a:lnTo>
                  <a:lnTo>
                    <a:pt x="1890903" y="709168"/>
                  </a:lnTo>
                  <a:lnTo>
                    <a:pt x="1890903" y="817626"/>
                  </a:lnTo>
                  <a:lnTo>
                    <a:pt x="1896237" y="822960"/>
                  </a:lnTo>
                  <a:lnTo>
                    <a:pt x="2013458" y="822960"/>
                  </a:lnTo>
                  <a:lnTo>
                    <a:pt x="2017776" y="817626"/>
                  </a:lnTo>
                  <a:lnTo>
                    <a:pt x="2017776" y="709168"/>
                  </a:lnTo>
                  <a:lnTo>
                    <a:pt x="2013458" y="704723"/>
                  </a:lnTo>
                  <a:close/>
                </a:path>
              </a:pathLst>
            </a:custGeom>
            <a:solidFill>
              <a:srgbClr val="091D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15812" y="2966719"/>
              <a:ext cx="2018030" cy="712470"/>
            </a:xfrm>
            <a:custGeom>
              <a:avLst/>
              <a:gdLst/>
              <a:ahLst/>
              <a:cxnLst/>
              <a:rect l="l" t="t" r="r" b="b"/>
              <a:pathLst>
                <a:path w="2018029" h="712470">
                  <a:moveTo>
                    <a:pt x="647" y="100330"/>
                  </a:moveTo>
                  <a:lnTo>
                    <a:pt x="0" y="100330"/>
                  </a:lnTo>
                  <a:lnTo>
                    <a:pt x="0" y="101600"/>
                  </a:lnTo>
                  <a:lnTo>
                    <a:pt x="647" y="101600"/>
                  </a:lnTo>
                  <a:lnTo>
                    <a:pt x="647" y="100330"/>
                  </a:lnTo>
                  <a:close/>
                </a:path>
                <a:path w="2018029" h="712470">
                  <a:moveTo>
                    <a:pt x="1295" y="708660"/>
                  </a:moveTo>
                  <a:lnTo>
                    <a:pt x="0" y="708660"/>
                  </a:lnTo>
                  <a:lnTo>
                    <a:pt x="0" y="712470"/>
                  </a:lnTo>
                  <a:lnTo>
                    <a:pt x="1295" y="712470"/>
                  </a:lnTo>
                  <a:lnTo>
                    <a:pt x="1295" y="708660"/>
                  </a:lnTo>
                  <a:close/>
                </a:path>
                <a:path w="2018029" h="712470">
                  <a:moveTo>
                    <a:pt x="1409" y="553720"/>
                  </a:moveTo>
                  <a:lnTo>
                    <a:pt x="0" y="553720"/>
                  </a:lnTo>
                  <a:lnTo>
                    <a:pt x="0" y="556260"/>
                  </a:lnTo>
                  <a:lnTo>
                    <a:pt x="1409" y="556260"/>
                  </a:lnTo>
                  <a:lnTo>
                    <a:pt x="1409" y="553720"/>
                  </a:lnTo>
                  <a:close/>
                </a:path>
                <a:path w="2018029" h="712470">
                  <a:moveTo>
                    <a:pt x="1498" y="397510"/>
                  </a:moveTo>
                  <a:lnTo>
                    <a:pt x="0" y="397510"/>
                  </a:lnTo>
                  <a:lnTo>
                    <a:pt x="0" y="400050"/>
                  </a:lnTo>
                  <a:lnTo>
                    <a:pt x="1498" y="400050"/>
                  </a:lnTo>
                  <a:lnTo>
                    <a:pt x="1498" y="397510"/>
                  </a:lnTo>
                  <a:close/>
                </a:path>
                <a:path w="2018029" h="712470">
                  <a:moveTo>
                    <a:pt x="3086" y="97790"/>
                  </a:moveTo>
                  <a:lnTo>
                    <a:pt x="812" y="97790"/>
                  </a:lnTo>
                  <a:lnTo>
                    <a:pt x="812" y="100330"/>
                  </a:lnTo>
                  <a:lnTo>
                    <a:pt x="3086" y="100330"/>
                  </a:lnTo>
                  <a:lnTo>
                    <a:pt x="3086" y="97790"/>
                  </a:lnTo>
                  <a:close/>
                </a:path>
                <a:path w="2018029" h="712470">
                  <a:moveTo>
                    <a:pt x="3784" y="551180"/>
                  </a:moveTo>
                  <a:lnTo>
                    <a:pt x="1435" y="551180"/>
                  </a:lnTo>
                  <a:lnTo>
                    <a:pt x="1435" y="553720"/>
                  </a:lnTo>
                  <a:lnTo>
                    <a:pt x="3784" y="553720"/>
                  </a:lnTo>
                  <a:lnTo>
                    <a:pt x="3784" y="551180"/>
                  </a:lnTo>
                  <a:close/>
                </a:path>
                <a:path w="2018029" h="712470">
                  <a:moveTo>
                    <a:pt x="4241" y="394970"/>
                  </a:moveTo>
                  <a:lnTo>
                    <a:pt x="1943" y="394970"/>
                  </a:lnTo>
                  <a:lnTo>
                    <a:pt x="1943" y="397510"/>
                  </a:lnTo>
                  <a:lnTo>
                    <a:pt x="4241" y="397510"/>
                  </a:lnTo>
                  <a:lnTo>
                    <a:pt x="4241" y="394970"/>
                  </a:lnTo>
                  <a:close/>
                </a:path>
                <a:path w="2018029" h="712470">
                  <a:moveTo>
                    <a:pt x="122847" y="393700"/>
                  </a:moveTo>
                  <a:lnTo>
                    <a:pt x="4381" y="393700"/>
                  </a:lnTo>
                  <a:lnTo>
                    <a:pt x="4381" y="394970"/>
                  </a:lnTo>
                  <a:lnTo>
                    <a:pt x="122847" y="394970"/>
                  </a:lnTo>
                  <a:lnTo>
                    <a:pt x="122847" y="393700"/>
                  </a:lnTo>
                  <a:close/>
                </a:path>
                <a:path w="2018029" h="712470">
                  <a:moveTo>
                    <a:pt x="123012" y="704850"/>
                  </a:moveTo>
                  <a:lnTo>
                    <a:pt x="4191" y="704850"/>
                  </a:lnTo>
                  <a:lnTo>
                    <a:pt x="4191" y="706120"/>
                  </a:lnTo>
                  <a:lnTo>
                    <a:pt x="2019" y="706120"/>
                  </a:lnTo>
                  <a:lnTo>
                    <a:pt x="2019" y="708660"/>
                  </a:lnTo>
                  <a:lnTo>
                    <a:pt x="4254" y="708660"/>
                  </a:lnTo>
                  <a:lnTo>
                    <a:pt x="4254" y="706120"/>
                  </a:lnTo>
                  <a:lnTo>
                    <a:pt x="123012" y="706120"/>
                  </a:lnTo>
                  <a:lnTo>
                    <a:pt x="123012" y="704850"/>
                  </a:lnTo>
                  <a:close/>
                </a:path>
                <a:path w="2018029" h="712470">
                  <a:moveTo>
                    <a:pt x="126492" y="709168"/>
                  </a:moveTo>
                  <a:lnTo>
                    <a:pt x="123850" y="706374"/>
                  </a:lnTo>
                  <a:lnTo>
                    <a:pt x="122174" y="706374"/>
                  </a:lnTo>
                  <a:lnTo>
                    <a:pt x="126492" y="711962"/>
                  </a:lnTo>
                  <a:lnTo>
                    <a:pt x="126492" y="709168"/>
                  </a:lnTo>
                  <a:close/>
                </a:path>
                <a:path w="2018029" h="712470">
                  <a:moveTo>
                    <a:pt x="126492" y="553720"/>
                  </a:moveTo>
                  <a:lnTo>
                    <a:pt x="123850" y="550926"/>
                  </a:lnTo>
                  <a:lnTo>
                    <a:pt x="122885" y="550926"/>
                  </a:lnTo>
                  <a:lnTo>
                    <a:pt x="122885" y="548640"/>
                  </a:lnTo>
                  <a:lnTo>
                    <a:pt x="4330" y="548640"/>
                  </a:lnTo>
                  <a:lnTo>
                    <a:pt x="4330" y="551180"/>
                  </a:lnTo>
                  <a:lnTo>
                    <a:pt x="122364" y="551180"/>
                  </a:lnTo>
                  <a:lnTo>
                    <a:pt x="126492" y="556514"/>
                  </a:lnTo>
                  <a:lnTo>
                    <a:pt x="126492" y="553720"/>
                  </a:lnTo>
                  <a:close/>
                </a:path>
                <a:path w="2018029" h="712470">
                  <a:moveTo>
                    <a:pt x="126492" y="397764"/>
                  </a:moveTo>
                  <a:lnTo>
                    <a:pt x="123926" y="395351"/>
                  </a:lnTo>
                  <a:lnTo>
                    <a:pt x="122174" y="395351"/>
                  </a:lnTo>
                  <a:lnTo>
                    <a:pt x="126492" y="400177"/>
                  </a:lnTo>
                  <a:lnTo>
                    <a:pt x="126492" y="397764"/>
                  </a:lnTo>
                  <a:close/>
                </a:path>
                <a:path w="2018029" h="712470">
                  <a:moveTo>
                    <a:pt x="126492" y="99822"/>
                  </a:moveTo>
                  <a:lnTo>
                    <a:pt x="124333" y="97409"/>
                  </a:lnTo>
                  <a:lnTo>
                    <a:pt x="123532" y="97409"/>
                  </a:lnTo>
                  <a:lnTo>
                    <a:pt x="123532" y="95250"/>
                  </a:lnTo>
                  <a:lnTo>
                    <a:pt x="3556" y="95250"/>
                  </a:lnTo>
                  <a:lnTo>
                    <a:pt x="3556" y="97790"/>
                  </a:lnTo>
                  <a:lnTo>
                    <a:pt x="122567" y="97790"/>
                  </a:lnTo>
                  <a:lnTo>
                    <a:pt x="126492" y="101473"/>
                  </a:lnTo>
                  <a:lnTo>
                    <a:pt x="126492" y="99822"/>
                  </a:lnTo>
                  <a:close/>
                </a:path>
                <a:path w="2018029" h="712470">
                  <a:moveTo>
                    <a:pt x="1204226" y="243840"/>
                  </a:moveTo>
                  <a:lnTo>
                    <a:pt x="1203960" y="243840"/>
                  </a:lnTo>
                  <a:lnTo>
                    <a:pt x="1203960" y="245110"/>
                  </a:lnTo>
                  <a:lnTo>
                    <a:pt x="1204226" y="245110"/>
                  </a:lnTo>
                  <a:lnTo>
                    <a:pt x="1204226" y="243840"/>
                  </a:lnTo>
                  <a:close/>
                </a:path>
                <a:path w="2018029" h="712470">
                  <a:moveTo>
                    <a:pt x="1204607" y="100330"/>
                  </a:moveTo>
                  <a:lnTo>
                    <a:pt x="1203960" y="100330"/>
                  </a:lnTo>
                  <a:lnTo>
                    <a:pt x="1203960" y="101600"/>
                  </a:lnTo>
                  <a:lnTo>
                    <a:pt x="1204607" y="101600"/>
                  </a:lnTo>
                  <a:lnTo>
                    <a:pt x="1204607" y="100330"/>
                  </a:lnTo>
                  <a:close/>
                </a:path>
                <a:path w="2018029" h="712470">
                  <a:moveTo>
                    <a:pt x="1205230" y="397510"/>
                  </a:moveTo>
                  <a:lnTo>
                    <a:pt x="1203960" y="397510"/>
                  </a:lnTo>
                  <a:lnTo>
                    <a:pt x="1203960" y="401320"/>
                  </a:lnTo>
                  <a:lnTo>
                    <a:pt x="1205230" y="401320"/>
                  </a:lnTo>
                  <a:lnTo>
                    <a:pt x="1205230" y="397510"/>
                  </a:lnTo>
                  <a:close/>
                </a:path>
                <a:path w="2018029" h="712470">
                  <a:moveTo>
                    <a:pt x="1205369" y="553720"/>
                  </a:moveTo>
                  <a:lnTo>
                    <a:pt x="1203960" y="553720"/>
                  </a:lnTo>
                  <a:lnTo>
                    <a:pt x="1203960" y="556260"/>
                  </a:lnTo>
                  <a:lnTo>
                    <a:pt x="1205369" y="556260"/>
                  </a:lnTo>
                  <a:lnTo>
                    <a:pt x="1205369" y="553720"/>
                  </a:lnTo>
                  <a:close/>
                </a:path>
                <a:path w="2018029" h="712470">
                  <a:moveTo>
                    <a:pt x="1206969" y="240030"/>
                  </a:moveTo>
                  <a:lnTo>
                    <a:pt x="1205293" y="240030"/>
                  </a:lnTo>
                  <a:lnTo>
                    <a:pt x="1205293" y="243840"/>
                  </a:lnTo>
                  <a:lnTo>
                    <a:pt x="1206969" y="243840"/>
                  </a:lnTo>
                  <a:lnTo>
                    <a:pt x="1206969" y="240030"/>
                  </a:lnTo>
                  <a:close/>
                </a:path>
                <a:path w="2018029" h="712470">
                  <a:moveTo>
                    <a:pt x="1207046" y="97790"/>
                  </a:moveTo>
                  <a:lnTo>
                    <a:pt x="1204772" y="97790"/>
                  </a:lnTo>
                  <a:lnTo>
                    <a:pt x="1204772" y="100330"/>
                  </a:lnTo>
                  <a:lnTo>
                    <a:pt x="1207046" y="100330"/>
                  </a:lnTo>
                  <a:lnTo>
                    <a:pt x="1207046" y="97790"/>
                  </a:lnTo>
                  <a:close/>
                </a:path>
                <a:path w="2018029" h="712470">
                  <a:moveTo>
                    <a:pt x="1207744" y="551180"/>
                  </a:moveTo>
                  <a:lnTo>
                    <a:pt x="1205395" y="551180"/>
                  </a:lnTo>
                  <a:lnTo>
                    <a:pt x="1205395" y="553720"/>
                  </a:lnTo>
                  <a:lnTo>
                    <a:pt x="1207744" y="553720"/>
                  </a:lnTo>
                  <a:lnTo>
                    <a:pt x="1207744" y="551180"/>
                  </a:lnTo>
                  <a:close/>
                </a:path>
                <a:path w="2018029" h="712470">
                  <a:moveTo>
                    <a:pt x="1326007" y="393700"/>
                  </a:moveTo>
                  <a:lnTo>
                    <a:pt x="1208392" y="393700"/>
                  </a:lnTo>
                  <a:lnTo>
                    <a:pt x="1208392" y="394970"/>
                  </a:lnTo>
                  <a:lnTo>
                    <a:pt x="1206093" y="394970"/>
                  </a:lnTo>
                  <a:lnTo>
                    <a:pt x="1206093" y="397510"/>
                  </a:lnTo>
                  <a:lnTo>
                    <a:pt x="1208405" y="397510"/>
                  </a:lnTo>
                  <a:lnTo>
                    <a:pt x="1208405" y="394970"/>
                  </a:lnTo>
                  <a:lnTo>
                    <a:pt x="1326007" y="394970"/>
                  </a:lnTo>
                  <a:lnTo>
                    <a:pt x="1326007" y="393700"/>
                  </a:lnTo>
                  <a:close/>
                </a:path>
                <a:path w="2018029" h="712470">
                  <a:moveTo>
                    <a:pt x="1330452" y="553720"/>
                  </a:moveTo>
                  <a:lnTo>
                    <a:pt x="1327264" y="550926"/>
                  </a:lnTo>
                  <a:lnTo>
                    <a:pt x="1326108" y="550926"/>
                  </a:lnTo>
                  <a:lnTo>
                    <a:pt x="1326108" y="548640"/>
                  </a:lnTo>
                  <a:lnTo>
                    <a:pt x="1208290" y="548640"/>
                  </a:lnTo>
                  <a:lnTo>
                    <a:pt x="1208290" y="551180"/>
                  </a:lnTo>
                  <a:lnTo>
                    <a:pt x="1325473" y="551180"/>
                  </a:lnTo>
                  <a:lnTo>
                    <a:pt x="1330452" y="556514"/>
                  </a:lnTo>
                  <a:lnTo>
                    <a:pt x="1330452" y="553720"/>
                  </a:lnTo>
                  <a:close/>
                </a:path>
                <a:path w="2018029" h="712470">
                  <a:moveTo>
                    <a:pt x="1330452" y="398018"/>
                  </a:moveTo>
                  <a:lnTo>
                    <a:pt x="1327378" y="395478"/>
                  </a:lnTo>
                  <a:lnTo>
                    <a:pt x="1325245" y="395478"/>
                  </a:lnTo>
                  <a:lnTo>
                    <a:pt x="1330452" y="400685"/>
                  </a:lnTo>
                  <a:lnTo>
                    <a:pt x="1330452" y="398018"/>
                  </a:lnTo>
                  <a:close/>
                </a:path>
                <a:path w="2018029" h="712470">
                  <a:moveTo>
                    <a:pt x="1330452" y="243205"/>
                  </a:moveTo>
                  <a:lnTo>
                    <a:pt x="1326972" y="239903"/>
                  </a:lnTo>
                  <a:lnTo>
                    <a:pt x="1326438" y="239903"/>
                  </a:lnTo>
                  <a:lnTo>
                    <a:pt x="1326438" y="238760"/>
                  </a:lnTo>
                  <a:lnTo>
                    <a:pt x="1207960" y="238760"/>
                  </a:lnTo>
                  <a:lnTo>
                    <a:pt x="1207960" y="240030"/>
                  </a:lnTo>
                  <a:lnTo>
                    <a:pt x="1325372" y="240030"/>
                  </a:lnTo>
                  <a:lnTo>
                    <a:pt x="1330452" y="244729"/>
                  </a:lnTo>
                  <a:lnTo>
                    <a:pt x="1330452" y="243205"/>
                  </a:lnTo>
                  <a:close/>
                </a:path>
                <a:path w="2018029" h="712470">
                  <a:moveTo>
                    <a:pt x="1330452" y="99822"/>
                  </a:moveTo>
                  <a:lnTo>
                    <a:pt x="1327848" y="97409"/>
                  </a:lnTo>
                  <a:lnTo>
                    <a:pt x="1326883" y="97409"/>
                  </a:lnTo>
                  <a:lnTo>
                    <a:pt x="1326883" y="95250"/>
                  </a:lnTo>
                  <a:lnTo>
                    <a:pt x="1207516" y="95250"/>
                  </a:lnTo>
                  <a:lnTo>
                    <a:pt x="1207516" y="97790"/>
                  </a:lnTo>
                  <a:lnTo>
                    <a:pt x="1325727" y="97790"/>
                  </a:lnTo>
                  <a:lnTo>
                    <a:pt x="1330452" y="101473"/>
                  </a:lnTo>
                  <a:lnTo>
                    <a:pt x="1330452" y="99822"/>
                  </a:lnTo>
                  <a:close/>
                </a:path>
                <a:path w="2018029" h="712470">
                  <a:moveTo>
                    <a:pt x="1547520" y="100330"/>
                  </a:moveTo>
                  <a:lnTo>
                    <a:pt x="1546860" y="100330"/>
                  </a:lnTo>
                  <a:lnTo>
                    <a:pt x="1546860" y="101600"/>
                  </a:lnTo>
                  <a:lnTo>
                    <a:pt x="1547520" y="101600"/>
                  </a:lnTo>
                  <a:lnTo>
                    <a:pt x="1547520" y="100330"/>
                  </a:lnTo>
                  <a:close/>
                </a:path>
                <a:path w="2018029" h="712470">
                  <a:moveTo>
                    <a:pt x="1547837" y="242570"/>
                  </a:moveTo>
                  <a:lnTo>
                    <a:pt x="1546860" y="242570"/>
                  </a:lnTo>
                  <a:lnTo>
                    <a:pt x="1546860" y="245110"/>
                  </a:lnTo>
                  <a:lnTo>
                    <a:pt x="1547837" y="245110"/>
                  </a:lnTo>
                  <a:lnTo>
                    <a:pt x="1547837" y="242570"/>
                  </a:lnTo>
                  <a:close/>
                </a:path>
                <a:path w="2018029" h="712470">
                  <a:moveTo>
                    <a:pt x="1548193" y="708660"/>
                  </a:moveTo>
                  <a:lnTo>
                    <a:pt x="1546860" y="708660"/>
                  </a:lnTo>
                  <a:lnTo>
                    <a:pt x="1546860" y="712470"/>
                  </a:lnTo>
                  <a:lnTo>
                    <a:pt x="1548193" y="712470"/>
                  </a:lnTo>
                  <a:lnTo>
                    <a:pt x="1548193" y="708660"/>
                  </a:lnTo>
                  <a:close/>
                </a:path>
                <a:path w="2018029" h="712470">
                  <a:moveTo>
                    <a:pt x="1548307" y="553720"/>
                  </a:moveTo>
                  <a:lnTo>
                    <a:pt x="1546860" y="553720"/>
                  </a:lnTo>
                  <a:lnTo>
                    <a:pt x="1546860" y="556260"/>
                  </a:lnTo>
                  <a:lnTo>
                    <a:pt x="1548307" y="556260"/>
                  </a:lnTo>
                  <a:lnTo>
                    <a:pt x="1548307" y="553720"/>
                  </a:lnTo>
                  <a:close/>
                </a:path>
                <a:path w="2018029" h="712470">
                  <a:moveTo>
                    <a:pt x="1548396" y="397510"/>
                  </a:moveTo>
                  <a:lnTo>
                    <a:pt x="1546860" y="397510"/>
                  </a:lnTo>
                  <a:lnTo>
                    <a:pt x="1546860" y="400050"/>
                  </a:lnTo>
                  <a:lnTo>
                    <a:pt x="1548396" y="400050"/>
                  </a:lnTo>
                  <a:lnTo>
                    <a:pt x="1548396" y="397510"/>
                  </a:lnTo>
                  <a:close/>
                </a:path>
                <a:path w="2018029" h="712470">
                  <a:moveTo>
                    <a:pt x="1550022" y="97790"/>
                  </a:moveTo>
                  <a:lnTo>
                    <a:pt x="1547698" y="97790"/>
                  </a:lnTo>
                  <a:lnTo>
                    <a:pt x="1547698" y="100330"/>
                  </a:lnTo>
                  <a:lnTo>
                    <a:pt x="1550022" y="100330"/>
                  </a:lnTo>
                  <a:lnTo>
                    <a:pt x="1550022" y="97790"/>
                  </a:lnTo>
                  <a:close/>
                </a:path>
                <a:path w="2018029" h="712470">
                  <a:moveTo>
                    <a:pt x="1550111" y="3810"/>
                  </a:moveTo>
                  <a:lnTo>
                    <a:pt x="1547723" y="3810"/>
                  </a:lnTo>
                  <a:lnTo>
                    <a:pt x="1547723" y="6350"/>
                  </a:lnTo>
                  <a:lnTo>
                    <a:pt x="1546860" y="6350"/>
                  </a:lnTo>
                  <a:lnTo>
                    <a:pt x="1546860" y="7620"/>
                  </a:lnTo>
                  <a:lnTo>
                    <a:pt x="1547888" y="7620"/>
                  </a:lnTo>
                  <a:lnTo>
                    <a:pt x="1547888" y="6350"/>
                  </a:lnTo>
                  <a:lnTo>
                    <a:pt x="1550111" y="6350"/>
                  </a:lnTo>
                  <a:lnTo>
                    <a:pt x="1550111" y="3810"/>
                  </a:lnTo>
                  <a:close/>
                </a:path>
                <a:path w="2018029" h="712470">
                  <a:moveTo>
                    <a:pt x="1550644" y="240030"/>
                  </a:moveTo>
                  <a:lnTo>
                    <a:pt x="1548193" y="240030"/>
                  </a:lnTo>
                  <a:lnTo>
                    <a:pt x="1548193" y="242570"/>
                  </a:lnTo>
                  <a:lnTo>
                    <a:pt x="1550644" y="242570"/>
                  </a:lnTo>
                  <a:lnTo>
                    <a:pt x="1550644" y="240030"/>
                  </a:lnTo>
                  <a:close/>
                </a:path>
                <a:path w="2018029" h="712470">
                  <a:moveTo>
                    <a:pt x="1550733" y="551180"/>
                  </a:moveTo>
                  <a:lnTo>
                    <a:pt x="1548333" y="551180"/>
                  </a:lnTo>
                  <a:lnTo>
                    <a:pt x="1548333" y="553720"/>
                  </a:lnTo>
                  <a:lnTo>
                    <a:pt x="1550733" y="553720"/>
                  </a:lnTo>
                  <a:lnTo>
                    <a:pt x="1550733" y="551180"/>
                  </a:lnTo>
                  <a:close/>
                </a:path>
                <a:path w="2018029" h="712470">
                  <a:moveTo>
                    <a:pt x="1551203" y="394970"/>
                  </a:moveTo>
                  <a:lnTo>
                    <a:pt x="1548853" y="394970"/>
                  </a:lnTo>
                  <a:lnTo>
                    <a:pt x="1548853" y="397510"/>
                  </a:lnTo>
                  <a:lnTo>
                    <a:pt x="1551203" y="397510"/>
                  </a:lnTo>
                  <a:lnTo>
                    <a:pt x="1551203" y="394970"/>
                  </a:lnTo>
                  <a:close/>
                </a:path>
                <a:path w="2018029" h="712470">
                  <a:moveTo>
                    <a:pt x="1670367" y="393700"/>
                  </a:moveTo>
                  <a:lnTo>
                    <a:pt x="1551355" y="393700"/>
                  </a:lnTo>
                  <a:lnTo>
                    <a:pt x="1551355" y="394970"/>
                  </a:lnTo>
                  <a:lnTo>
                    <a:pt x="1670367" y="394970"/>
                  </a:lnTo>
                  <a:lnTo>
                    <a:pt x="1670367" y="393700"/>
                  </a:lnTo>
                  <a:close/>
                </a:path>
                <a:path w="2018029" h="712470">
                  <a:moveTo>
                    <a:pt x="1670570" y="704850"/>
                  </a:moveTo>
                  <a:lnTo>
                    <a:pt x="1551152" y="704850"/>
                  </a:lnTo>
                  <a:lnTo>
                    <a:pt x="1551152" y="706120"/>
                  </a:lnTo>
                  <a:lnTo>
                    <a:pt x="1548930" y="706120"/>
                  </a:lnTo>
                  <a:lnTo>
                    <a:pt x="1548930" y="708660"/>
                  </a:lnTo>
                  <a:lnTo>
                    <a:pt x="1551216" y="708660"/>
                  </a:lnTo>
                  <a:lnTo>
                    <a:pt x="1551216" y="706120"/>
                  </a:lnTo>
                  <a:lnTo>
                    <a:pt x="1670570" y="706120"/>
                  </a:lnTo>
                  <a:lnTo>
                    <a:pt x="1670570" y="704850"/>
                  </a:lnTo>
                  <a:close/>
                </a:path>
                <a:path w="2018029" h="712470">
                  <a:moveTo>
                    <a:pt x="1674876" y="709168"/>
                  </a:moveTo>
                  <a:lnTo>
                    <a:pt x="1671612" y="706374"/>
                  </a:lnTo>
                  <a:lnTo>
                    <a:pt x="1669542" y="706374"/>
                  </a:lnTo>
                  <a:lnTo>
                    <a:pt x="1674876" y="711962"/>
                  </a:lnTo>
                  <a:lnTo>
                    <a:pt x="1674876" y="709168"/>
                  </a:lnTo>
                  <a:close/>
                </a:path>
                <a:path w="2018029" h="712470">
                  <a:moveTo>
                    <a:pt x="1674876" y="553720"/>
                  </a:moveTo>
                  <a:lnTo>
                    <a:pt x="1671612" y="550926"/>
                  </a:lnTo>
                  <a:lnTo>
                    <a:pt x="1670418" y="550926"/>
                  </a:lnTo>
                  <a:lnTo>
                    <a:pt x="1670418" y="548640"/>
                  </a:lnTo>
                  <a:lnTo>
                    <a:pt x="1551305" y="548640"/>
                  </a:lnTo>
                  <a:lnTo>
                    <a:pt x="1551305" y="551180"/>
                  </a:lnTo>
                  <a:lnTo>
                    <a:pt x="1669783" y="551180"/>
                  </a:lnTo>
                  <a:lnTo>
                    <a:pt x="1674876" y="556514"/>
                  </a:lnTo>
                  <a:lnTo>
                    <a:pt x="1674876" y="553720"/>
                  </a:lnTo>
                  <a:close/>
                </a:path>
                <a:path w="2018029" h="712470">
                  <a:moveTo>
                    <a:pt x="1674876" y="397764"/>
                  </a:moveTo>
                  <a:lnTo>
                    <a:pt x="1671701" y="395351"/>
                  </a:lnTo>
                  <a:lnTo>
                    <a:pt x="1669542" y="395351"/>
                  </a:lnTo>
                  <a:lnTo>
                    <a:pt x="1674876" y="400177"/>
                  </a:lnTo>
                  <a:lnTo>
                    <a:pt x="1674876" y="397764"/>
                  </a:lnTo>
                  <a:close/>
                </a:path>
                <a:path w="2018029" h="712470">
                  <a:moveTo>
                    <a:pt x="1674876" y="242316"/>
                  </a:moveTo>
                  <a:lnTo>
                    <a:pt x="1671701" y="239903"/>
                  </a:lnTo>
                  <a:lnTo>
                    <a:pt x="1671040" y="239903"/>
                  </a:lnTo>
                  <a:lnTo>
                    <a:pt x="1671040" y="238760"/>
                  </a:lnTo>
                  <a:lnTo>
                    <a:pt x="1550682" y="238760"/>
                  </a:lnTo>
                  <a:lnTo>
                    <a:pt x="1550682" y="240030"/>
                  </a:lnTo>
                  <a:lnTo>
                    <a:pt x="1669681" y="240030"/>
                  </a:lnTo>
                  <a:lnTo>
                    <a:pt x="1674876" y="244729"/>
                  </a:lnTo>
                  <a:lnTo>
                    <a:pt x="1674876" y="242316"/>
                  </a:lnTo>
                  <a:close/>
                </a:path>
                <a:path w="2018029" h="712470">
                  <a:moveTo>
                    <a:pt x="1674876" y="99822"/>
                  </a:moveTo>
                  <a:lnTo>
                    <a:pt x="1672209" y="97409"/>
                  </a:lnTo>
                  <a:lnTo>
                    <a:pt x="1671218" y="97409"/>
                  </a:lnTo>
                  <a:lnTo>
                    <a:pt x="1671218" y="95250"/>
                  </a:lnTo>
                  <a:lnTo>
                    <a:pt x="1550504" y="95250"/>
                  </a:lnTo>
                  <a:lnTo>
                    <a:pt x="1550504" y="97790"/>
                  </a:lnTo>
                  <a:lnTo>
                    <a:pt x="1670037" y="97790"/>
                  </a:lnTo>
                  <a:lnTo>
                    <a:pt x="1674876" y="101473"/>
                  </a:lnTo>
                  <a:lnTo>
                    <a:pt x="1674876" y="99822"/>
                  </a:lnTo>
                  <a:close/>
                </a:path>
                <a:path w="2018029" h="712470">
                  <a:moveTo>
                    <a:pt x="1674876" y="5969"/>
                  </a:moveTo>
                  <a:lnTo>
                    <a:pt x="1672259" y="3302"/>
                  </a:lnTo>
                  <a:lnTo>
                    <a:pt x="1670900" y="3302"/>
                  </a:lnTo>
                  <a:lnTo>
                    <a:pt x="1670900" y="0"/>
                  </a:lnTo>
                  <a:lnTo>
                    <a:pt x="1550822" y="0"/>
                  </a:lnTo>
                  <a:lnTo>
                    <a:pt x="1550822" y="3810"/>
                  </a:lnTo>
                  <a:lnTo>
                    <a:pt x="1670126" y="3810"/>
                  </a:lnTo>
                  <a:lnTo>
                    <a:pt x="1674876" y="7874"/>
                  </a:lnTo>
                  <a:lnTo>
                    <a:pt x="1674876" y="5969"/>
                  </a:lnTo>
                  <a:close/>
                </a:path>
                <a:path w="2018029" h="712470">
                  <a:moveTo>
                    <a:pt x="1720176" y="708660"/>
                  </a:moveTo>
                  <a:lnTo>
                    <a:pt x="1719072" y="708660"/>
                  </a:lnTo>
                  <a:lnTo>
                    <a:pt x="1719072" y="712470"/>
                  </a:lnTo>
                  <a:lnTo>
                    <a:pt x="1720176" y="712470"/>
                  </a:lnTo>
                  <a:lnTo>
                    <a:pt x="1720176" y="708660"/>
                  </a:lnTo>
                  <a:close/>
                </a:path>
                <a:path w="2018029" h="712470">
                  <a:moveTo>
                    <a:pt x="1720278" y="553720"/>
                  </a:moveTo>
                  <a:lnTo>
                    <a:pt x="1719072" y="553720"/>
                  </a:lnTo>
                  <a:lnTo>
                    <a:pt x="1719072" y="556260"/>
                  </a:lnTo>
                  <a:lnTo>
                    <a:pt x="1720278" y="556260"/>
                  </a:lnTo>
                  <a:lnTo>
                    <a:pt x="1720278" y="553720"/>
                  </a:lnTo>
                  <a:close/>
                </a:path>
                <a:path w="2018029" h="712470">
                  <a:moveTo>
                    <a:pt x="1721777" y="3810"/>
                  </a:moveTo>
                  <a:lnTo>
                    <a:pt x="1719783" y="3810"/>
                  </a:lnTo>
                  <a:lnTo>
                    <a:pt x="1719783" y="6350"/>
                  </a:lnTo>
                  <a:lnTo>
                    <a:pt x="1719072" y="6350"/>
                  </a:lnTo>
                  <a:lnTo>
                    <a:pt x="1719072" y="7620"/>
                  </a:lnTo>
                  <a:lnTo>
                    <a:pt x="1719935" y="7620"/>
                  </a:lnTo>
                  <a:lnTo>
                    <a:pt x="1719935" y="6350"/>
                  </a:lnTo>
                  <a:lnTo>
                    <a:pt x="1721777" y="6350"/>
                  </a:lnTo>
                  <a:lnTo>
                    <a:pt x="1721777" y="3810"/>
                  </a:lnTo>
                  <a:close/>
                </a:path>
                <a:path w="2018029" h="712470">
                  <a:moveTo>
                    <a:pt x="1722297" y="551180"/>
                  </a:moveTo>
                  <a:lnTo>
                    <a:pt x="1720303" y="551180"/>
                  </a:lnTo>
                  <a:lnTo>
                    <a:pt x="1720303" y="553720"/>
                  </a:lnTo>
                  <a:lnTo>
                    <a:pt x="1722297" y="553720"/>
                  </a:lnTo>
                  <a:lnTo>
                    <a:pt x="1722297" y="551180"/>
                  </a:lnTo>
                  <a:close/>
                </a:path>
                <a:path w="2018029" h="712470">
                  <a:moveTo>
                    <a:pt x="1842643" y="548640"/>
                  </a:moveTo>
                  <a:lnTo>
                    <a:pt x="1722767" y="548640"/>
                  </a:lnTo>
                  <a:lnTo>
                    <a:pt x="1722767" y="551180"/>
                  </a:lnTo>
                  <a:lnTo>
                    <a:pt x="1842643" y="551180"/>
                  </a:lnTo>
                  <a:lnTo>
                    <a:pt x="1842643" y="548640"/>
                  </a:lnTo>
                  <a:close/>
                </a:path>
                <a:path w="2018029" h="712470">
                  <a:moveTo>
                    <a:pt x="1842782" y="704850"/>
                  </a:moveTo>
                  <a:lnTo>
                    <a:pt x="1722640" y="704850"/>
                  </a:lnTo>
                  <a:lnTo>
                    <a:pt x="1722640" y="706120"/>
                  </a:lnTo>
                  <a:lnTo>
                    <a:pt x="1720799" y="706120"/>
                  </a:lnTo>
                  <a:lnTo>
                    <a:pt x="1720799" y="708660"/>
                  </a:lnTo>
                  <a:lnTo>
                    <a:pt x="1722704" y="708660"/>
                  </a:lnTo>
                  <a:lnTo>
                    <a:pt x="1722704" y="706120"/>
                  </a:lnTo>
                  <a:lnTo>
                    <a:pt x="1842782" y="706120"/>
                  </a:lnTo>
                  <a:lnTo>
                    <a:pt x="1842782" y="704850"/>
                  </a:lnTo>
                  <a:close/>
                </a:path>
                <a:path w="2018029" h="712470">
                  <a:moveTo>
                    <a:pt x="1847088" y="709168"/>
                  </a:moveTo>
                  <a:lnTo>
                    <a:pt x="1843824" y="706374"/>
                  </a:lnTo>
                  <a:lnTo>
                    <a:pt x="1841754" y="706374"/>
                  </a:lnTo>
                  <a:lnTo>
                    <a:pt x="1847088" y="711962"/>
                  </a:lnTo>
                  <a:lnTo>
                    <a:pt x="1847088" y="709168"/>
                  </a:lnTo>
                  <a:close/>
                </a:path>
                <a:path w="2018029" h="712470">
                  <a:moveTo>
                    <a:pt x="1847088" y="5969"/>
                  </a:moveTo>
                  <a:lnTo>
                    <a:pt x="1844471" y="3302"/>
                  </a:lnTo>
                  <a:lnTo>
                    <a:pt x="1843112" y="3302"/>
                  </a:lnTo>
                  <a:lnTo>
                    <a:pt x="1843112" y="0"/>
                  </a:lnTo>
                  <a:lnTo>
                    <a:pt x="1722374" y="0"/>
                  </a:lnTo>
                  <a:lnTo>
                    <a:pt x="1722374" y="3810"/>
                  </a:lnTo>
                  <a:lnTo>
                    <a:pt x="1842338" y="3810"/>
                  </a:lnTo>
                  <a:lnTo>
                    <a:pt x="1847088" y="7874"/>
                  </a:lnTo>
                  <a:lnTo>
                    <a:pt x="1847088" y="5969"/>
                  </a:lnTo>
                  <a:close/>
                </a:path>
                <a:path w="2018029" h="712470">
                  <a:moveTo>
                    <a:pt x="1894459" y="3810"/>
                  </a:moveTo>
                  <a:lnTo>
                    <a:pt x="1892122" y="3810"/>
                  </a:lnTo>
                  <a:lnTo>
                    <a:pt x="1892122" y="6350"/>
                  </a:lnTo>
                  <a:lnTo>
                    <a:pt x="1891284" y="6350"/>
                  </a:lnTo>
                  <a:lnTo>
                    <a:pt x="1891284" y="7620"/>
                  </a:lnTo>
                  <a:lnTo>
                    <a:pt x="1892287" y="7620"/>
                  </a:lnTo>
                  <a:lnTo>
                    <a:pt x="1892287" y="6350"/>
                  </a:lnTo>
                  <a:lnTo>
                    <a:pt x="1894459" y="6350"/>
                  </a:lnTo>
                  <a:lnTo>
                    <a:pt x="1894459" y="3810"/>
                  </a:lnTo>
                  <a:close/>
                </a:path>
                <a:path w="2018029" h="712470">
                  <a:moveTo>
                    <a:pt x="2017776" y="5969"/>
                  </a:moveTo>
                  <a:lnTo>
                    <a:pt x="2015655" y="3302"/>
                  </a:lnTo>
                  <a:lnTo>
                    <a:pt x="2014550" y="3302"/>
                  </a:lnTo>
                  <a:lnTo>
                    <a:pt x="2014550" y="0"/>
                  </a:lnTo>
                  <a:lnTo>
                    <a:pt x="1895157" y="0"/>
                  </a:lnTo>
                  <a:lnTo>
                    <a:pt x="1895157" y="3810"/>
                  </a:lnTo>
                  <a:lnTo>
                    <a:pt x="2013927" y="3810"/>
                  </a:lnTo>
                  <a:lnTo>
                    <a:pt x="2017776" y="7874"/>
                  </a:lnTo>
                  <a:lnTo>
                    <a:pt x="2017776" y="5969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91984" y="2966719"/>
              <a:ext cx="641985" cy="712470"/>
            </a:xfrm>
            <a:custGeom>
              <a:avLst/>
              <a:gdLst/>
              <a:ahLst/>
              <a:cxnLst/>
              <a:rect l="l" t="t" r="r" b="b"/>
              <a:pathLst>
                <a:path w="641984" h="712470">
                  <a:moveTo>
                    <a:pt x="533" y="100330"/>
                  </a:moveTo>
                  <a:lnTo>
                    <a:pt x="0" y="100330"/>
                  </a:lnTo>
                  <a:lnTo>
                    <a:pt x="0" y="101600"/>
                  </a:lnTo>
                  <a:lnTo>
                    <a:pt x="533" y="101600"/>
                  </a:lnTo>
                  <a:lnTo>
                    <a:pt x="533" y="100330"/>
                  </a:lnTo>
                  <a:close/>
                </a:path>
                <a:path w="641984" h="712470">
                  <a:moveTo>
                    <a:pt x="787" y="242570"/>
                  </a:moveTo>
                  <a:lnTo>
                    <a:pt x="0" y="242570"/>
                  </a:lnTo>
                  <a:lnTo>
                    <a:pt x="0" y="245110"/>
                  </a:lnTo>
                  <a:lnTo>
                    <a:pt x="787" y="245110"/>
                  </a:lnTo>
                  <a:lnTo>
                    <a:pt x="787" y="242570"/>
                  </a:lnTo>
                  <a:close/>
                </a:path>
                <a:path w="641984" h="712470">
                  <a:moveTo>
                    <a:pt x="1168" y="553720"/>
                  </a:moveTo>
                  <a:lnTo>
                    <a:pt x="0" y="553720"/>
                  </a:lnTo>
                  <a:lnTo>
                    <a:pt x="0" y="556260"/>
                  </a:lnTo>
                  <a:lnTo>
                    <a:pt x="1168" y="556260"/>
                  </a:lnTo>
                  <a:lnTo>
                    <a:pt x="1168" y="553720"/>
                  </a:lnTo>
                  <a:close/>
                </a:path>
                <a:path w="641984" h="712470">
                  <a:moveTo>
                    <a:pt x="1244" y="397510"/>
                  </a:moveTo>
                  <a:lnTo>
                    <a:pt x="0" y="397510"/>
                  </a:lnTo>
                  <a:lnTo>
                    <a:pt x="0" y="400050"/>
                  </a:lnTo>
                  <a:lnTo>
                    <a:pt x="1244" y="400050"/>
                  </a:lnTo>
                  <a:lnTo>
                    <a:pt x="1244" y="397510"/>
                  </a:lnTo>
                  <a:close/>
                </a:path>
                <a:path w="641984" h="712470">
                  <a:moveTo>
                    <a:pt x="2552" y="97790"/>
                  </a:moveTo>
                  <a:lnTo>
                    <a:pt x="673" y="97790"/>
                  </a:lnTo>
                  <a:lnTo>
                    <a:pt x="673" y="100330"/>
                  </a:lnTo>
                  <a:lnTo>
                    <a:pt x="2552" y="100330"/>
                  </a:lnTo>
                  <a:lnTo>
                    <a:pt x="2552" y="97790"/>
                  </a:lnTo>
                  <a:close/>
                </a:path>
                <a:path w="641984" h="712470">
                  <a:moveTo>
                    <a:pt x="2628" y="3810"/>
                  </a:moveTo>
                  <a:lnTo>
                    <a:pt x="698" y="3810"/>
                  </a:lnTo>
                  <a:lnTo>
                    <a:pt x="698" y="6350"/>
                  </a:lnTo>
                  <a:lnTo>
                    <a:pt x="0" y="6350"/>
                  </a:lnTo>
                  <a:lnTo>
                    <a:pt x="0" y="7620"/>
                  </a:lnTo>
                  <a:lnTo>
                    <a:pt x="838" y="7620"/>
                  </a:lnTo>
                  <a:lnTo>
                    <a:pt x="838" y="6350"/>
                  </a:lnTo>
                  <a:lnTo>
                    <a:pt x="2628" y="6350"/>
                  </a:lnTo>
                  <a:lnTo>
                    <a:pt x="2628" y="3810"/>
                  </a:lnTo>
                  <a:close/>
                </a:path>
                <a:path w="641984" h="712470">
                  <a:moveTo>
                    <a:pt x="3060" y="240030"/>
                  </a:moveTo>
                  <a:lnTo>
                    <a:pt x="1079" y="240030"/>
                  </a:lnTo>
                  <a:lnTo>
                    <a:pt x="1079" y="242570"/>
                  </a:lnTo>
                  <a:lnTo>
                    <a:pt x="3060" y="242570"/>
                  </a:lnTo>
                  <a:lnTo>
                    <a:pt x="3060" y="240030"/>
                  </a:lnTo>
                  <a:close/>
                </a:path>
                <a:path w="641984" h="712470">
                  <a:moveTo>
                    <a:pt x="3136" y="551180"/>
                  </a:moveTo>
                  <a:lnTo>
                    <a:pt x="1193" y="551180"/>
                  </a:lnTo>
                  <a:lnTo>
                    <a:pt x="1193" y="553720"/>
                  </a:lnTo>
                  <a:lnTo>
                    <a:pt x="3136" y="553720"/>
                  </a:lnTo>
                  <a:lnTo>
                    <a:pt x="3136" y="551180"/>
                  </a:lnTo>
                  <a:close/>
                </a:path>
                <a:path w="641984" h="712470">
                  <a:moveTo>
                    <a:pt x="3517" y="394970"/>
                  </a:moveTo>
                  <a:lnTo>
                    <a:pt x="1612" y="394970"/>
                  </a:lnTo>
                  <a:lnTo>
                    <a:pt x="1612" y="397510"/>
                  </a:lnTo>
                  <a:lnTo>
                    <a:pt x="3517" y="397510"/>
                  </a:lnTo>
                  <a:lnTo>
                    <a:pt x="3517" y="394970"/>
                  </a:lnTo>
                  <a:close/>
                </a:path>
                <a:path w="641984" h="712470">
                  <a:moveTo>
                    <a:pt x="122097" y="393700"/>
                  </a:moveTo>
                  <a:lnTo>
                    <a:pt x="3632" y="393700"/>
                  </a:lnTo>
                  <a:lnTo>
                    <a:pt x="3632" y="394970"/>
                  </a:lnTo>
                  <a:lnTo>
                    <a:pt x="122097" y="394970"/>
                  </a:lnTo>
                  <a:lnTo>
                    <a:pt x="122097" y="393700"/>
                  </a:lnTo>
                  <a:close/>
                </a:path>
                <a:path w="641984" h="712470">
                  <a:moveTo>
                    <a:pt x="126492" y="553720"/>
                  </a:moveTo>
                  <a:lnTo>
                    <a:pt x="123304" y="550926"/>
                  </a:lnTo>
                  <a:lnTo>
                    <a:pt x="122148" y="550926"/>
                  </a:lnTo>
                  <a:lnTo>
                    <a:pt x="122148" y="548640"/>
                  </a:lnTo>
                  <a:lnTo>
                    <a:pt x="3594" y="548640"/>
                  </a:lnTo>
                  <a:lnTo>
                    <a:pt x="3594" y="551180"/>
                  </a:lnTo>
                  <a:lnTo>
                    <a:pt x="121513" y="551180"/>
                  </a:lnTo>
                  <a:lnTo>
                    <a:pt x="126492" y="556514"/>
                  </a:lnTo>
                  <a:lnTo>
                    <a:pt x="126492" y="553720"/>
                  </a:lnTo>
                  <a:close/>
                </a:path>
                <a:path w="641984" h="712470">
                  <a:moveTo>
                    <a:pt x="126492" y="397764"/>
                  </a:moveTo>
                  <a:lnTo>
                    <a:pt x="123393" y="395351"/>
                  </a:lnTo>
                  <a:lnTo>
                    <a:pt x="121285" y="395351"/>
                  </a:lnTo>
                  <a:lnTo>
                    <a:pt x="126492" y="400177"/>
                  </a:lnTo>
                  <a:lnTo>
                    <a:pt x="126492" y="397764"/>
                  </a:lnTo>
                  <a:close/>
                </a:path>
                <a:path w="641984" h="712470">
                  <a:moveTo>
                    <a:pt x="126492" y="242316"/>
                  </a:moveTo>
                  <a:lnTo>
                    <a:pt x="123393" y="239903"/>
                  </a:lnTo>
                  <a:lnTo>
                    <a:pt x="122745" y="239903"/>
                  </a:lnTo>
                  <a:lnTo>
                    <a:pt x="122745" y="238760"/>
                  </a:lnTo>
                  <a:lnTo>
                    <a:pt x="3098" y="238760"/>
                  </a:lnTo>
                  <a:lnTo>
                    <a:pt x="3098" y="240030"/>
                  </a:lnTo>
                  <a:lnTo>
                    <a:pt x="121412" y="240030"/>
                  </a:lnTo>
                  <a:lnTo>
                    <a:pt x="126492" y="244729"/>
                  </a:lnTo>
                  <a:lnTo>
                    <a:pt x="126492" y="242316"/>
                  </a:lnTo>
                  <a:close/>
                </a:path>
                <a:path w="641984" h="712470">
                  <a:moveTo>
                    <a:pt x="126492" y="99822"/>
                  </a:moveTo>
                  <a:lnTo>
                    <a:pt x="123888" y="97409"/>
                  </a:lnTo>
                  <a:lnTo>
                    <a:pt x="122923" y="97409"/>
                  </a:lnTo>
                  <a:lnTo>
                    <a:pt x="122923" y="95250"/>
                  </a:lnTo>
                  <a:lnTo>
                    <a:pt x="2946" y="95250"/>
                  </a:lnTo>
                  <a:lnTo>
                    <a:pt x="2946" y="97790"/>
                  </a:lnTo>
                  <a:lnTo>
                    <a:pt x="121767" y="97790"/>
                  </a:lnTo>
                  <a:lnTo>
                    <a:pt x="126492" y="101473"/>
                  </a:lnTo>
                  <a:lnTo>
                    <a:pt x="126492" y="99822"/>
                  </a:lnTo>
                  <a:close/>
                </a:path>
                <a:path w="641984" h="712470">
                  <a:moveTo>
                    <a:pt x="126492" y="5969"/>
                  </a:moveTo>
                  <a:lnTo>
                    <a:pt x="123939" y="3302"/>
                  </a:lnTo>
                  <a:lnTo>
                    <a:pt x="122605" y="3302"/>
                  </a:lnTo>
                  <a:lnTo>
                    <a:pt x="122605" y="0"/>
                  </a:lnTo>
                  <a:lnTo>
                    <a:pt x="3213" y="0"/>
                  </a:lnTo>
                  <a:lnTo>
                    <a:pt x="3213" y="3810"/>
                  </a:lnTo>
                  <a:lnTo>
                    <a:pt x="121856" y="3810"/>
                  </a:lnTo>
                  <a:lnTo>
                    <a:pt x="126492" y="7874"/>
                  </a:lnTo>
                  <a:lnTo>
                    <a:pt x="126492" y="5969"/>
                  </a:lnTo>
                  <a:close/>
                </a:path>
                <a:path w="641984" h="712470">
                  <a:moveTo>
                    <a:pt x="343446" y="100330"/>
                  </a:moveTo>
                  <a:lnTo>
                    <a:pt x="342900" y="100330"/>
                  </a:lnTo>
                  <a:lnTo>
                    <a:pt x="342900" y="101600"/>
                  </a:lnTo>
                  <a:lnTo>
                    <a:pt x="343446" y="101600"/>
                  </a:lnTo>
                  <a:lnTo>
                    <a:pt x="343446" y="100330"/>
                  </a:lnTo>
                  <a:close/>
                </a:path>
                <a:path w="641984" h="712470">
                  <a:moveTo>
                    <a:pt x="343712" y="242570"/>
                  </a:moveTo>
                  <a:lnTo>
                    <a:pt x="342900" y="242570"/>
                  </a:lnTo>
                  <a:lnTo>
                    <a:pt x="342900" y="245110"/>
                  </a:lnTo>
                  <a:lnTo>
                    <a:pt x="343712" y="245110"/>
                  </a:lnTo>
                  <a:lnTo>
                    <a:pt x="343712" y="242570"/>
                  </a:lnTo>
                  <a:close/>
                </a:path>
                <a:path w="641984" h="712470">
                  <a:moveTo>
                    <a:pt x="344182" y="397510"/>
                  </a:moveTo>
                  <a:lnTo>
                    <a:pt x="342900" y="397510"/>
                  </a:lnTo>
                  <a:lnTo>
                    <a:pt x="342900" y="400050"/>
                  </a:lnTo>
                  <a:lnTo>
                    <a:pt x="344182" y="400050"/>
                  </a:lnTo>
                  <a:lnTo>
                    <a:pt x="344182" y="397510"/>
                  </a:lnTo>
                  <a:close/>
                </a:path>
                <a:path w="641984" h="712470">
                  <a:moveTo>
                    <a:pt x="345528" y="97790"/>
                  </a:moveTo>
                  <a:lnTo>
                    <a:pt x="343598" y="97790"/>
                  </a:lnTo>
                  <a:lnTo>
                    <a:pt x="343598" y="100330"/>
                  </a:lnTo>
                  <a:lnTo>
                    <a:pt x="345528" y="100330"/>
                  </a:lnTo>
                  <a:lnTo>
                    <a:pt x="345528" y="97790"/>
                  </a:lnTo>
                  <a:close/>
                </a:path>
                <a:path w="641984" h="712470">
                  <a:moveTo>
                    <a:pt x="346049" y="240030"/>
                  </a:moveTo>
                  <a:lnTo>
                    <a:pt x="344004" y="240030"/>
                  </a:lnTo>
                  <a:lnTo>
                    <a:pt x="344004" y="242570"/>
                  </a:lnTo>
                  <a:lnTo>
                    <a:pt x="346049" y="242570"/>
                  </a:lnTo>
                  <a:lnTo>
                    <a:pt x="346049" y="240030"/>
                  </a:lnTo>
                  <a:close/>
                </a:path>
                <a:path w="641984" h="712470">
                  <a:moveTo>
                    <a:pt x="346519" y="394970"/>
                  </a:moveTo>
                  <a:lnTo>
                    <a:pt x="344563" y="394970"/>
                  </a:lnTo>
                  <a:lnTo>
                    <a:pt x="344563" y="397510"/>
                  </a:lnTo>
                  <a:lnTo>
                    <a:pt x="346519" y="397510"/>
                  </a:lnTo>
                  <a:lnTo>
                    <a:pt x="346519" y="394970"/>
                  </a:lnTo>
                  <a:close/>
                </a:path>
                <a:path w="641984" h="712470">
                  <a:moveTo>
                    <a:pt x="466407" y="393700"/>
                  </a:moveTo>
                  <a:lnTo>
                    <a:pt x="346646" y="393700"/>
                  </a:lnTo>
                  <a:lnTo>
                    <a:pt x="346646" y="394970"/>
                  </a:lnTo>
                  <a:lnTo>
                    <a:pt x="466407" y="394970"/>
                  </a:lnTo>
                  <a:lnTo>
                    <a:pt x="466407" y="393700"/>
                  </a:lnTo>
                  <a:close/>
                </a:path>
                <a:path w="641984" h="712470">
                  <a:moveTo>
                    <a:pt x="470916" y="553720"/>
                  </a:moveTo>
                  <a:lnTo>
                    <a:pt x="467652" y="550926"/>
                  </a:lnTo>
                  <a:lnTo>
                    <a:pt x="466471" y="550926"/>
                  </a:lnTo>
                  <a:lnTo>
                    <a:pt x="466471" y="548640"/>
                  </a:lnTo>
                  <a:lnTo>
                    <a:pt x="346595" y="548640"/>
                  </a:lnTo>
                  <a:lnTo>
                    <a:pt x="346595" y="551180"/>
                  </a:lnTo>
                  <a:lnTo>
                    <a:pt x="465823" y="551180"/>
                  </a:lnTo>
                  <a:lnTo>
                    <a:pt x="470916" y="556514"/>
                  </a:lnTo>
                  <a:lnTo>
                    <a:pt x="470916" y="553720"/>
                  </a:lnTo>
                  <a:close/>
                </a:path>
                <a:path w="641984" h="712470">
                  <a:moveTo>
                    <a:pt x="470916" y="397764"/>
                  </a:moveTo>
                  <a:lnTo>
                    <a:pt x="467741" y="395351"/>
                  </a:lnTo>
                  <a:lnTo>
                    <a:pt x="465582" y="395351"/>
                  </a:lnTo>
                  <a:lnTo>
                    <a:pt x="470916" y="400177"/>
                  </a:lnTo>
                  <a:lnTo>
                    <a:pt x="470916" y="397764"/>
                  </a:lnTo>
                  <a:close/>
                </a:path>
                <a:path w="641984" h="712470">
                  <a:moveTo>
                    <a:pt x="516407" y="708660"/>
                  </a:moveTo>
                  <a:lnTo>
                    <a:pt x="515112" y="708660"/>
                  </a:lnTo>
                  <a:lnTo>
                    <a:pt x="515112" y="712470"/>
                  </a:lnTo>
                  <a:lnTo>
                    <a:pt x="516407" y="712470"/>
                  </a:lnTo>
                  <a:lnTo>
                    <a:pt x="516407" y="708660"/>
                  </a:lnTo>
                  <a:close/>
                </a:path>
                <a:path w="641984" h="712470">
                  <a:moveTo>
                    <a:pt x="516521" y="553720"/>
                  </a:moveTo>
                  <a:lnTo>
                    <a:pt x="515112" y="553720"/>
                  </a:lnTo>
                  <a:lnTo>
                    <a:pt x="515112" y="556260"/>
                  </a:lnTo>
                  <a:lnTo>
                    <a:pt x="516521" y="556260"/>
                  </a:lnTo>
                  <a:lnTo>
                    <a:pt x="516521" y="553720"/>
                  </a:lnTo>
                  <a:close/>
                </a:path>
                <a:path w="641984" h="712470">
                  <a:moveTo>
                    <a:pt x="518896" y="551180"/>
                  </a:moveTo>
                  <a:lnTo>
                    <a:pt x="516547" y="551180"/>
                  </a:lnTo>
                  <a:lnTo>
                    <a:pt x="516547" y="553720"/>
                  </a:lnTo>
                  <a:lnTo>
                    <a:pt x="518896" y="553720"/>
                  </a:lnTo>
                  <a:lnTo>
                    <a:pt x="518896" y="551180"/>
                  </a:lnTo>
                  <a:close/>
                </a:path>
                <a:path w="641984" h="712470">
                  <a:moveTo>
                    <a:pt x="638124" y="704850"/>
                  </a:moveTo>
                  <a:lnTo>
                    <a:pt x="519303" y="704850"/>
                  </a:lnTo>
                  <a:lnTo>
                    <a:pt x="519303" y="706120"/>
                  </a:lnTo>
                  <a:lnTo>
                    <a:pt x="517131" y="706120"/>
                  </a:lnTo>
                  <a:lnTo>
                    <a:pt x="517131" y="708660"/>
                  </a:lnTo>
                  <a:lnTo>
                    <a:pt x="519366" y="708660"/>
                  </a:lnTo>
                  <a:lnTo>
                    <a:pt x="519366" y="706120"/>
                  </a:lnTo>
                  <a:lnTo>
                    <a:pt x="638124" y="706120"/>
                  </a:lnTo>
                  <a:lnTo>
                    <a:pt x="638124" y="704850"/>
                  </a:lnTo>
                  <a:close/>
                </a:path>
                <a:path w="641984" h="712470">
                  <a:moveTo>
                    <a:pt x="641604" y="709168"/>
                  </a:moveTo>
                  <a:lnTo>
                    <a:pt x="638962" y="706374"/>
                  </a:lnTo>
                  <a:lnTo>
                    <a:pt x="637286" y="706374"/>
                  </a:lnTo>
                  <a:lnTo>
                    <a:pt x="641604" y="711962"/>
                  </a:lnTo>
                  <a:lnTo>
                    <a:pt x="641604" y="709168"/>
                  </a:lnTo>
                  <a:close/>
                </a:path>
                <a:path w="641984" h="712470">
                  <a:moveTo>
                    <a:pt x="641604" y="553720"/>
                  </a:moveTo>
                  <a:lnTo>
                    <a:pt x="638962" y="550926"/>
                  </a:lnTo>
                  <a:lnTo>
                    <a:pt x="637997" y="550926"/>
                  </a:lnTo>
                  <a:lnTo>
                    <a:pt x="637997" y="548640"/>
                  </a:lnTo>
                  <a:lnTo>
                    <a:pt x="519442" y="548640"/>
                  </a:lnTo>
                  <a:lnTo>
                    <a:pt x="519442" y="551180"/>
                  </a:lnTo>
                  <a:lnTo>
                    <a:pt x="637476" y="551180"/>
                  </a:lnTo>
                  <a:lnTo>
                    <a:pt x="641604" y="556514"/>
                  </a:lnTo>
                  <a:lnTo>
                    <a:pt x="641604" y="553720"/>
                  </a:lnTo>
                  <a:close/>
                </a:path>
                <a:path w="641984" h="712470">
                  <a:moveTo>
                    <a:pt x="641604" y="242316"/>
                  </a:moveTo>
                  <a:lnTo>
                    <a:pt x="638962" y="239903"/>
                  </a:lnTo>
                  <a:lnTo>
                    <a:pt x="638403" y="239903"/>
                  </a:lnTo>
                  <a:lnTo>
                    <a:pt x="638403" y="238760"/>
                  </a:lnTo>
                  <a:lnTo>
                    <a:pt x="346087" y="238760"/>
                  </a:lnTo>
                  <a:lnTo>
                    <a:pt x="346087" y="240030"/>
                  </a:lnTo>
                  <a:lnTo>
                    <a:pt x="637273" y="240030"/>
                  </a:lnTo>
                  <a:lnTo>
                    <a:pt x="641604" y="244729"/>
                  </a:lnTo>
                  <a:lnTo>
                    <a:pt x="641604" y="242316"/>
                  </a:lnTo>
                  <a:close/>
                </a:path>
                <a:path w="641984" h="712470">
                  <a:moveTo>
                    <a:pt x="641604" y="99822"/>
                  </a:moveTo>
                  <a:lnTo>
                    <a:pt x="639381" y="97409"/>
                  </a:lnTo>
                  <a:lnTo>
                    <a:pt x="638556" y="97409"/>
                  </a:lnTo>
                  <a:lnTo>
                    <a:pt x="638556" y="95250"/>
                  </a:lnTo>
                  <a:lnTo>
                    <a:pt x="345935" y="95250"/>
                  </a:lnTo>
                  <a:lnTo>
                    <a:pt x="345935" y="97790"/>
                  </a:lnTo>
                  <a:lnTo>
                    <a:pt x="637565" y="97790"/>
                  </a:lnTo>
                  <a:lnTo>
                    <a:pt x="641604" y="101473"/>
                  </a:lnTo>
                  <a:lnTo>
                    <a:pt x="641604" y="99822"/>
                  </a:lnTo>
                  <a:close/>
                </a:path>
              </a:pathLst>
            </a:custGeom>
            <a:solidFill>
              <a:srgbClr val="00318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62544" y="2772155"/>
              <a:ext cx="112775" cy="1143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767191" y="2702051"/>
              <a:ext cx="65405" cy="30480"/>
            </a:xfrm>
            <a:custGeom>
              <a:avLst/>
              <a:gdLst/>
              <a:ahLst/>
              <a:cxnLst/>
              <a:rect l="l" t="t" r="r" b="b"/>
              <a:pathLst>
                <a:path w="65404" h="30480">
                  <a:moveTo>
                    <a:pt x="386" y="26416"/>
                  </a:moveTo>
                  <a:lnTo>
                    <a:pt x="513" y="27812"/>
                  </a:lnTo>
                  <a:lnTo>
                    <a:pt x="1275" y="30480"/>
                  </a:lnTo>
                  <a:lnTo>
                    <a:pt x="1275" y="29464"/>
                  </a:lnTo>
                  <a:lnTo>
                    <a:pt x="894" y="28448"/>
                  </a:lnTo>
                  <a:lnTo>
                    <a:pt x="386" y="26416"/>
                  </a:lnTo>
                  <a:close/>
                </a:path>
                <a:path w="65404" h="30480">
                  <a:moveTo>
                    <a:pt x="34608" y="2031"/>
                  </a:moveTo>
                  <a:lnTo>
                    <a:pt x="23627" y="2031"/>
                  </a:lnTo>
                  <a:lnTo>
                    <a:pt x="37064" y="4262"/>
                  </a:lnTo>
                  <a:lnTo>
                    <a:pt x="49297" y="10350"/>
                  </a:lnTo>
                  <a:lnTo>
                    <a:pt x="59078" y="19391"/>
                  </a:lnTo>
                  <a:lnTo>
                    <a:pt x="65156" y="30480"/>
                  </a:lnTo>
                  <a:lnTo>
                    <a:pt x="65156" y="29464"/>
                  </a:lnTo>
                  <a:lnTo>
                    <a:pt x="58935" y="18270"/>
                  </a:lnTo>
                  <a:lnTo>
                    <a:pt x="48916" y="8874"/>
                  </a:lnTo>
                  <a:lnTo>
                    <a:pt x="36635" y="2407"/>
                  </a:lnTo>
                  <a:lnTo>
                    <a:pt x="34608" y="2031"/>
                  </a:lnTo>
                  <a:close/>
                </a:path>
                <a:path w="65404" h="30480">
                  <a:moveTo>
                    <a:pt x="23627" y="0"/>
                  </a:moveTo>
                  <a:lnTo>
                    <a:pt x="12227" y="2109"/>
                  </a:lnTo>
                  <a:lnTo>
                    <a:pt x="4149" y="7826"/>
                  </a:lnTo>
                  <a:lnTo>
                    <a:pt x="0" y="16234"/>
                  </a:lnTo>
                  <a:lnTo>
                    <a:pt x="386" y="26416"/>
                  </a:lnTo>
                  <a:lnTo>
                    <a:pt x="839" y="16765"/>
                  </a:lnTo>
                  <a:lnTo>
                    <a:pt x="5244" y="9032"/>
                  </a:lnTo>
                  <a:lnTo>
                    <a:pt x="13031" y="3895"/>
                  </a:lnTo>
                  <a:lnTo>
                    <a:pt x="23627" y="2031"/>
                  </a:lnTo>
                  <a:lnTo>
                    <a:pt x="34608" y="2031"/>
                  </a:lnTo>
                  <a:lnTo>
                    <a:pt x="23627" y="0"/>
                  </a:lnTo>
                  <a:close/>
                </a:path>
              </a:pathLst>
            </a:custGeom>
            <a:solidFill>
              <a:srgbClr val="FF528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86080" y="2702051"/>
              <a:ext cx="65405" cy="30480"/>
            </a:xfrm>
            <a:custGeom>
              <a:avLst/>
              <a:gdLst/>
              <a:ahLst/>
              <a:cxnLst/>
              <a:rect l="l" t="t" r="r" b="b"/>
              <a:pathLst>
                <a:path w="65404" h="30480">
                  <a:moveTo>
                    <a:pt x="369" y="26416"/>
                  </a:moveTo>
                  <a:lnTo>
                    <a:pt x="496" y="27812"/>
                  </a:lnTo>
                  <a:lnTo>
                    <a:pt x="877" y="29083"/>
                  </a:lnTo>
                  <a:lnTo>
                    <a:pt x="1385" y="30480"/>
                  </a:lnTo>
                  <a:lnTo>
                    <a:pt x="1385" y="29464"/>
                  </a:lnTo>
                  <a:lnTo>
                    <a:pt x="877" y="28448"/>
                  </a:lnTo>
                  <a:lnTo>
                    <a:pt x="369" y="26416"/>
                  </a:lnTo>
                  <a:close/>
                </a:path>
                <a:path w="65404" h="30480">
                  <a:moveTo>
                    <a:pt x="34952" y="2031"/>
                  </a:moveTo>
                  <a:lnTo>
                    <a:pt x="23610" y="2031"/>
                  </a:lnTo>
                  <a:lnTo>
                    <a:pt x="37046" y="4262"/>
                  </a:lnTo>
                  <a:lnTo>
                    <a:pt x="49279" y="10350"/>
                  </a:lnTo>
                  <a:lnTo>
                    <a:pt x="59060" y="19391"/>
                  </a:lnTo>
                  <a:lnTo>
                    <a:pt x="65139" y="30480"/>
                  </a:lnTo>
                  <a:lnTo>
                    <a:pt x="65139" y="29464"/>
                  </a:lnTo>
                  <a:lnTo>
                    <a:pt x="59060" y="18270"/>
                  </a:lnTo>
                  <a:lnTo>
                    <a:pt x="49279" y="8874"/>
                  </a:lnTo>
                  <a:lnTo>
                    <a:pt x="37046" y="2407"/>
                  </a:lnTo>
                  <a:lnTo>
                    <a:pt x="34952" y="2031"/>
                  </a:lnTo>
                  <a:close/>
                </a:path>
                <a:path w="65404" h="30480">
                  <a:moveTo>
                    <a:pt x="23610" y="0"/>
                  </a:moveTo>
                  <a:lnTo>
                    <a:pt x="12263" y="2109"/>
                  </a:lnTo>
                  <a:lnTo>
                    <a:pt x="4179" y="7826"/>
                  </a:lnTo>
                  <a:lnTo>
                    <a:pt x="0" y="16234"/>
                  </a:lnTo>
                  <a:lnTo>
                    <a:pt x="369" y="26416"/>
                  </a:lnTo>
                  <a:lnTo>
                    <a:pt x="821" y="16765"/>
                  </a:lnTo>
                  <a:lnTo>
                    <a:pt x="5226" y="9032"/>
                  </a:lnTo>
                  <a:lnTo>
                    <a:pt x="13013" y="3895"/>
                  </a:lnTo>
                  <a:lnTo>
                    <a:pt x="23610" y="2031"/>
                  </a:lnTo>
                  <a:lnTo>
                    <a:pt x="34952" y="2031"/>
                  </a:lnTo>
                  <a:lnTo>
                    <a:pt x="23610" y="0"/>
                  </a:lnTo>
                  <a:close/>
                </a:path>
              </a:pathLst>
            </a:custGeom>
            <a:solidFill>
              <a:srgbClr val="45FF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07452" y="2334767"/>
              <a:ext cx="234950" cy="32384"/>
            </a:xfrm>
            <a:custGeom>
              <a:avLst/>
              <a:gdLst/>
              <a:ahLst/>
              <a:cxnLst/>
              <a:rect l="l" t="t" r="r" b="b"/>
              <a:pathLst>
                <a:path w="234950" h="32385">
                  <a:moveTo>
                    <a:pt x="108204" y="6985"/>
                  </a:moveTo>
                  <a:lnTo>
                    <a:pt x="100330" y="0"/>
                  </a:lnTo>
                  <a:lnTo>
                    <a:pt x="16764" y="0"/>
                  </a:lnTo>
                  <a:lnTo>
                    <a:pt x="7874" y="0"/>
                  </a:lnTo>
                  <a:lnTo>
                    <a:pt x="0" y="6985"/>
                  </a:lnTo>
                  <a:lnTo>
                    <a:pt x="0" y="25019"/>
                  </a:lnTo>
                  <a:lnTo>
                    <a:pt x="7874" y="32004"/>
                  </a:lnTo>
                  <a:lnTo>
                    <a:pt x="100330" y="32004"/>
                  </a:lnTo>
                  <a:lnTo>
                    <a:pt x="108204" y="25019"/>
                  </a:lnTo>
                  <a:lnTo>
                    <a:pt x="108204" y="6985"/>
                  </a:lnTo>
                  <a:close/>
                </a:path>
                <a:path w="234950" h="32385">
                  <a:moveTo>
                    <a:pt x="234696" y="6985"/>
                  </a:moveTo>
                  <a:lnTo>
                    <a:pt x="226822" y="0"/>
                  </a:lnTo>
                  <a:lnTo>
                    <a:pt x="144526" y="0"/>
                  </a:lnTo>
                  <a:lnTo>
                    <a:pt x="135890" y="0"/>
                  </a:lnTo>
                  <a:lnTo>
                    <a:pt x="128016" y="6985"/>
                  </a:lnTo>
                  <a:lnTo>
                    <a:pt x="128016" y="25019"/>
                  </a:lnTo>
                  <a:lnTo>
                    <a:pt x="135890" y="32004"/>
                  </a:lnTo>
                  <a:lnTo>
                    <a:pt x="226822" y="32004"/>
                  </a:lnTo>
                  <a:lnTo>
                    <a:pt x="234696" y="25019"/>
                  </a:lnTo>
                  <a:lnTo>
                    <a:pt x="234696" y="6985"/>
                  </a:lnTo>
                  <a:close/>
                </a:path>
              </a:pathLst>
            </a:custGeom>
            <a:solidFill>
              <a:srgbClr val="FF3DD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645908" y="2523743"/>
              <a:ext cx="698500" cy="99060"/>
            </a:xfrm>
            <a:custGeom>
              <a:avLst/>
              <a:gdLst/>
              <a:ahLst/>
              <a:cxnLst/>
              <a:rect l="l" t="t" r="r" b="b"/>
              <a:pathLst>
                <a:path w="698500" h="99060">
                  <a:moveTo>
                    <a:pt x="504444" y="73406"/>
                  </a:moveTo>
                  <a:lnTo>
                    <a:pt x="496570" y="65532"/>
                  </a:lnTo>
                  <a:lnTo>
                    <a:pt x="397637" y="65532"/>
                  </a:lnTo>
                  <a:lnTo>
                    <a:pt x="388874" y="65532"/>
                  </a:lnTo>
                  <a:lnTo>
                    <a:pt x="381000" y="73406"/>
                  </a:lnTo>
                  <a:lnTo>
                    <a:pt x="381000" y="91948"/>
                  </a:lnTo>
                  <a:lnTo>
                    <a:pt x="388874" y="99060"/>
                  </a:lnTo>
                  <a:lnTo>
                    <a:pt x="497459" y="99060"/>
                  </a:lnTo>
                  <a:lnTo>
                    <a:pt x="504444" y="91948"/>
                  </a:lnTo>
                  <a:lnTo>
                    <a:pt x="504444" y="73406"/>
                  </a:lnTo>
                  <a:close/>
                </a:path>
                <a:path w="698500" h="99060">
                  <a:moveTo>
                    <a:pt x="661416" y="73406"/>
                  </a:moveTo>
                  <a:lnTo>
                    <a:pt x="654304" y="65532"/>
                  </a:lnTo>
                  <a:lnTo>
                    <a:pt x="541020" y="65532"/>
                  </a:lnTo>
                  <a:lnTo>
                    <a:pt x="531241" y="65532"/>
                  </a:lnTo>
                  <a:lnTo>
                    <a:pt x="524256" y="73406"/>
                  </a:lnTo>
                  <a:lnTo>
                    <a:pt x="524256" y="91948"/>
                  </a:lnTo>
                  <a:lnTo>
                    <a:pt x="531241" y="99060"/>
                  </a:lnTo>
                  <a:lnTo>
                    <a:pt x="654304" y="99060"/>
                  </a:lnTo>
                  <a:lnTo>
                    <a:pt x="661416" y="91948"/>
                  </a:lnTo>
                  <a:lnTo>
                    <a:pt x="661416" y="73406"/>
                  </a:lnTo>
                  <a:close/>
                </a:path>
                <a:path w="698500" h="99060">
                  <a:moveTo>
                    <a:pt x="697992" y="6985"/>
                  </a:moveTo>
                  <a:lnTo>
                    <a:pt x="690118" y="0"/>
                  </a:lnTo>
                  <a:lnTo>
                    <a:pt x="16637" y="0"/>
                  </a:lnTo>
                  <a:lnTo>
                    <a:pt x="7874" y="0"/>
                  </a:lnTo>
                  <a:lnTo>
                    <a:pt x="0" y="6985"/>
                  </a:lnTo>
                  <a:lnTo>
                    <a:pt x="0" y="25019"/>
                  </a:lnTo>
                  <a:lnTo>
                    <a:pt x="7874" y="32004"/>
                  </a:lnTo>
                  <a:lnTo>
                    <a:pt x="690118" y="32004"/>
                  </a:lnTo>
                  <a:lnTo>
                    <a:pt x="697992" y="25019"/>
                  </a:lnTo>
                  <a:lnTo>
                    <a:pt x="697992" y="6985"/>
                  </a:lnTo>
                  <a:close/>
                </a:path>
              </a:pathLst>
            </a:custGeom>
            <a:solidFill>
              <a:srgbClr val="FFC4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917179" y="2122931"/>
              <a:ext cx="649605" cy="546100"/>
            </a:xfrm>
            <a:custGeom>
              <a:avLst/>
              <a:gdLst/>
              <a:ahLst/>
              <a:cxnLst/>
              <a:rect l="l" t="t" r="r" b="b"/>
              <a:pathLst>
                <a:path w="649604" h="546100">
                  <a:moveTo>
                    <a:pt x="649224" y="0"/>
                  </a:moveTo>
                  <a:lnTo>
                    <a:pt x="545211" y="0"/>
                  </a:lnTo>
                  <a:lnTo>
                    <a:pt x="0" y="545592"/>
                  </a:lnTo>
                  <a:lnTo>
                    <a:pt x="112775" y="545592"/>
                  </a:lnTo>
                  <a:lnTo>
                    <a:pt x="644017" y="13969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E0F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49860" y="2702051"/>
              <a:ext cx="65405" cy="30480"/>
            </a:xfrm>
            <a:custGeom>
              <a:avLst/>
              <a:gdLst/>
              <a:ahLst/>
              <a:cxnLst/>
              <a:rect l="l" t="t" r="r" b="b"/>
              <a:pathLst>
                <a:path w="65404" h="30480">
                  <a:moveTo>
                    <a:pt x="369" y="26416"/>
                  </a:moveTo>
                  <a:lnTo>
                    <a:pt x="877" y="29083"/>
                  </a:lnTo>
                  <a:lnTo>
                    <a:pt x="1385" y="30480"/>
                  </a:lnTo>
                  <a:lnTo>
                    <a:pt x="1385" y="29464"/>
                  </a:lnTo>
                  <a:lnTo>
                    <a:pt x="877" y="28448"/>
                  </a:lnTo>
                  <a:lnTo>
                    <a:pt x="369" y="26416"/>
                  </a:lnTo>
                  <a:close/>
                </a:path>
                <a:path w="65404" h="30480">
                  <a:moveTo>
                    <a:pt x="34636" y="2031"/>
                  </a:moveTo>
                  <a:lnTo>
                    <a:pt x="23610" y="2031"/>
                  </a:lnTo>
                  <a:lnTo>
                    <a:pt x="37046" y="4262"/>
                  </a:lnTo>
                  <a:lnTo>
                    <a:pt x="49279" y="10350"/>
                  </a:lnTo>
                  <a:lnTo>
                    <a:pt x="59060" y="19391"/>
                  </a:lnTo>
                  <a:lnTo>
                    <a:pt x="65139" y="30480"/>
                  </a:lnTo>
                  <a:lnTo>
                    <a:pt x="65139" y="29464"/>
                  </a:lnTo>
                  <a:lnTo>
                    <a:pt x="58935" y="18270"/>
                  </a:lnTo>
                  <a:lnTo>
                    <a:pt x="48946" y="8874"/>
                  </a:lnTo>
                  <a:lnTo>
                    <a:pt x="36671" y="2407"/>
                  </a:lnTo>
                  <a:lnTo>
                    <a:pt x="34636" y="2031"/>
                  </a:lnTo>
                  <a:close/>
                </a:path>
                <a:path w="65404" h="30480">
                  <a:moveTo>
                    <a:pt x="23610" y="0"/>
                  </a:moveTo>
                  <a:lnTo>
                    <a:pt x="12263" y="2109"/>
                  </a:lnTo>
                  <a:lnTo>
                    <a:pt x="4179" y="7826"/>
                  </a:lnTo>
                  <a:lnTo>
                    <a:pt x="0" y="16234"/>
                  </a:lnTo>
                  <a:lnTo>
                    <a:pt x="369" y="26416"/>
                  </a:lnTo>
                  <a:lnTo>
                    <a:pt x="821" y="16765"/>
                  </a:lnTo>
                  <a:lnTo>
                    <a:pt x="5226" y="9032"/>
                  </a:lnTo>
                  <a:lnTo>
                    <a:pt x="13013" y="3895"/>
                  </a:lnTo>
                  <a:lnTo>
                    <a:pt x="23610" y="2031"/>
                  </a:lnTo>
                  <a:lnTo>
                    <a:pt x="34636" y="2031"/>
                  </a:lnTo>
                  <a:lnTo>
                    <a:pt x="23610" y="0"/>
                  </a:lnTo>
                  <a:close/>
                </a:path>
              </a:pathLst>
            </a:custGeom>
            <a:solidFill>
              <a:srgbClr val="FFFF4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992623" y="1046987"/>
              <a:ext cx="2624455" cy="1704339"/>
            </a:xfrm>
            <a:custGeom>
              <a:avLst/>
              <a:gdLst/>
              <a:ahLst/>
              <a:cxnLst/>
              <a:rect l="l" t="t" r="r" b="b"/>
              <a:pathLst>
                <a:path w="2624454" h="1704339">
                  <a:moveTo>
                    <a:pt x="2559177" y="0"/>
                  </a:moveTo>
                  <a:lnTo>
                    <a:pt x="64135" y="0"/>
                  </a:lnTo>
                  <a:lnTo>
                    <a:pt x="39112" y="5020"/>
                  </a:lnTo>
                  <a:lnTo>
                    <a:pt x="18732" y="18732"/>
                  </a:lnTo>
                  <a:lnTo>
                    <a:pt x="5020" y="39112"/>
                  </a:lnTo>
                  <a:lnTo>
                    <a:pt x="0" y="64135"/>
                  </a:lnTo>
                  <a:lnTo>
                    <a:pt x="0" y="1639697"/>
                  </a:lnTo>
                  <a:lnTo>
                    <a:pt x="5020" y="1664773"/>
                  </a:lnTo>
                  <a:lnTo>
                    <a:pt x="18732" y="1685147"/>
                  </a:lnTo>
                  <a:lnTo>
                    <a:pt x="39112" y="1698829"/>
                  </a:lnTo>
                  <a:lnTo>
                    <a:pt x="64135" y="1703832"/>
                  </a:lnTo>
                  <a:lnTo>
                    <a:pt x="2559177" y="1703832"/>
                  </a:lnTo>
                  <a:lnTo>
                    <a:pt x="2584412" y="1698829"/>
                  </a:lnTo>
                  <a:lnTo>
                    <a:pt x="2605135" y="1685147"/>
                  </a:lnTo>
                  <a:lnTo>
                    <a:pt x="2619166" y="1664773"/>
                  </a:lnTo>
                  <a:lnTo>
                    <a:pt x="2624328" y="1639697"/>
                  </a:lnTo>
                  <a:lnTo>
                    <a:pt x="2624328" y="64135"/>
                  </a:lnTo>
                  <a:lnTo>
                    <a:pt x="2619166" y="39112"/>
                  </a:lnTo>
                  <a:lnTo>
                    <a:pt x="2605135" y="18732"/>
                  </a:lnTo>
                  <a:lnTo>
                    <a:pt x="2584412" y="5020"/>
                  </a:lnTo>
                  <a:lnTo>
                    <a:pt x="2559177" y="0"/>
                  </a:lnTo>
                  <a:close/>
                </a:path>
              </a:pathLst>
            </a:custGeom>
            <a:solidFill>
              <a:srgbClr val="B8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992623" y="1046987"/>
              <a:ext cx="2624455" cy="274320"/>
            </a:xfrm>
            <a:custGeom>
              <a:avLst/>
              <a:gdLst/>
              <a:ahLst/>
              <a:cxnLst/>
              <a:rect l="l" t="t" r="r" b="b"/>
              <a:pathLst>
                <a:path w="2624454" h="274319">
                  <a:moveTo>
                    <a:pt x="2550032" y="0"/>
                  </a:moveTo>
                  <a:lnTo>
                    <a:pt x="74295" y="0"/>
                  </a:lnTo>
                  <a:lnTo>
                    <a:pt x="45541" y="5730"/>
                  </a:lnTo>
                  <a:lnTo>
                    <a:pt x="21907" y="21462"/>
                  </a:lnTo>
                  <a:lnTo>
                    <a:pt x="5893" y="45005"/>
                  </a:lnTo>
                  <a:lnTo>
                    <a:pt x="0" y="74167"/>
                  </a:lnTo>
                  <a:lnTo>
                    <a:pt x="0" y="274320"/>
                  </a:lnTo>
                  <a:lnTo>
                    <a:pt x="2624328" y="274320"/>
                  </a:lnTo>
                  <a:lnTo>
                    <a:pt x="2624328" y="74167"/>
                  </a:lnTo>
                  <a:lnTo>
                    <a:pt x="2618452" y="45434"/>
                  </a:lnTo>
                  <a:lnTo>
                    <a:pt x="2602468" y="21843"/>
                  </a:lnTo>
                  <a:lnTo>
                    <a:pt x="2578840" y="5873"/>
                  </a:lnTo>
                  <a:lnTo>
                    <a:pt x="2550032" y="0"/>
                  </a:lnTo>
                  <a:close/>
                </a:path>
              </a:pathLst>
            </a:custGeom>
            <a:solidFill>
              <a:srgbClr val="35C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097779" y="1403603"/>
              <a:ext cx="2418715" cy="1257300"/>
            </a:xfrm>
            <a:custGeom>
              <a:avLst/>
              <a:gdLst/>
              <a:ahLst/>
              <a:cxnLst/>
              <a:rect l="l" t="t" r="r" b="b"/>
              <a:pathLst>
                <a:path w="2418715" h="1257300">
                  <a:moveTo>
                    <a:pt x="2365629" y="0"/>
                  </a:moveTo>
                  <a:lnTo>
                    <a:pt x="52959" y="0"/>
                  </a:lnTo>
                  <a:lnTo>
                    <a:pt x="32200" y="4131"/>
                  </a:lnTo>
                  <a:lnTo>
                    <a:pt x="15382" y="15430"/>
                  </a:lnTo>
                  <a:lnTo>
                    <a:pt x="4113" y="32254"/>
                  </a:lnTo>
                  <a:lnTo>
                    <a:pt x="0" y="52959"/>
                  </a:lnTo>
                  <a:lnTo>
                    <a:pt x="0" y="1204341"/>
                  </a:lnTo>
                  <a:lnTo>
                    <a:pt x="4113" y="1225045"/>
                  </a:lnTo>
                  <a:lnTo>
                    <a:pt x="15382" y="1241869"/>
                  </a:lnTo>
                  <a:lnTo>
                    <a:pt x="32200" y="1253168"/>
                  </a:lnTo>
                  <a:lnTo>
                    <a:pt x="52959" y="1257300"/>
                  </a:lnTo>
                  <a:lnTo>
                    <a:pt x="2365629" y="1257300"/>
                  </a:lnTo>
                  <a:lnTo>
                    <a:pt x="2386333" y="1253168"/>
                  </a:lnTo>
                  <a:lnTo>
                    <a:pt x="2403157" y="1241869"/>
                  </a:lnTo>
                  <a:lnTo>
                    <a:pt x="2414456" y="1225045"/>
                  </a:lnTo>
                  <a:lnTo>
                    <a:pt x="2418588" y="1204341"/>
                  </a:lnTo>
                  <a:lnTo>
                    <a:pt x="2418588" y="52959"/>
                  </a:lnTo>
                  <a:lnTo>
                    <a:pt x="2414456" y="32254"/>
                  </a:lnTo>
                  <a:lnTo>
                    <a:pt x="2403157" y="15430"/>
                  </a:lnTo>
                  <a:lnTo>
                    <a:pt x="2386333" y="4131"/>
                  </a:lnTo>
                  <a:lnTo>
                    <a:pt x="2365629" y="0"/>
                  </a:lnTo>
                  <a:close/>
                </a:path>
              </a:pathLst>
            </a:custGeom>
            <a:solidFill>
              <a:srgbClr val="230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67883" y="1478279"/>
              <a:ext cx="260985" cy="125095"/>
            </a:xfrm>
            <a:custGeom>
              <a:avLst/>
              <a:gdLst/>
              <a:ahLst/>
              <a:cxnLst/>
              <a:rect l="l" t="t" r="r" b="b"/>
              <a:pathLst>
                <a:path w="260985" h="125094">
                  <a:moveTo>
                    <a:pt x="57912" y="0"/>
                  </a:moveTo>
                  <a:lnTo>
                    <a:pt x="0" y="57912"/>
                  </a:lnTo>
                  <a:lnTo>
                    <a:pt x="57912" y="115824"/>
                  </a:lnTo>
                </a:path>
                <a:path w="260985" h="125094">
                  <a:moveTo>
                    <a:pt x="202691" y="0"/>
                  </a:moveTo>
                  <a:lnTo>
                    <a:pt x="260603" y="57912"/>
                  </a:lnTo>
                  <a:lnTo>
                    <a:pt x="202691" y="115824"/>
                  </a:lnTo>
                </a:path>
                <a:path w="260985" h="125094">
                  <a:moveTo>
                    <a:pt x="106679" y="124968"/>
                  </a:moveTo>
                  <a:lnTo>
                    <a:pt x="152400" y="0"/>
                  </a:lnTo>
                </a:path>
              </a:pathLst>
            </a:custGeom>
            <a:ln w="20849">
              <a:solidFill>
                <a:srgbClr val="12D6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74208" y="1588007"/>
              <a:ext cx="147955" cy="33655"/>
            </a:xfrm>
            <a:custGeom>
              <a:avLst/>
              <a:gdLst/>
              <a:ahLst/>
              <a:cxnLst/>
              <a:rect l="l" t="t" r="r" b="b"/>
              <a:pathLst>
                <a:path w="147954" h="33655">
                  <a:moveTo>
                    <a:pt x="32004" y="7366"/>
                  </a:moveTo>
                  <a:lnTo>
                    <a:pt x="25019" y="0"/>
                  </a:lnTo>
                  <a:lnTo>
                    <a:pt x="16002" y="0"/>
                  </a:lnTo>
                  <a:lnTo>
                    <a:pt x="6985" y="0"/>
                  </a:lnTo>
                  <a:lnTo>
                    <a:pt x="0" y="7366"/>
                  </a:lnTo>
                  <a:lnTo>
                    <a:pt x="0" y="25146"/>
                  </a:lnTo>
                  <a:lnTo>
                    <a:pt x="6985" y="33528"/>
                  </a:lnTo>
                  <a:lnTo>
                    <a:pt x="25019" y="33528"/>
                  </a:lnTo>
                  <a:lnTo>
                    <a:pt x="32004" y="25146"/>
                  </a:lnTo>
                  <a:lnTo>
                    <a:pt x="32004" y="7366"/>
                  </a:lnTo>
                  <a:close/>
                </a:path>
                <a:path w="147954" h="33655">
                  <a:moveTo>
                    <a:pt x="80772" y="7366"/>
                  </a:moveTo>
                  <a:lnTo>
                    <a:pt x="73406" y="0"/>
                  </a:lnTo>
                  <a:lnTo>
                    <a:pt x="64008" y="0"/>
                  </a:lnTo>
                  <a:lnTo>
                    <a:pt x="55626" y="0"/>
                  </a:lnTo>
                  <a:lnTo>
                    <a:pt x="47244" y="7366"/>
                  </a:lnTo>
                  <a:lnTo>
                    <a:pt x="47244" y="25146"/>
                  </a:lnTo>
                  <a:lnTo>
                    <a:pt x="55626" y="33528"/>
                  </a:lnTo>
                  <a:lnTo>
                    <a:pt x="73406" y="33528"/>
                  </a:lnTo>
                  <a:lnTo>
                    <a:pt x="80772" y="25146"/>
                  </a:lnTo>
                  <a:lnTo>
                    <a:pt x="80772" y="7366"/>
                  </a:lnTo>
                  <a:close/>
                </a:path>
                <a:path w="147954" h="33655">
                  <a:moveTo>
                    <a:pt x="147828" y="7366"/>
                  </a:moveTo>
                  <a:lnTo>
                    <a:pt x="140843" y="0"/>
                  </a:lnTo>
                  <a:lnTo>
                    <a:pt x="131826" y="0"/>
                  </a:lnTo>
                  <a:lnTo>
                    <a:pt x="122809" y="0"/>
                  </a:lnTo>
                  <a:lnTo>
                    <a:pt x="115824" y="7366"/>
                  </a:lnTo>
                  <a:lnTo>
                    <a:pt x="115824" y="25146"/>
                  </a:lnTo>
                  <a:lnTo>
                    <a:pt x="122809" y="33528"/>
                  </a:lnTo>
                  <a:lnTo>
                    <a:pt x="140843" y="33528"/>
                  </a:lnTo>
                  <a:lnTo>
                    <a:pt x="147828" y="25146"/>
                  </a:lnTo>
                  <a:lnTo>
                    <a:pt x="147828" y="7366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248144" y="1723644"/>
              <a:ext cx="170815" cy="0"/>
            </a:xfrm>
            <a:custGeom>
              <a:avLst/>
              <a:gdLst/>
              <a:ahLst/>
              <a:cxnLst/>
              <a:rect l="l" t="t" r="r" b="b"/>
              <a:pathLst>
                <a:path w="170815">
                  <a:moveTo>
                    <a:pt x="0" y="0"/>
                  </a:moveTo>
                  <a:lnTo>
                    <a:pt x="170687" y="0"/>
                  </a:lnTo>
                </a:path>
              </a:pathLst>
            </a:custGeom>
            <a:ln w="20849">
              <a:solidFill>
                <a:srgbClr val="12D6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196839" y="1859279"/>
              <a:ext cx="1443355" cy="78105"/>
            </a:xfrm>
            <a:custGeom>
              <a:avLst/>
              <a:gdLst/>
              <a:ahLst/>
              <a:cxnLst/>
              <a:rect l="l" t="t" r="r" b="b"/>
              <a:pathLst>
                <a:path w="1443354" h="78105">
                  <a:moveTo>
                    <a:pt x="0" y="0"/>
                  </a:moveTo>
                  <a:lnTo>
                    <a:pt x="1086612" y="0"/>
                  </a:lnTo>
                </a:path>
                <a:path w="1443354" h="78105">
                  <a:moveTo>
                    <a:pt x="1248156" y="0"/>
                  </a:moveTo>
                  <a:lnTo>
                    <a:pt x="1443228" y="0"/>
                  </a:lnTo>
                </a:path>
                <a:path w="1443354" h="78105">
                  <a:moveTo>
                    <a:pt x="1443228" y="77724"/>
                  </a:moveTo>
                  <a:lnTo>
                    <a:pt x="914400" y="77724"/>
                  </a:lnTo>
                </a:path>
                <a:path w="1443354" h="78105">
                  <a:moveTo>
                    <a:pt x="841248" y="77724"/>
                  </a:moveTo>
                  <a:lnTo>
                    <a:pt x="734568" y="77724"/>
                  </a:lnTo>
                </a:path>
                <a:path w="1443354" h="78105">
                  <a:moveTo>
                    <a:pt x="650748" y="77724"/>
                  </a:moveTo>
                  <a:lnTo>
                    <a:pt x="544068" y="77724"/>
                  </a:lnTo>
                </a:path>
                <a:path w="1443354" h="78105">
                  <a:moveTo>
                    <a:pt x="458724" y="77724"/>
                  </a:moveTo>
                  <a:lnTo>
                    <a:pt x="353568" y="77724"/>
                  </a:lnTo>
                </a:path>
                <a:path w="1443354" h="78105">
                  <a:moveTo>
                    <a:pt x="268224" y="77724"/>
                  </a:moveTo>
                  <a:lnTo>
                    <a:pt x="161544" y="77724"/>
                  </a:lnTo>
                </a:path>
              </a:pathLst>
            </a:custGeom>
            <a:ln w="20849">
              <a:solidFill>
                <a:srgbClr val="12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358383" y="2033015"/>
              <a:ext cx="1647825" cy="0"/>
            </a:xfrm>
            <a:custGeom>
              <a:avLst/>
              <a:gdLst/>
              <a:ahLst/>
              <a:cxnLst/>
              <a:rect l="l" t="t" r="r" b="b"/>
              <a:pathLst>
                <a:path w="1647825">
                  <a:moveTo>
                    <a:pt x="1647443" y="0"/>
                  </a:moveTo>
                  <a:lnTo>
                    <a:pt x="0" y="0"/>
                  </a:lnTo>
                </a:path>
              </a:pathLst>
            </a:custGeom>
            <a:ln w="20849">
              <a:solidFill>
                <a:srgbClr val="C97A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96839" y="1937003"/>
              <a:ext cx="40005" cy="288290"/>
            </a:xfrm>
            <a:custGeom>
              <a:avLst/>
              <a:gdLst/>
              <a:ahLst/>
              <a:cxnLst/>
              <a:rect l="l" t="t" r="r" b="b"/>
              <a:pathLst>
                <a:path w="40004" h="288289">
                  <a:moveTo>
                    <a:pt x="39624" y="0"/>
                  </a:moveTo>
                  <a:lnTo>
                    <a:pt x="0" y="0"/>
                  </a:lnTo>
                </a:path>
                <a:path w="40004" h="288289">
                  <a:moveTo>
                    <a:pt x="39624" y="96012"/>
                  </a:moveTo>
                  <a:lnTo>
                    <a:pt x="0" y="96012"/>
                  </a:lnTo>
                </a:path>
                <a:path w="40004" h="288289">
                  <a:moveTo>
                    <a:pt x="39624" y="190500"/>
                  </a:moveTo>
                  <a:lnTo>
                    <a:pt x="0" y="190500"/>
                  </a:lnTo>
                </a:path>
                <a:path w="40004" h="288289">
                  <a:moveTo>
                    <a:pt x="39624" y="288035"/>
                  </a:moveTo>
                  <a:lnTo>
                    <a:pt x="0" y="288035"/>
                  </a:lnTo>
                </a:path>
              </a:pathLst>
            </a:custGeom>
            <a:ln w="20849">
              <a:solidFill>
                <a:srgbClr val="12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55335" y="2033015"/>
              <a:ext cx="1978660" cy="390525"/>
            </a:xfrm>
            <a:custGeom>
              <a:avLst/>
              <a:gdLst/>
              <a:ahLst/>
              <a:cxnLst/>
              <a:rect l="l" t="t" r="r" b="b"/>
              <a:pathLst>
                <a:path w="1978659" h="390525">
                  <a:moveTo>
                    <a:pt x="1751075" y="0"/>
                  </a:moveTo>
                  <a:lnTo>
                    <a:pt x="1978152" y="0"/>
                  </a:lnTo>
                </a:path>
                <a:path w="1978659" h="390525">
                  <a:moveTo>
                    <a:pt x="0" y="94487"/>
                  </a:moveTo>
                  <a:lnTo>
                    <a:pt x="455675" y="94487"/>
                  </a:lnTo>
                </a:path>
                <a:path w="1978659" h="390525">
                  <a:moveTo>
                    <a:pt x="0" y="390144"/>
                  </a:moveTo>
                  <a:lnTo>
                    <a:pt x="455675" y="390144"/>
                  </a:lnTo>
                </a:path>
              </a:pathLst>
            </a:custGeom>
            <a:ln w="20849">
              <a:solidFill>
                <a:srgbClr val="C97A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11239" y="2225039"/>
              <a:ext cx="928369" cy="198120"/>
            </a:xfrm>
            <a:custGeom>
              <a:avLst/>
              <a:gdLst/>
              <a:ahLst/>
              <a:cxnLst/>
              <a:rect l="l" t="t" r="r" b="b"/>
              <a:pathLst>
                <a:path w="928370" h="198119">
                  <a:moveTo>
                    <a:pt x="0" y="198120"/>
                  </a:moveTo>
                  <a:lnTo>
                    <a:pt x="928115" y="198120"/>
                  </a:lnTo>
                </a:path>
                <a:path w="928370" h="198119">
                  <a:moveTo>
                    <a:pt x="778763" y="0"/>
                  </a:moveTo>
                  <a:lnTo>
                    <a:pt x="928115" y="0"/>
                  </a:lnTo>
                </a:path>
              </a:pathLst>
            </a:custGeom>
            <a:ln w="20849">
              <a:solidFill>
                <a:srgbClr val="C7AD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601711" y="1310639"/>
              <a:ext cx="1114425" cy="1734820"/>
            </a:xfrm>
            <a:custGeom>
              <a:avLst/>
              <a:gdLst/>
              <a:ahLst/>
              <a:cxnLst/>
              <a:rect l="l" t="t" r="r" b="b"/>
              <a:pathLst>
                <a:path w="1114425" h="1734820">
                  <a:moveTo>
                    <a:pt x="1057148" y="0"/>
                  </a:moveTo>
                  <a:lnTo>
                    <a:pt x="56896" y="0"/>
                  </a:lnTo>
                  <a:lnTo>
                    <a:pt x="34718" y="4460"/>
                  </a:lnTo>
                  <a:lnTo>
                    <a:pt x="16636" y="16637"/>
                  </a:lnTo>
                  <a:lnTo>
                    <a:pt x="4460" y="34718"/>
                  </a:lnTo>
                  <a:lnTo>
                    <a:pt x="0" y="56896"/>
                  </a:lnTo>
                  <a:lnTo>
                    <a:pt x="0" y="1677416"/>
                  </a:lnTo>
                  <a:lnTo>
                    <a:pt x="4460" y="1699593"/>
                  </a:lnTo>
                  <a:lnTo>
                    <a:pt x="16637" y="1717675"/>
                  </a:lnTo>
                  <a:lnTo>
                    <a:pt x="34718" y="1729851"/>
                  </a:lnTo>
                  <a:lnTo>
                    <a:pt x="56896" y="1734312"/>
                  </a:lnTo>
                  <a:lnTo>
                    <a:pt x="1057148" y="1734312"/>
                  </a:lnTo>
                  <a:lnTo>
                    <a:pt x="1079325" y="1729851"/>
                  </a:lnTo>
                  <a:lnTo>
                    <a:pt x="1097407" y="1717675"/>
                  </a:lnTo>
                  <a:lnTo>
                    <a:pt x="1109583" y="1699593"/>
                  </a:lnTo>
                  <a:lnTo>
                    <a:pt x="1114044" y="1677416"/>
                  </a:lnTo>
                  <a:lnTo>
                    <a:pt x="1114044" y="56896"/>
                  </a:lnTo>
                  <a:lnTo>
                    <a:pt x="1109583" y="34718"/>
                  </a:lnTo>
                  <a:lnTo>
                    <a:pt x="1097406" y="16637"/>
                  </a:lnTo>
                  <a:lnTo>
                    <a:pt x="1079325" y="4460"/>
                  </a:lnTo>
                  <a:lnTo>
                    <a:pt x="1057148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601711" y="1310639"/>
              <a:ext cx="1114425" cy="157480"/>
            </a:xfrm>
            <a:custGeom>
              <a:avLst/>
              <a:gdLst/>
              <a:ahLst/>
              <a:cxnLst/>
              <a:rect l="l" t="t" r="r" b="b"/>
              <a:pathLst>
                <a:path w="1114425" h="157480">
                  <a:moveTo>
                    <a:pt x="1071245" y="0"/>
                  </a:moveTo>
                  <a:lnTo>
                    <a:pt x="42799" y="0"/>
                  </a:lnTo>
                  <a:lnTo>
                    <a:pt x="26199" y="3365"/>
                  </a:lnTo>
                  <a:lnTo>
                    <a:pt x="12588" y="12541"/>
                  </a:lnTo>
                  <a:lnTo>
                    <a:pt x="3383" y="26146"/>
                  </a:lnTo>
                  <a:lnTo>
                    <a:pt x="0" y="42799"/>
                  </a:lnTo>
                  <a:lnTo>
                    <a:pt x="0" y="156972"/>
                  </a:lnTo>
                  <a:lnTo>
                    <a:pt x="1114044" y="156972"/>
                  </a:lnTo>
                  <a:lnTo>
                    <a:pt x="1114044" y="42799"/>
                  </a:lnTo>
                  <a:lnTo>
                    <a:pt x="1110660" y="26146"/>
                  </a:lnTo>
                  <a:lnTo>
                    <a:pt x="1101455" y="12541"/>
                  </a:lnTo>
                  <a:lnTo>
                    <a:pt x="1087844" y="3365"/>
                  </a:lnTo>
                  <a:lnTo>
                    <a:pt x="1071245" y="0"/>
                  </a:lnTo>
                  <a:close/>
                </a:path>
              </a:pathLst>
            </a:custGeom>
            <a:solidFill>
              <a:srgbClr val="C7A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62672" y="1514855"/>
              <a:ext cx="995680" cy="1478280"/>
            </a:xfrm>
            <a:custGeom>
              <a:avLst/>
              <a:gdLst/>
              <a:ahLst/>
              <a:cxnLst/>
              <a:rect l="l" t="t" r="r" b="b"/>
              <a:pathLst>
                <a:path w="995679" h="1478280">
                  <a:moveTo>
                    <a:pt x="949705" y="0"/>
                  </a:moveTo>
                  <a:lnTo>
                    <a:pt x="46354" y="0"/>
                  </a:lnTo>
                  <a:lnTo>
                    <a:pt x="28396" y="3532"/>
                  </a:lnTo>
                  <a:lnTo>
                    <a:pt x="13652" y="13208"/>
                  </a:lnTo>
                  <a:lnTo>
                    <a:pt x="3671" y="27646"/>
                  </a:lnTo>
                  <a:lnTo>
                    <a:pt x="0" y="45466"/>
                  </a:lnTo>
                  <a:lnTo>
                    <a:pt x="0" y="1432814"/>
                  </a:lnTo>
                  <a:lnTo>
                    <a:pt x="3671" y="1450633"/>
                  </a:lnTo>
                  <a:lnTo>
                    <a:pt x="13652" y="1465072"/>
                  </a:lnTo>
                  <a:lnTo>
                    <a:pt x="28396" y="1474747"/>
                  </a:lnTo>
                  <a:lnTo>
                    <a:pt x="46354" y="1478280"/>
                  </a:lnTo>
                  <a:lnTo>
                    <a:pt x="949705" y="1478280"/>
                  </a:lnTo>
                  <a:lnTo>
                    <a:pt x="967525" y="1474747"/>
                  </a:lnTo>
                  <a:lnTo>
                    <a:pt x="981963" y="1465072"/>
                  </a:lnTo>
                  <a:lnTo>
                    <a:pt x="991639" y="1450633"/>
                  </a:lnTo>
                  <a:lnTo>
                    <a:pt x="995172" y="1432814"/>
                  </a:lnTo>
                  <a:lnTo>
                    <a:pt x="995172" y="45466"/>
                  </a:lnTo>
                  <a:lnTo>
                    <a:pt x="991639" y="27646"/>
                  </a:lnTo>
                  <a:lnTo>
                    <a:pt x="981964" y="13208"/>
                  </a:lnTo>
                  <a:lnTo>
                    <a:pt x="967525" y="3532"/>
                  </a:lnTo>
                  <a:lnTo>
                    <a:pt x="949705" y="0"/>
                  </a:lnTo>
                  <a:close/>
                </a:path>
              </a:pathLst>
            </a:custGeom>
            <a:solidFill>
              <a:srgbClr val="230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904988" y="1362455"/>
              <a:ext cx="53340" cy="27940"/>
            </a:xfrm>
            <a:custGeom>
              <a:avLst/>
              <a:gdLst/>
              <a:ahLst/>
              <a:cxnLst/>
              <a:rect l="l" t="t" r="r" b="b"/>
              <a:pathLst>
                <a:path w="53340" h="27940">
                  <a:moveTo>
                    <a:pt x="26161" y="0"/>
                  </a:moveTo>
                  <a:lnTo>
                    <a:pt x="15859" y="2039"/>
                  </a:lnTo>
                  <a:lnTo>
                    <a:pt x="7556" y="7651"/>
                  </a:lnTo>
                  <a:lnTo>
                    <a:pt x="2016" y="16073"/>
                  </a:lnTo>
                  <a:lnTo>
                    <a:pt x="0" y="26543"/>
                  </a:lnTo>
                  <a:lnTo>
                    <a:pt x="0" y="27432"/>
                  </a:lnTo>
                  <a:lnTo>
                    <a:pt x="2016" y="16823"/>
                  </a:lnTo>
                  <a:lnTo>
                    <a:pt x="7556" y="8096"/>
                  </a:lnTo>
                  <a:lnTo>
                    <a:pt x="15859" y="2178"/>
                  </a:lnTo>
                  <a:lnTo>
                    <a:pt x="26161" y="0"/>
                  </a:lnTo>
                  <a:close/>
                </a:path>
                <a:path w="53340" h="27940">
                  <a:moveTo>
                    <a:pt x="26161" y="0"/>
                  </a:moveTo>
                  <a:lnTo>
                    <a:pt x="36677" y="2178"/>
                  </a:lnTo>
                  <a:lnTo>
                    <a:pt x="45323" y="8096"/>
                  </a:lnTo>
                  <a:lnTo>
                    <a:pt x="51182" y="16823"/>
                  </a:lnTo>
                  <a:lnTo>
                    <a:pt x="53339" y="27432"/>
                  </a:lnTo>
                  <a:lnTo>
                    <a:pt x="53339" y="26543"/>
                  </a:lnTo>
                  <a:lnTo>
                    <a:pt x="51182" y="16073"/>
                  </a:lnTo>
                  <a:lnTo>
                    <a:pt x="45323" y="7651"/>
                  </a:lnTo>
                  <a:lnTo>
                    <a:pt x="36677" y="2039"/>
                  </a:lnTo>
                  <a:lnTo>
                    <a:pt x="26161" y="0"/>
                  </a:lnTo>
                  <a:close/>
                </a:path>
              </a:pathLst>
            </a:custGeom>
            <a:solidFill>
              <a:srgbClr val="84F9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09916" y="1688591"/>
              <a:ext cx="901065" cy="17145"/>
            </a:xfrm>
            <a:custGeom>
              <a:avLst/>
              <a:gdLst/>
              <a:ahLst/>
              <a:cxnLst/>
              <a:rect l="l" t="t" r="r" b="b"/>
              <a:pathLst>
                <a:path w="901065" h="17144">
                  <a:moveTo>
                    <a:pt x="708660" y="3556"/>
                  </a:moveTo>
                  <a:lnTo>
                    <a:pt x="705104" y="0"/>
                  </a:lnTo>
                  <a:lnTo>
                    <a:pt x="8763" y="0"/>
                  </a:lnTo>
                  <a:lnTo>
                    <a:pt x="3556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6" y="16764"/>
                  </a:lnTo>
                  <a:lnTo>
                    <a:pt x="705104" y="16764"/>
                  </a:lnTo>
                  <a:lnTo>
                    <a:pt x="708660" y="13208"/>
                  </a:lnTo>
                  <a:lnTo>
                    <a:pt x="708660" y="3556"/>
                  </a:lnTo>
                  <a:close/>
                </a:path>
                <a:path w="901065" h="17144">
                  <a:moveTo>
                    <a:pt x="819912" y="3556"/>
                  </a:moveTo>
                  <a:lnTo>
                    <a:pt x="815467" y="0"/>
                  </a:lnTo>
                  <a:lnTo>
                    <a:pt x="759206" y="0"/>
                  </a:lnTo>
                  <a:lnTo>
                    <a:pt x="754888" y="0"/>
                  </a:lnTo>
                  <a:lnTo>
                    <a:pt x="751332" y="3556"/>
                  </a:lnTo>
                  <a:lnTo>
                    <a:pt x="751332" y="13208"/>
                  </a:lnTo>
                  <a:lnTo>
                    <a:pt x="754888" y="16764"/>
                  </a:lnTo>
                  <a:lnTo>
                    <a:pt x="815467" y="16764"/>
                  </a:lnTo>
                  <a:lnTo>
                    <a:pt x="819912" y="13208"/>
                  </a:lnTo>
                  <a:lnTo>
                    <a:pt x="819912" y="3556"/>
                  </a:lnTo>
                  <a:close/>
                </a:path>
                <a:path w="901065" h="17144">
                  <a:moveTo>
                    <a:pt x="900684" y="3556"/>
                  </a:moveTo>
                  <a:lnTo>
                    <a:pt x="897128" y="0"/>
                  </a:lnTo>
                  <a:lnTo>
                    <a:pt x="853694" y="0"/>
                  </a:lnTo>
                  <a:lnTo>
                    <a:pt x="849376" y="0"/>
                  </a:lnTo>
                  <a:lnTo>
                    <a:pt x="845820" y="3556"/>
                  </a:lnTo>
                  <a:lnTo>
                    <a:pt x="845820" y="13208"/>
                  </a:lnTo>
                  <a:lnTo>
                    <a:pt x="849376" y="16764"/>
                  </a:lnTo>
                  <a:lnTo>
                    <a:pt x="897128" y="16764"/>
                  </a:lnTo>
                  <a:lnTo>
                    <a:pt x="900684" y="13208"/>
                  </a:lnTo>
                  <a:lnTo>
                    <a:pt x="900684" y="3556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802880" y="1810511"/>
              <a:ext cx="447040" cy="18415"/>
            </a:xfrm>
            <a:custGeom>
              <a:avLst/>
              <a:gdLst/>
              <a:ahLst/>
              <a:cxnLst/>
              <a:rect l="l" t="t" r="r" b="b"/>
              <a:pathLst>
                <a:path w="447040" h="18414">
                  <a:moveTo>
                    <a:pt x="77724" y="4584"/>
                  </a:moveTo>
                  <a:lnTo>
                    <a:pt x="73406" y="0"/>
                  </a:lnTo>
                  <a:lnTo>
                    <a:pt x="7874" y="0"/>
                  </a:lnTo>
                  <a:lnTo>
                    <a:pt x="3556" y="0"/>
                  </a:lnTo>
                  <a:lnTo>
                    <a:pt x="0" y="4584"/>
                  </a:lnTo>
                  <a:lnTo>
                    <a:pt x="0" y="14605"/>
                  </a:lnTo>
                  <a:lnTo>
                    <a:pt x="3556" y="18288"/>
                  </a:lnTo>
                  <a:lnTo>
                    <a:pt x="73406" y="18288"/>
                  </a:lnTo>
                  <a:lnTo>
                    <a:pt x="77724" y="13716"/>
                  </a:lnTo>
                  <a:lnTo>
                    <a:pt x="77724" y="4584"/>
                  </a:lnTo>
                  <a:close/>
                </a:path>
                <a:path w="447040" h="18414">
                  <a:moveTo>
                    <a:pt x="187452" y="13716"/>
                  </a:moveTo>
                  <a:lnTo>
                    <a:pt x="186563" y="9144"/>
                  </a:lnTo>
                  <a:lnTo>
                    <a:pt x="186563" y="4584"/>
                  </a:lnTo>
                  <a:lnTo>
                    <a:pt x="183007" y="0"/>
                  </a:lnTo>
                  <a:lnTo>
                    <a:pt x="117602" y="0"/>
                  </a:lnTo>
                  <a:lnTo>
                    <a:pt x="113284" y="0"/>
                  </a:lnTo>
                  <a:lnTo>
                    <a:pt x="109728" y="4584"/>
                  </a:lnTo>
                  <a:lnTo>
                    <a:pt x="109728" y="14605"/>
                  </a:lnTo>
                  <a:lnTo>
                    <a:pt x="113284" y="18288"/>
                  </a:lnTo>
                  <a:lnTo>
                    <a:pt x="183007" y="18288"/>
                  </a:lnTo>
                  <a:lnTo>
                    <a:pt x="187452" y="13716"/>
                  </a:lnTo>
                  <a:close/>
                </a:path>
                <a:path w="447040" h="18414">
                  <a:moveTo>
                    <a:pt x="295656" y="4584"/>
                  </a:moveTo>
                  <a:lnTo>
                    <a:pt x="292227" y="0"/>
                  </a:lnTo>
                  <a:lnTo>
                    <a:pt x="227203" y="0"/>
                  </a:lnTo>
                  <a:lnTo>
                    <a:pt x="222885" y="0"/>
                  </a:lnTo>
                  <a:lnTo>
                    <a:pt x="219456" y="4584"/>
                  </a:lnTo>
                  <a:lnTo>
                    <a:pt x="219456" y="14605"/>
                  </a:lnTo>
                  <a:lnTo>
                    <a:pt x="222885" y="18288"/>
                  </a:lnTo>
                  <a:lnTo>
                    <a:pt x="292227" y="18288"/>
                  </a:lnTo>
                  <a:lnTo>
                    <a:pt x="295656" y="13716"/>
                  </a:lnTo>
                  <a:lnTo>
                    <a:pt x="295656" y="4584"/>
                  </a:lnTo>
                  <a:close/>
                </a:path>
                <a:path w="447040" h="18414">
                  <a:moveTo>
                    <a:pt x="344424" y="4584"/>
                  </a:moveTo>
                  <a:lnTo>
                    <a:pt x="340995" y="0"/>
                  </a:lnTo>
                  <a:lnTo>
                    <a:pt x="328422" y="0"/>
                  </a:lnTo>
                  <a:lnTo>
                    <a:pt x="324231" y="0"/>
                  </a:lnTo>
                  <a:lnTo>
                    <a:pt x="320040" y="4584"/>
                  </a:lnTo>
                  <a:lnTo>
                    <a:pt x="320040" y="14605"/>
                  </a:lnTo>
                  <a:lnTo>
                    <a:pt x="324231" y="18288"/>
                  </a:lnTo>
                  <a:lnTo>
                    <a:pt x="340233" y="18288"/>
                  </a:lnTo>
                  <a:lnTo>
                    <a:pt x="344424" y="13716"/>
                  </a:lnTo>
                  <a:lnTo>
                    <a:pt x="344424" y="4584"/>
                  </a:lnTo>
                  <a:close/>
                </a:path>
                <a:path w="447040" h="18414">
                  <a:moveTo>
                    <a:pt x="446532" y="4584"/>
                  </a:moveTo>
                  <a:lnTo>
                    <a:pt x="442976" y="0"/>
                  </a:lnTo>
                  <a:lnTo>
                    <a:pt x="369951" y="0"/>
                  </a:lnTo>
                  <a:lnTo>
                    <a:pt x="364744" y="0"/>
                  </a:lnTo>
                  <a:lnTo>
                    <a:pt x="361188" y="4584"/>
                  </a:lnTo>
                  <a:lnTo>
                    <a:pt x="361188" y="14605"/>
                  </a:lnTo>
                  <a:lnTo>
                    <a:pt x="364744" y="18288"/>
                  </a:lnTo>
                  <a:lnTo>
                    <a:pt x="442976" y="18288"/>
                  </a:lnTo>
                  <a:lnTo>
                    <a:pt x="446532" y="13716"/>
                  </a:lnTo>
                  <a:lnTo>
                    <a:pt x="446532" y="4584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802879" y="1865375"/>
              <a:ext cx="657225" cy="17145"/>
            </a:xfrm>
            <a:custGeom>
              <a:avLst/>
              <a:gdLst/>
              <a:ahLst/>
              <a:cxnLst/>
              <a:rect l="l" t="t" r="r" b="b"/>
              <a:pathLst>
                <a:path w="657225" h="17144">
                  <a:moveTo>
                    <a:pt x="652526" y="0"/>
                  </a:moveTo>
                  <a:lnTo>
                    <a:pt x="7874" y="0"/>
                  </a:lnTo>
                  <a:lnTo>
                    <a:pt x="3555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5" y="16763"/>
                  </a:lnTo>
                  <a:lnTo>
                    <a:pt x="652526" y="16763"/>
                  </a:lnTo>
                  <a:lnTo>
                    <a:pt x="656844" y="13208"/>
                  </a:lnTo>
                  <a:lnTo>
                    <a:pt x="655954" y="8762"/>
                  </a:lnTo>
                  <a:lnTo>
                    <a:pt x="655954" y="3556"/>
                  </a:lnTo>
                  <a:lnTo>
                    <a:pt x="652526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709916" y="1810511"/>
              <a:ext cx="40005" cy="181610"/>
            </a:xfrm>
            <a:custGeom>
              <a:avLst/>
              <a:gdLst/>
              <a:ahLst/>
              <a:cxnLst/>
              <a:rect l="l" t="t" r="r" b="b"/>
              <a:pathLst>
                <a:path w="40004" h="181610">
                  <a:moveTo>
                    <a:pt x="39624" y="177800"/>
                  </a:moveTo>
                  <a:lnTo>
                    <a:pt x="38735" y="172466"/>
                  </a:lnTo>
                  <a:lnTo>
                    <a:pt x="38735" y="168148"/>
                  </a:lnTo>
                  <a:lnTo>
                    <a:pt x="35179" y="164592"/>
                  </a:lnTo>
                  <a:lnTo>
                    <a:pt x="8763" y="164592"/>
                  </a:lnTo>
                  <a:lnTo>
                    <a:pt x="3556" y="164592"/>
                  </a:lnTo>
                  <a:lnTo>
                    <a:pt x="0" y="168148"/>
                  </a:lnTo>
                  <a:lnTo>
                    <a:pt x="0" y="177800"/>
                  </a:lnTo>
                  <a:lnTo>
                    <a:pt x="3556" y="181356"/>
                  </a:lnTo>
                  <a:lnTo>
                    <a:pt x="35179" y="181356"/>
                  </a:lnTo>
                  <a:lnTo>
                    <a:pt x="39624" y="177800"/>
                  </a:lnTo>
                  <a:close/>
                </a:path>
                <a:path w="40004" h="181610">
                  <a:moveTo>
                    <a:pt x="39624" y="122301"/>
                  </a:moveTo>
                  <a:lnTo>
                    <a:pt x="38735" y="118110"/>
                  </a:lnTo>
                  <a:lnTo>
                    <a:pt x="38735" y="113919"/>
                  </a:lnTo>
                  <a:lnTo>
                    <a:pt x="35179" y="109728"/>
                  </a:lnTo>
                  <a:lnTo>
                    <a:pt x="8763" y="109728"/>
                  </a:lnTo>
                  <a:lnTo>
                    <a:pt x="3556" y="109728"/>
                  </a:lnTo>
                  <a:lnTo>
                    <a:pt x="0" y="113919"/>
                  </a:lnTo>
                  <a:lnTo>
                    <a:pt x="0" y="122301"/>
                  </a:lnTo>
                  <a:lnTo>
                    <a:pt x="3556" y="126492"/>
                  </a:lnTo>
                  <a:lnTo>
                    <a:pt x="35179" y="126492"/>
                  </a:lnTo>
                  <a:lnTo>
                    <a:pt x="39624" y="122301"/>
                  </a:lnTo>
                  <a:close/>
                </a:path>
                <a:path w="40004" h="181610">
                  <a:moveTo>
                    <a:pt x="39624" y="68084"/>
                  </a:moveTo>
                  <a:lnTo>
                    <a:pt x="38735" y="63627"/>
                  </a:lnTo>
                  <a:lnTo>
                    <a:pt x="38735" y="58432"/>
                  </a:lnTo>
                  <a:lnTo>
                    <a:pt x="35179" y="54864"/>
                  </a:lnTo>
                  <a:lnTo>
                    <a:pt x="8763" y="54864"/>
                  </a:lnTo>
                  <a:lnTo>
                    <a:pt x="3556" y="54864"/>
                  </a:lnTo>
                  <a:lnTo>
                    <a:pt x="0" y="58432"/>
                  </a:lnTo>
                  <a:lnTo>
                    <a:pt x="0" y="68084"/>
                  </a:lnTo>
                  <a:lnTo>
                    <a:pt x="3556" y="71628"/>
                  </a:lnTo>
                  <a:lnTo>
                    <a:pt x="35179" y="71628"/>
                  </a:lnTo>
                  <a:lnTo>
                    <a:pt x="39624" y="68084"/>
                  </a:lnTo>
                  <a:close/>
                </a:path>
                <a:path w="40004" h="181610">
                  <a:moveTo>
                    <a:pt x="39624" y="13716"/>
                  </a:moveTo>
                  <a:lnTo>
                    <a:pt x="38735" y="9144"/>
                  </a:lnTo>
                  <a:lnTo>
                    <a:pt x="38735" y="4584"/>
                  </a:lnTo>
                  <a:lnTo>
                    <a:pt x="35179" y="0"/>
                  </a:lnTo>
                  <a:lnTo>
                    <a:pt x="8763" y="0"/>
                  </a:lnTo>
                  <a:lnTo>
                    <a:pt x="3556" y="0"/>
                  </a:lnTo>
                  <a:lnTo>
                    <a:pt x="0" y="4584"/>
                  </a:lnTo>
                  <a:lnTo>
                    <a:pt x="0" y="14605"/>
                  </a:lnTo>
                  <a:lnTo>
                    <a:pt x="3556" y="18288"/>
                  </a:lnTo>
                  <a:lnTo>
                    <a:pt x="35179" y="18288"/>
                  </a:lnTo>
                  <a:lnTo>
                    <a:pt x="39624" y="13716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799832" y="1865375"/>
              <a:ext cx="797560" cy="71755"/>
            </a:xfrm>
            <a:custGeom>
              <a:avLst/>
              <a:gdLst/>
              <a:ahLst/>
              <a:cxnLst/>
              <a:rect l="l" t="t" r="r" b="b"/>
              <a:pathLst>
                <a:path w="797559" h="71755">
                  <a:moveTo>
                    <a:pt x="277368" y="59055"/>
                  </a:moveTo>
                  <a:lnTo>
                    <a:pt x="273812" y="54864"/>
                  </a:lnTo>
                  <a:lnTo>
                    <a:pt x="8763" y="54864"/>
                  </a:lnTo>
                  <a:lnTo>
                    <a:pt x="3556" y="54864"/>
                  </a:lnTo>
                  <a:lnTo>
                    <a:pt x="0" y="59055"/>
                  </a:lnTo>
                  <a:lnTo>
                    <a:pt x="0" y="67437"/>
                  </a:lnTo>
                  <a:lnTo>
                    <a:pt x="3556" y="71628"/>
                  </a:lnTo>
                  <a:lnTo>
                    <a:pt x="273812" y="71628"/>
                  </a:lnTo>
                  <a:lnTo>
                    <a:pt x="277368" y="67437"/>
                  </a:lnTo>
                  <a:lnTo>
                    <a:pt x="277368" y="59055"/>
                  </a:lnTo>
                  <a:close/>
                </a:path>
                <a:path w="797559" h="71755">
                  <a:moveTo>
                    <a:pt x="797052" y="3568"/>
                  </a:moveTo>
                  <a:lnTo>
                    <a:pt x="793496" y="0"/>
                  </a:lnTo>
                  <a:lnTo>
                    <a:pt x="708914" y="0"/>
                  </a:lnTo>
                  <a:lnTo>
                    <a:pt x="704596" y="0"/>
                  </a:lnTo>
                  <a:lnTo>
                    <a:pt x="701040" y="3568"/>
                  </a:lnTo>
                  <a:lnTo>
                    <a:pt x="701040" y="13220"/>
                  </a:lnTo>
                  <a:lnTo>
                    <a:pt x="704596" y="16764"/>
                  </a:lnTo>
                  <a:lnTo>
                    <a:pt x="792734" y="16764"/>
                  </a:lnTo>
                  <a:lnTo>
                    <a:pt x="797052" y="13220"/>
                  </a:lnTo>
                  <a:lnTo>
                    <a:pt x="797052" y="3568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164068" y="1975103"/>
              <a:ext cx="314325" cy="131445"/>
            </a:xfrm>
            <a:custGeom>
              <a:avLst/>
              <a:gdLst/>
              <a:ahLst/>
              <a:cxnLst/>
              <a:rect l="l" t="t" r="r" b="b"/>
              <a:pathLst>
                <a:path w="314325" h="131444">
                  <a:moveTo>
                    <a:pt x="313944" y="116459"/>
                  </a:moveTo>
                  <a:lnTo>
                    <a:pt x="310388" y="112776"/>
                  </a:lnTo>
                  <a:lnTo>
                    <a:pt x="7874" y="112776"/>
                  </a:lnTo>
                  <a:lnTo>
                    <a:pt x="3556" y="112776"/>
                  </a:lnTo>
                  <a:lnTo>
                    <a:pt x="0" y="116459"/>
                  </a:lnTo>
                  <a:lnTo>
                    <a:pt x="0" y="126492"/>
                  </a:lnTo>
                  <a:lnTo>
                    <a:pt x="3556" y="131064"/>
                  </a:lnTo>
                  <a:lnTo>
                    <a:pt x="310388" y="131064"/>
                  </a:lnTo>
                  <a:lnTo>
                    <a:pt x="313944" y="126492"/>
                  </a:lnTo>
                  <a:lnTo>
                    <a:pt x="313944" y="116459"/>
                  </a:lnTo>
                  <a:close/>
                </a:path>
                <a:path w="314325" h="131444">
                  <a:moveTo>
                    <a:pt x="313944" y="60071"/>
                  </a:moveTo>
                  <a:lnTo>
                    <a:pt x="310388" y="56388"/>
                  </a:lnTo>
                  <a:lnTo>
                    <a:pt x="91059" y="56388"/>
                  </a:lnTo>
                  <a:lnTo>
                    <a:pt x="85852" y="56388"/>
                  </a:lnTo>
                  <a:lnTo>
                    <a:pt x="82296" y="60071"/>
                  </a:lnTo>
                  <a:lnTo>
                    <a:pt x="82296" y="70104"/>
                  </a:lnTo>
                  <a:lnTo>
                    <a:pt x="85852" y="74676"/>
                  </a:lnTo>
                  <a:lnTo>
                    <a:pt x="310388" y="74676"/>
                  </a:lnTo>
                  <a:lnTo>
                    <a:pt x="313944" y="70104"/>
                  </a:lnTo>
                  <a:lnTo>
                    <a:pt x="313944" y="60071"/>
                  </a:lnTo>
                  <a:close/>
                </a:path>
                <a:path w="314325" h="131444">
                  <a:moveTo>
                    <a:pt x="313944" y="3556"/>
                  </a:moveTo>
                  <a:lnTo>
                    <a:pt x="310388" y="0"/>
                  </a:lnTo>
                  <a:lnTo>
                    <a:pt x="219710" y="0"/>
                  </a:lnTo>
                  <a:lnTo>
                    <a:pt x="215392" y="0"/>
                  </a:lnTo>
                  <a:lnTo>
                    <a:pt x="211836" y="3556"/>
                  </a:lnTo>
                  <a:lnTo>
                    <a:pt x="211836" y="13208"/>
                  </a:lnTo>
                  <a:lnTo>
                    <a:pt x="215392" y="16764"/>
                  </a:lnTo>
                  <a:lnTo>
                    <a:pt x="310388" y="16764"/>
                  </a:lnTo>
                  <a:lnTo>
                    <a:pt x="313944" y="13208"/>
                  </a:lnTo>
                  <a:lnTo>
                    <a:pt x="313944" y="3556"/>
                  </a:lnTo>
                  <a:close/>
                </a:path>
              </a:pathLst>
            </a:custGeom>
            <a:solidFill>
              <a:srgbClr val="C97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709916" y="1612391"/>
              <a:ext cx="329565" cy="17145"/>
            </a:xfrm>
            <a:custGeom>
              <a:avLst/>
              <a:gdLst/>
              <a:ahLst/>
              <a:cxnLst/>
              <a:rect l="l" t="t" r="r" b="b"/>
              <a:pathLst>
                <a:path w="329565" h="17144">
                  <a:moveTo>
                    <a:pt x="325627" y="0"/>
                  </a:moveTo>
                  <a:lnTo>
                    <a:pt x="8762" y="0"/>
                  </a:lnTo>
                  <a:lnTo>
                    <a:pt x="3555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5" y="16763"/>
                  </a:lnTo>
                  <a:lnTo>
                    <a:pt x="325627" y="16763"/>
                  </a:lnTo>
                  <a:lnTo>
                    <a:pt x="329183" y="13208"/>
                  </a:lnTo>
                  <a:lnTo>
                    <a:pt x="329183" y="3556"/>
                  </a:lnTo>
                  <a:lnTo>
                    <a:pt x="325627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709916" y="2758439"/>
              <a:ext cx="530860" cy="17145"/>
            </a:xfrm>
            <a:custGeom>
              <a:avLst/>
              <a:gdLst/>
              <a:ahLst/>
              <a:cxnLst/>
              <a:rect l="l" t="t" r="r" b="b"/>
              <a:pathLst>
                <a:path w="530859" h="17144">
                  <a:moveTo>
                    <a:pt x="526795" y="0"/>
                  </a:moveTo>
                  <a:lnTo>
                    <a:pt x="8762" y="0"/>
                  </a:lnTo>
                  <a:lnTo>
                    <a:pt x="3555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3555" y="16764"/>
                  </a:lnTo>
                  <a:lnTo>
                    <a:pt x="526795" y="16764"/>
                  </a:lnTo>
                  <a:lnTo>
                    <a:pt x="530351" y="13208"/>
                  </a:lnTo>
                  <a:lnTo>
                    <a:pt x="530351" y="3556"/>
                  </a:lnTo>
                  <a:lnTo>
                    <a:pt x="526795" y="0"/>
                  </a:lnTo>
                  <a:close/>
                </a:path>
              </a:pathLst>
            </a:custGeom>
            <a:solidFill>
              <a:srgbClr val="C97A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193024" y="2142743"/>
              <a:ext cx="417830" cy="17145"/>
            </a:xfrm>
            <a:custGeom>
              <a:avLst/>
              <a:gdLst/>
              <a:ahLst/>
              <a:cxnLst/>
              <a:rect l="l" t="t" r="r" b="b"/>
              <a:pathLst>
                <a:path w="417829" h="17144">
                  <a:moveTo>
                    <a:pt x="156972" y="3556"/>
                  </a:moveTo>
                  <a:lnTo>
                    <a:pt x="152654" y="0"/>
                  </a:lnTo>
                  <a:lnTo>
                    <a:pt x="8763" y="0"/>
                  </a:lnTo>
                  <a:lnTo>
                    <a:pt x="4318" y="0"/>
                  </a:lnTo>
                  <a:lnTo>
                    <a:pt x="0" y="3556"/>
                  </a:lnTo>
                  <a:lnTo>
                    <a:pt x="0" y="13208"/>
                  </a:lnTo>
                  <a:lnTo>
                    <a:pt x="4318" y="16764"/>
                  </a:lnTo>
                  <a:lnTo>
                    <a:pt x="152654" y="16764"/>
                  </a:lnTo>
                  <a:lnTo>
                    <a:pt x="156972" y="13208"/>
                  </a:lnTo>
                  <a:lnTo>
                    <a:pt x="156972" y="3556"/>
                  </a:lnTo>
                  <a:close/>
                </a:path>
                <a:path w="417829" h="17144">
                  <a:moveTo>
                    <a:pt x="417576" y="3556"/>
                  </a:moveTo>
                  <a:lnTo>
                    <a:pt x="414020" y="0"/>
                  </a:lnTo>
                  <a:lnTo>
                    <a:pt x="217551" y="0"/>
                  </a:lnTo>
                  <a:lnTo>
                    <a:pt x="212344" y="0"/>
                  </a:lnTo>
                  <a:lnTo>
                    <a:pt x="208788" y="3556"/>
                  </a:lnTo>
                  <a:lnTo>
                    <a:pt x="208788" y="13208"/>
                  </a:lnTo>
                  <a:lnTo>
                    <a:pt x="212344" y="16764"/>
                  </a:lnTo>
                  <a:lnTo>
                    <a:pt x="414020" y="16764"/>
                  </a:lnTo>
                  <a:lnTo>
                    <a:pt x="417576" y="13208"/>
                  </a:lnTo>
                  <a:lnTo>
                    <a:pt x="417576" y="3556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287511" y="826007"/>
              <a:ext cx="856615" cy="784860"/>
            </a:xfrm>
            <a:custGeom>
              <a:avLst/>
              <a:gdLst/>
              <a:ahLst/>
              <a:cxnLst/>
              <a:rect l="l" t="t" r="r" b="b"/>
              <a:pathLst>
                <a:path w="856615" h="784860">
                  <a:moveTo>
                    <a:pt x="822325" y="0"/>
                  </a:moveTo>
                  <a:lnTo>
                    <a:pt x="35052" y="0"/>
                  </a:lnTo>
                  <a:lnTo>
                    <a:pt x="21431" y="2748"/>
                  </a:lnTo>
                  <a:lnTo>
                    <a:pt x="10286" y="10175"/>
                  </a:lnTo>
                  <a:lnTo>
                    <a:pt x="2762" y="21056"/>
                  </a:lnTo>
                  <a:lnTo>
                    <a:pt x="0" y="34162"/>
                  </a:lnTo>
                  <a:lnTo>
                    <a:pt x="0" y="750696"/>
                  </a:lnTo>
                  <a:lnTo>
                    <a:pt x="2762" y="764178"/>
                  </a:lnTo>
                  <a:lnTo>
                    <a:pt x="10286" y="775017"/>
                  </a:lnTo>
                  <a:lnTo>
                    <a:pt x="21431" y="782236"/>
                  </a:lnTo>
                  <a:lnTo>
                    <a:pt x="35052" y="784859"/>
                  </a:lnTo>
                  <a:lnTo>
                    <a:pt x="822325" y="784859"/>
                  </a:lnTo>
                  <a:lnTo>
                    <a:pt x="835806" y="782236"/>
                  </a:lnTo>
                  <a:lnTo>
                    <a:pt x="846645" y="775017"/>
                  </a:lnTo>
                  <a:lnTo>
                    <a:pt x="853864" y="764178"/>
                  </a:lnTo>
                  <a:lnTo>
                    <a:pt x="856488" y="750696"/>
                  </a:lnTo>
                  <a:lnTo>
                    <a:pt x="856488" y="34162"/>
                  </a:lnTo>
                  <a:lnTo>
                    <a:pt x="853864" y="21056"/>
                  </a:lnTo>
                  <a:lnTo>
                    <a:pt x="846645" y="10175"/>
                  </a:lnTo>
                  <a:lnTo>
                    <a:pt x="835806" y="2748"/>
                  </a:lnTo>
                  <a:lnTo>
                    <a:pt x="822325" y="0"/>
                  </a:lnTo>
                  <a:close/>
                </a:path>
              </a:pathLst>
            </a:custGeom>
            <a:solidFill>
              <a:srgbClr val="B8B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287511" y="819911"/>
              <a:ext cx="856615" cy="40005"/>
            </a:xfrm>
            <a:custGeom>
              <a:avLst/>
              <a:gdLst/>
              <a:ahLst/>
              <a:cxnLst/>
              <a:rect l="l" t="t" r="r" b="b"/>
              <a:pathLst>
                <a:path w="856615" h="40005">
                  <a:moveTo>
                    <a:pt x="824103" y="0"/>
                  </a:moveTo>
                  <a:lnTo>
                    <a:pt x="33274" y="0"/>
                  </a:lnTo>
                  <a:lnTo>
                    <a:pt x="20306" y="2615"/>
                  </a:lnTo>
                  <a:lnTo>
                    <a:pt x="9731" y="9683"/>
                  </a:lnTo>
                  <a:lnTo>
                    <a:pt x="2609" y="20038"/>
                  </a:lnTo>
                  <a:lnTo>
                    <a:pt x="0" y="32512"/>
                  </a:lnTo>
                  <a:lnTo>
                    <a:pt x="0" y="39624"/>
                  </a:lnTo>
                  <a:lnTo>
                    <a:pt x="2609" y="27076"/>
                  </a:lnTo>
                  <a:lnTo>
                    <a:pt x="9731" y="16684"/>
                  </a:lnTo>
                  <a:lnTo>
                    <a:pt x="20306" y="9602"/>
                  </a:lnTo>
                  <a:lnTo>
                    <a:pt x="33274" y="6985"/>
                  </a:lnTo>
                  <a:lnTo>
                    <a:pt x="824103" y="6985"/>
                  </a:lnTo>
                  <a:lnTo>
                    <a:pt x="836931" y="9602"/>
                  </a:lnTo>
                  <a:lnTo>
                    <a:pt x="847201" y="16684"/>
                  </a:lnTo>
                  <a:lnTo>
                    <a:pt x="854017" y="27076"/>
                  </a:lnTo>
                  <a:lnTo>
                    <a:pt x="856488" y="39624"/>
                  </a:lnTo>
                  <a:lnTo>
                    <a:pt x="856488" y="32512"/>
                  </a:lnTo>
                  <a:lnTo>
                    <a:pt x="854017" y="20038"/>
                  </a:lnTo>
                  <a:lnTo>
                    <a:pt x="847201" y="9683"/>
                  </a:lnTo>
                  <a:lnTo>
                    <a:pt x="836931" y="2615"/>
                  </a:lnTo>
                  <a:lnTo>
                    <a:pt x="824103" y="0"/>
                  </a:lnTo>
                  <a:close/>
                </a:path>
              </a:pathLst>
            </a:custGeom>
            <a:solidFill>
              <a:srgbClr val="00A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287511" y="826007"/>
              <a:ext cx="856615" cy="121920"/>
            </a:xfrm>
            <a:custGeom>
              <a:avLst/>
              <a:gdLst/>
              <a:ahLst/>
              <a:cxnLst/>
              <a:rect l="l" t="t" r="r" b="b"/>
              <a:pathLst>
                <a:path w="856615" h="121919">
                  <a:moveTo>
                    <a:pt x="824103" y="0"/>
                  </a:moveTo>
                  <a:lnTo>
                    <a:pt x="33274" y="0"/>
                  </a:lnTo>
                  <a:lnTo>
                    <a:pt x="20306" y="2617"/>
                  </a:lnTo>
                  <a:lnTo>
                    <a:pt x="9731" y="9699"/>
                  </a:lnTo>
                  <a:lnTo>
                    <a:pt x="2609" y="20091"/>
                  </a:lnTo>
                  <a:lnTo>
                    <a:pt x="0" y="32638"/>
                  </a:lnTo>
                  <a:lnTo>
                    <a:pt x="0" y="121919"/>
                  </a:lnTo>
                  <a:lnTo>
                    <a:pt x="856488" y="121919"/>
                  </a:lnTo>
                  <a:lnTo>
                    <a:pt x="856488" y="32638"/>
                  </a:lnTo>
                  <a:lnTo>
                    <a:pt x="854017" y="20091"/>
                  </a:lnTo>
                  <a:lnTo>
                    <a:pt x="847201" y="9699"/>
                  </a:lnTo>
                  <a:lnTo>
                    <a:pt x="836931" y="2617"/>
                  </a:lnTo>
                  <a:lnTo>
                    <a:pt x="824103" y="0"/>
                  </a:lnTo>
                  <a:close/>
                </a:path>
              </a:pathLst>
            </a:custGeom>
            <a:solidFill>
              <a:srgbClr val="469A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334755" y="982979"/>
              <a:ext cx="765175" cy="588645"/>
            </a:xfrm>
            <a:custGeom>
              <a:avLst/>
              <a:gdLst/>
              <a:ahLst/>
              <a:cxnLst/>
              <a:rect l="l" t="t" r="r" b="b"/>
              <a:pathLst>
                <a:path w="765175" h="588644">
                  <a:moveTo>
                    <a:pt x="738759" y="0"/>
                  </a:moveTo>
                  <a:lnTo>
                    <a:pt x="26289" y="0"/>
                  </a:lnTo>
                  <a:lnTo>
                    <a:pt x="15912" y="2143"/>
                  </a:lnTo>
                  <a:lnTo>
                    <a:pt x="7572" y="7905"/>
                  </a:lnTo>
                  <a:lnTo>
                    <a:pt x="2018" y="16287"/>
                  </a:lnTo>
                  <a:lnTo>
                    <a:pt x="0" y="26289"/>
                  </a:lnTo>
                  <a:lnTo>
                    <a:pt x="0" y="561975"/>
                  </a:lnTo>
                  <a:lnTo>
                    <a:pt x="2018" y="572351"/>
                  </a:lnTo>
                  <a:lnTo>
                    <a:pt x="7572" y="580691"/>
                  </a:lnTo>
                  <a:lnTo>
                    <a:pt x="15912" y="586245"/>
                  </a:lnTo>
                  <a:lnTo>
                    <a:pt x="26289" y="588264"/>
                  </a:lnTo>
                  <a:lnTo>
                    <a:pt x="738759" y="588264"/>
                  </a:lnTo>
                  <a:lnTo>
                    <a:pt x="749135" y="586245"/>
                  </a:lnTo>
                  <a:lnTo>
                    <a:pt x="757475" y="580691"/>
                  </a:lnTo>
                  <a:lnTo>
                    <a:pt x="763029" y="572351"/>
                  </a:lnTo>
                  <a:lnTo>
                    <a:pt x="765048" y="561975"/>
                  </a:lnTo>
                  <a:lnTo>
                    <a:pt x="765048" y="26289"/>
                  </a:lnTo>
                  <a:lnTo>
                    <a:pt x="763029" y="16287"/>
                  </a:lnTo>
                  <a:lnTo>
                    <a:pt x="757475" y="7905"/>
                  </a:lnTo>
                  <a:lnTo>
                    <a:pt x="749135" y="2143"/>
                  </a:lnTo>
                  <a:lnTo>
                    <a:pt x="738759" y="0"/>
                  </a:lnTo>
                  <a:close/>
                </a:path>
              </a:pathLst>
            </a:custGeom>
            <a:solidFill>
              <a:srgbClr val="2308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371332" y="1115567"/>
              <a:ext cx="692150" cy="13970"/>
            </a:xfrm>
            <a:custGeom>
              <a:avLst/>
              <a:gdLst/>
              <a:ahLst/>
              <a:cxnLst/>
              <a:rect l="l" t="t" r="r" b="b"/>
              <a:pathLst>
                <a:path w="692150" h="13969">
                  <a:moveTo>
                    <a:pt x="544068" y="10922"/>
                  </a:moveTo>
                  <a:lnTo>
                    <a:pt x="543179" y="7366"/>
                  </a:lnTo>
                  <a:lnTo>
                    <a:pt x="543179" y="3683"/>
                  </a:lnTo>
                  <a:lnTo>
                    <a:pt x="540512" y="0"/>
                  </a:lnTo>
                  <a:lnTo>
                    <a:pt x="6096" y="0"/>
                  </a:lnTo>
                  <a:lnTo>
                    <a:pt x="2667" y="0"/>
                  </a:lnTo>
                  <a:lnTo>
                    <a:pt x="0" y="3683"/>
                  </a:lnTo>
                  <a:lnTo>
                    <a:pt x="0" y="10922"/>
                  </a:lnTo>
                  <a:lnTo>
                    <a:pt x="2667" y="13716"/>
                  </a:lnTo>
                  <a:lnTo>
                    <a:pt x="540512" y="13716"/>
                  </a:lnTo>
                  <a:lnTo>
                    <a:pt x="544068" y="10922"/>
                  </a:lnTo>
                  <a:close/>
                </a:path>
                <a:path w="692150" h="13969">
                  <a:moveTo>
                    <a:pt x="629412" y="3683"/>
                  </a:moveTo>
                  <a:lnTo>
                    <a:pt x="625983" y="0"/>
                  </a:lnTo>
                  <a:lnTo>
                    <a:pt x="583692" y="0"/>
                  </a:lnTo>
                  <a:lnTo>
                    <a:pt x="580263" y="0"/>
                  </a:lnTo>
                  <a:lnTo>
                    <a:pt x="577596" y="3683"/>
                  </a:lnTo>
                  <a:lnTo>
                    <a:pt x="577596" y="10922"/>
                  </a:lnTo>
                  <a:lnTo>
                    <a:pt x="580263" y="13716"/>
                  </a:lnTo>
                  <a:lnTo>
                    <a:pt x="625983" y="13716"/>
                  </a:lnTo>
                  <a:lnTo>
                    <a:pt x="629412" y="10922"/>
                  </a:lnTo>
                  <a:lnTo>
                    <a:pt x="629412" y="3683"/>
                  </a:lnTo>
                  <a:close/>
                </a:path>
                <a:path w="692150" h="13969">
                  <a:moveTo>
                    <a:pt x="691896" y="3683"/>
                  </a:moveTo>
                  <a:lnTo>
                    <a:pt x="689356" y="0"/>
                  </a:lnTo>
                  <a:lnTo>
                    <a:pt x="656717" y="0"/>
                  </a:lnTo>
                  <a:lnTo>
                    <a:pt x="653288" y="0"/>
                  </a:lnTo>
                  <a:lnTo>
                    <a:pt x="650748" y="3683"/>
                  </a:lnTo>
                  <a:lnTo>
                    <a:pt x="650748" y="10922"/>
                  </a:lnTo>
                  <a:lnTo>
                    <a:pt x="653288" y="13716"/>
                  </a:lnTo>
                  <a:lnTo>
                    <a:pt x="689356" y="13716"/>
                  </a:lnTo>
                  <a:lnTo>
                    <a:pt x="691896" y="10922"/>
                  </a:lnTo>
                  <a:lnTo>
                    <a:pt x="691896" y="3683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371332" y="1176527"/>
              <a:ext cx="414655" cy="47625"/>
            </a:xfrm>
            <a:custGeom>
              <a:avLst/>
              <a:gdLst/>
              <a:ahLst/>
              <a:cxnLst/>
              <a:rect l="l" t="t" r="r" b="b"/>
              <a:pathLst>
                <a:path w="414654" h="47625">
                  <a:moveTo>
                    <a:pt x="131064" y="37719"/>
                  </a:moveTo>
                  <a:lnTo>
                    <a:pt x="128397" y="35052"/>
                  </a:lnTo>
                  <a:lnTo>
                    <a:pt x="77724" y="35052"/>
                  </a:lnTo>
                  <a:lnTo>
                    <a:pt x="74295" y="35052"/>
                  </a:lnTo>
                  <a:lnTo>
                    <a:pt x="71628" y="37719"/>
                  </a:lnTo>
                  <a:lnTo>
                    <a:pt x="71628" y="44577"/>
                  </a:lnTo>
                  <a:lnTo>
                    <a:pt x="74295" y="47244"/>
                  </a:lnTo>
                  <a:lnTo>
                    <a:pt x="128397" y="47244"/>
                  </a:lnTo>
                  <a:lnTo>
                    <a:pt x="131064" y="44577"/>
                  </a:lnTo>
                  <a:lnTo>
                    <a:pt x="131064" y="37719"/>
                  </a:lnTo>
                  <a:close/>
                </a:path>
                <a:path w="414654" h="47625">
                  <a:moveTo>
                    <a:pt x="214884" y="37719"/>
                  </a:moveTo>
                  <a:lnTo>
                    <a:pt x="212217" y="35052"/>
                  </a:lnTo>
                  <a:lnTo>
                    <a:pt x="161544" y="35052"/>
                  </a:lnTo>
                  <a:lnTo>
                    <a:pt x="158115" y="35052"/>
                  </a:lnTo>
                  <a:lnTo>
                    <a:pt x="155448" y="37719"/>
                  </a:lnTo>
                  <a:lnTo>
                    <a:pt x="155448" y="44577"/>
                  </a:lnTo>
                  <a:lnTo>
                    <a:pt x="158115" y="47244"/>
                  </a:lnTo>
                  <a:lnTo>
                    <a:pt x="212217" y="47244"/>
                  </a:lnTo>
                  <a:lnTo>
                    <a:pt x="214884" y="44577"/>
                  </a:lnTo>
                  <a:lnTo>
                    <a:pt x="214884" y="37719"/>
                  </a:lnTo>
                  <a:close/>
                </a:path>
                <a:path w="414654" h="47625">
                  <a:moveTo>
                    <a:pt x="298704" y="37719"/>
                  </a:moveTo>
                  <a:lnTo>
                    <a:pt x="296037" y="35052"/>
                  </a:lnTo>
                  <a:lnTo>
                    <a:pt x="245364" y="35052"/>
                  </a:lnTo>
                  <a:lnTo>
                    <a:pt x="241935" y="35052"/>
                  </a:lnTo>
                  <a:lnTo>
                    <a:pt x="239268" y="37719"/>
                  </a:lnTo>
                  <a:lnTo>
                    <a:pt x="239268" y="44577"/>
                  </a:lnTo>
                  <a:lnTo>
                    <a:pt x="241935" y="47244"/>
                  </a:lnTo>
                  <a:lnTo>
                    <a:pt x="296037" y="47244"/>
                  </a:lnTo>
                  <a:lnTo>
                    <a:pt x="298704" y="44577"/>
                  </a:lnTo>
                  <a:lnTo>
                    <a:pt x="298704" y="37719"/>
                  </a:lnTo>
                  <a:close/>
                </a:path>
                <a:path w="414654" h="47625">
                  <a:moveTo>
                    <a:pt x="312420" y="3683"/>
                  </a:moveTo>
                  <a:lnTo>
                    <a:pt x="308864" y="0"/>
                  </a:lnTo>
                  <a:lnTo>
                    <a:pt x="6096" y="0"/>
                  </a:lnTo>
                  <a:lnTo>
                    <a:pt x="2667" y="0"/>
                  </a:lnTo>
                  <a:lnTo>
                    <a:pt x="0" y="3683"/>
                  </a:lnTo>
                  <a:lnTo>
                    <a:pt x="0" y="10922"/>
                  </a:lnTo>
                  <a:lnTo>
                    <a:pt x="2667" y="13716"/>
                  </a:lnTo>
                  <a:lnTo>
                    <a:pt x="308864" y="13716"/>
                  </a:lnTo>
                  <a:lnTo>
                    <a:pt x="312420" y="10922"/>
                  </a:lnTo>
                  <a:lnTo>
                    <a:pt x="312420" y="3683"/>
                  </a:lnTo>
                  <a:close/>
                </a:path>
                <a:path w="414654" h="47625">
                  <a:moveTo>
                    <a:pt x="336804" y="37719"/>
                  </a:moveTo>
                  <a:lnTo>
                    <a:pt x="333248" y="35052"/>
                  </a:lnTo>
                  <a:lnTo>
                    <a:pt x="323342" y="35052"/>
                  </a:lnTo>
                  <a:lnTo>
                    <a:pt x="319659" y="35052"/>
                  </a:lnTo>
                  <a:lnTo>
                    <a:pt x="316992" y="37719"/>
                  </a:lnTo>
                  <a:lnTo>
                    <a:pt x="316992" y="44577"/>
                  </a:lnTo>
                  <a:lnTo>
                    <a:pt x="319659" y="47244"/>
                  </a:lnTo>
                  <a:lnTo>
                    <a:pt x="333248" y="47244"/>
                  </a:lnTo>
                  <a:lnTo>
                    <a:pt x="336804" y="44577"/>
                  </a:lnTo>
                  <a:lnTo>
                    <a:pt x="336804" y="37719"/>
                  </a:lnTo>
                  <a:close/>
                </a:path>
                <a:path w="414654" h="47625">
                  <a:moveTo>
                    <a:pt x="414528" y="37719"/>
                  </a:moveTo>
                  <a:lnTo>
                    <a:pt x="411861" y="35052"/>
                  </a:lnTo>
                  <a:lnTo>
                    <a:pt x="355092" y="35052"/>
                  </a:lnTo>
                  <a:lnTo>
                    <a:pt x="351663" y="35052"/>
                  </a:lnTo>
                  <a:lnTo>
                    <a:pt x="348996" y="37719"/>
                  </a:lnTo>
                  <a:lnTo>
                    <a:pt x="348996" y="44577"/>
                  </a:lnTo>
                  <a:lnTo>
                    <a:pt x="351663" y="47244"/>
                  </a:lnTo>
                  <a:lnTo>
                    <a:pt x="411861" y="47244"/>
                  </a:lnTo>
                  <a:lnTo>
                    <a:pt x="414528" y="44577"/>
                  </a:lnTo>
                  <a:lnTo>
                    <a:pt x="414528" y="37719"/>
                  </a:lnTo>
                  <a:close/>
                </a:path>
                <a:path w="414654" h="47625">
                  <a:moveTo>
                    <a:pt x="414528" y="3683"/>
                  </a:moveTo>
                  <a:lnTo>
                    <a:pt x="411861" y="0"/>
                  </a:lnTo>
                  <a:lnTo>
                    <a:pt x="322453" y="0"/>
                  </a:lnTo>
                  <a:lnTo>
                    <a:pt x="319024" y="0"/>
                  </a:lnTo>
                  <a:lnTo>
                    <a:pt x="315468" y="3683"/>
                  </a:lnTo>
                  <a:lnTo>
                    <a:pt x="315468" y="10922"/>
                  </a:lnTo>
                  <a:lnTo>
                    <a:pt x="319024" y="13716"/>
                  </a:lnTo>
                  <a:lnTo>
                    <a:pt x="411861" y="13716"/>
                  </a:lnTo>
                  <a:lnTo>
                    <a:pt x="414528" y="10922"/>
                  </a:lnTo>
                  <a:lnTo>
                    <a:pt x="414528" y="3683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442959" y="1254251"/>
              <a:ext cx="504825" cy="12700"/>
            </a:xfrm>
            <a:custGeom>
              <a:avLst/>
              <a:gdLst/>
              <a:ahLst/>
              <a:cxnLst/>
              <a:rect l="l" t="t" r="r" b="b"/>
              <a:pathLst>
                <a:path w="504825" h="12700">
                  <a:moveTo>
                    <a:pt x="501776" y="0"/>
                  </a:moveTo>
                  <a:lnTo>
                    <a:pt x="6096" y="0"/>
                  </a:lnTo>
                  <a:lnTo>
                    <a:pt x="2667" y="0"/>
                  </a:lnTo>
                  <a:lnTo>
                    <a:pt x="0" y="2667"/>
                  </a:lnTo>
                  <a:lnTo>
                    <a:pt x="0" y="9525"/>
                  </a:lnTo>
                  <a:lnTo>
                    <a:pt x="2667" y="12192"/>
                  </a:lnTo>
                  <a:lnTo>
                    <a:pt x="501776" y="12192"/>
                  </a:lnTo>
                  <a:lnTo>
                    <a:pt x="504444" y="9525"/>
                  </a:lnTo>
                  <a:lnTo>
                    <a:pt x="504444" y="2667"/>
                  </a:lnTo>
                  <a:lnTo>
                    <a:pt x="501776" y="0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371332" y="1211579"/>
              <a:ext cx="30480" cy="96520"/>
            </a:xfrm>
            <a:custGeom>
              <a:avLst/>
              <a:gdLst/>
              <a:ahLst/>
              <a:cxnLst/>
              <a:rect l="l" t="t" r="r" b="b"/>
              <a:pathLst>
                <a:path w="30479" h="96519">
                  <a:moveTo>
                    <a:pt x="30480" y="86487"/>
                  </a:moveTo>
                  <a:lnTo>
                    <a:pt x="27813" y="83820"/>
                  </a:lnTo>
                  <a:lnTo>
                    <a:pt x="6223" y="83820"/>
                  </a:lnTo>
                  <a:lnTo>
                    <a:pt x="2667" y="83820"/>
                  </a:lnTo>
                  <a:lnTo>
                    <a:pt x="0" y="86487"/>
                  </a:lnTo>
                  <a:lnTo>
                    <a:pt x="0" y="93345"/>
                  </a:lnTo>
                  <a:lnTo>
                    <a:pt x="2667" y="96012"/>
                  </a:lnTo>
                  <a:lnTo>
                    <a:pt x="27813" y="96012"/>
                  </a:lnTo>
                  <a:lnTo>
                    <a:pt x="30480" y="93345"/>
                  </a:lnTo>
                  <a:lnTo>
                    <a:pt x="30480" y="86487"/>
                  </a:lnTo>
                  <a:close/>
                </a:path>
                <a:path w="30479" h="96519">
                  <a:moveTo>
                    <a:pt x="30480" y="45339"/>
                  </a:moveTo>
                  <a:lnTo>
                    <a:pt x="27813" y="42672"/>
                  </a:lnTo>
                  <a:lnTo>
                    <a:pt x="6223" y="42672"/>
                  </a:lnTo>
                  <a:lnTo>
                    <a:pt x="2667" y="42672"/>
                  </a:lnTo>
                  <a:lnTo>
                    <a:pt x="0" y="45339"/>
                  </a:lnTo>
                  <a:lnTo>
                    <a:pt x="0" y="52197"/>
                  </a:lnTo>
                  <a:lnTo>
                    <a:pt x="2667" y="54864"/>
                  </a:lnTo>
                  <a:lnTo>
                    <a:pt x="27813" y="54864"/>
                  </a:lnTo>
                  <a:lnTo>
                    <a:pt x="30480" y="52197"/>
                  </a:lnTo>
                  <a:lnTo>
                    <a:pt x="30480" y="45339"/>
                  </a:lnTo>
                  <a:close/>
                </a:path>
                <a:path w="30479" h="96519">
                  <a:moveTo>
                    <a:pt x="30480" y="2667"/>
                  </a:moveTo>
                  <a:lnTo>
                    <a:pt x="27813" y="0"/>
                  </a:lnTo>
                  <a:lnTo>
                    <a:pt x="6223" y="0"/>
                  </a:lnTo>
                  <a:lnTo>
                    <a:pt x="2667" y="0"/>
                  </a:lnTo>
                  <a:lnTo>
                    <a:pt x="0" y="2667"/>
                  </a:lnTo>
                  <a:lnTo>
                    <a:pt x="0" y="9525"/>
                  </a:lnTo>
                  <a:lnTo>
                    <a:pt x="2667" y="12192"/>
                  </a:lnTo>
                  <a:lnTo>
                    <a:pt x="27813" y="12192"/>
                  </a:lnTo>
                  <a:lnTo>
                    <a:pt x="30480" y="9525"/>
                  </a:lnTo>
                  <a:lnTo>
                    <a:pt x="30480" y="2667"/>
                  </a:lnTo>
                  <a:close/>
                </a:path>
              </a:pathLst>
            </a:custGeom>
            <a:solidFill>
              <a:srgbClr val="12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8441436" y="1254251"/>
              <a:ext cx="611505" cy="53340"/>
            </a:xfrm>
            <a:custGeom>
              <a:avLst/>
              <a:gdLst/>
              <a:ahLst/>
              <a:cxnLst/>
              <a:rect l="l" t="t" r="r" b="b"/>
              <a:pathLst>
                <a:path w="611504" h="53340">
                  <a:moveTo>
                    <a:pt x="213360" y="43815"/>
                  </a:moveTo>
                  <a:lnTo>
                    <a:pt x="209804" y="41148"/>
                  </a:lnTo>
                  <a:lnTo>
                    <a:pt x="6096" y="41148"/>
                  </a:lnTo>
                  <a:lnTo>
                    <a:pt x="2667" y="41148"/>
                  </a:lnTo>
                  <a:lnTo>
                    <a:pt x="0" y="43815"/>
                  </a:lnTo>
                  <a:lnTo>
                    <a:pt x="0" y="50673"/>
                  </a:lnTo>
                  <a:lnTo>
                    <a:pt x="2667" y="53340"/>
                  </a:lnTo>
                  <a:lnTo>
                    <a:pt x="209804" y="53340"/>
                  </a:lnTo>
                  <a:lnTo>
                    <a:pt x="213360" y="50673"/>
                  </a:lnTo>
                  <a:lnTo>
                    <a:pt x="213360" y="43815"/>
                  </a:lnTo>
                  <a:close/>
                </a:path>
                <a:path w="611504" h="53340">
                  <a:moveTo>
                    <a:pt x="611124" y="2667"/>
                  </a:moveTo>
                  <a:lnTo>
                    <a:pt x="608457" y="0"/>
                  </a:lnTo>
                  <a:lnTo>
                    <a:pt x="543433" y="0"/>
                  </a:lnTo>
                  <a:lnTo>
                    <a:pt x="540004" y="0"/>
                  </a:lnTo>
                  <a:lnTo>
                    <a:pt x="536448" y="2667"/>
                  </a:lnTo>
                  <a:lnTo>
                    <a:pt x="536448" y="9525"/>
                  </a:lnTo>
                  <a:lnTo>
                    <a:pt x="540004" y="12192"/>
                  </a:lnTo>
                  <a:lnTo>
                    <a:pt x="608457" y="12192"/>
                  </a:lnTo>
                  <a:lnTo>
                    <a:pt x="611124" y="9525"/>
                  </a:lnTo>
                  <a:lnTo>
                    <a:pt x="611124" y="2667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720328" y="1321307"/>
              <a:ext cx="241300" cy="41275"/>
            </a:xfrm>
            <a:custGeom>
              <a:avLst/>
              <a:gdLst/>
              <a:ahLst/>
              <a:cxnLst/>
              <a:rect l="l" t="t" r="r" b="b"/>
              <a:pathLst>
                <a:path w="241300" h="41275">
                  <a:moveTo>
                    <a:pt x="240792" y="32258"/>
                  </a:moveTo>
                  <a:lnTo>
                    <a:pt x="238125" y="28956"/>
                  </a:lnTo>
                  <a:lnTo>
                    <a:pt x="6096" y="28956"/>
                  </a:lnTo>
                  <a:lnTo>
                    <a:pt x="2667" y="28956"/>
                  </a:lnTo>
                  <a:lnTo>
                    <a:pt x="0" y="32258"/>
                  </a:lnTo>
                  <a:lnTo>
                    <a:pt x="0" y="38735"/>
                  </a:lnTo>
                  <a:lnTo>
                    <a:pt x="2667" y="41148"/>
                  </a:lnTo>
                  <a:lnTo>
                    <a:pt x="238125" y="41148"/>
                  </a:lnTo>
                  <a:lnTo>
                    <a:pt x="240792" y="38735"/>
                  </a:lnTo>
                  <a:lnTo>
                    <a:pt x="240792" y="32258"/>
                  </a:lnTo>
                  <a:close/>
                </a:path>
                <a:path w="241300" h="41275">
                  <a:moveTo>
                    <a:pt x="240792" y="2413"/>
                  </a:moveTo>
                  <a:lnTo>
                    <a:pt x="238125" y="0"/>
                  </a:lnTo>
                  <a:lnTo>
                    <a:pt x="168529" y="0"/>
                  </a:lnTo>
                  <a:lnTo>
                    <a:pt x="165100" y="0"/>
                  </a:lnTo>
                  <a:lnTo>
                    <a:pt x="161544" y="2413"/>
                  </a:lnTo>
                  <a:lnTo>
                    <a:pt x="161544" y="9779"/>
                  </a:lnTo>
                  <a:lnTo>
                    <a:pt x="165100" y="12192"/>
                  </a:lnTo>
                  <a:lnTo>
                    <a:pt x="238125" y="12192"/>
                  </a:lnTo>
                  <a:lnTo>
                    <a:pt x="240792" y="9779"/>
                  </a:lnTo>
                  <a:lnTo>
                    <a:pt x="240792" y="2413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371332" y="1059179"/>
              <a:ext cx="253365" cy="12700"/>
            </a:xfrm>
            <a:custGeom>
              <a:avLst/>
              <a:gdLst/>
              <a:ahLst/>
              <a:cxnLst/>
              <a:rect l="l" t="t" r="r" b="b"/>
              <a:pathLst>
                <a:path w="253365" h="12700">
                  <a:moveTo>
                    <a:pt x="249427" y="0"/>
                  </a:moveTo>
                  <a:lnTo>
                    <a:pt x="6223" y="0"/>
                  </a:lnTo>
                  <a:lnTo>
                    <a:pt x="2667" y="0"/>
                  </a:lnTo>
                  <a:lnTo>
                    <a:pt x="0" y="2412"/>
                  </a:lnTo>
                  <a:lnTo>
                    <a:pt x="0" y="8890"/>
                  </a:lnTo>
                  <a:lnTo>
                    <a:pt x="2667" y="12192"/>
                  </a:lnTo>
                  <a:lnTo>
                    <a:pt x="249427" y="12192"/>
                  </a:lnTo>
                  <a:lnTo>
                    <a:pt x="252984" y="8890"/>
                  </a:lnTo>
                  <a:lnTo>
                    <a:pt x="252984" y="2412"/>
                  </a:lnTo>
                  <a:lnTo>
                    <a:pt x="249427" y="0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371332" y="1467611"/>
              <a:ext cx="407034" cy="12700"/>
            </a:xfrm>
            <a:custGeom>
              <a:avLst/>
              <a:gdLst/>
              <a:ahLst/>
              <a:cxnLst/>
              <a:rect l="l" t="t" r="r" b="b"/>
              <a:pathLst>
                <a:path w="407034" h="12700">
                  <a:moveTo>
                    <a:pt x="404241" y="0"/>
                  </a:moveTo>
                  <a:lnTo>
                    <a:pt x="6096" y="0"/>
                  </a:lnTo>
                  <a:lnTo>
                    <a:pt x="2667" y="0"/>
                  </a:lnTo>
                  <a:lnTo>
                    <a:pt x="0" y="2666"/>
                  </a:lnTo>
                  <a:lnTo>
                    <a:pt x="0" y="9525"/>
                  </a:lnTo>
                  <a:lnTo>
                    <a:pt x="2667" y="12191"/>
                  </a:lnTo>
                  <a:lnTo>
                    <a:pt x="404241" y="12191"/>
                  </a:lnTo>
                  <a:lnTo>
                    <a:pt x="406908" y="9525"/>
                  </a:lnTo>
                  <a:lnTo>
                    <a:pt x="406908" y="2666"/>
                  </a:lnTo>
                  <a:lnTo>
                    <a:pt x="404241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371332" y="1392935"/>
              <a:ext cx="692150" cy="129539"/>
            </a:xfrm>
            <a:custGeom>
              <a:avLst/>
              <a:gdLst/>
              <a:ahLst/>
              <a:cxnLst/>
              <a:rect l="l" t="t" r="r" b="b"/>
              <a:pathLst>
                <a:path w="692150" h="129540">
                  <a:moveTo>
                    <a:pt x="60960" y="118618"/>
                  </a:moveTo>
                  <a:lnTo>
                    <a:pt x="58293" y="115824"/>
                  </a:lnTo>
                  <a:lnTo>
                    <a:pt x="6096" y="115824"/>
                  </a:lnTo>
                  <a:lnTo>
                    <a:pt x="2667" y="115824"/>
                  </a:lnTo>
                  <a:lnTo>
                    <a:pt x="0" y="118618"/>
                  </a:lnTo>
                  <a:lnTo>
                    <a:pt x="0" y="126746"/>
                  </a:lnTo>
                  <a:lnTo>
                    <a:pt x="2667" y="129540"/>
                  </a:lnTo>
                  <a:lnTo>
                    <a:pt x="58293" y="129540"/>
                  </a:lnTo>
                  <a:lnTo>
                    <a:pt x="60960" y="126746"/>
                  </a:lnTo>
                  <a:lnTo>
                    <a:pt x="60960" y="118618"/>
                  </a:lnTo>
                  <a:close/>
                </a:path>
                <a:path w="692150" h="129540">
                  <a:moveTo>
                    <a:pt x="455676" y="118618"/>
                  </a:moveTo>
                  <a:lnTo>
                    <a:pt x="453009" y="115824"/>
                  </a:lnTo>
                  <a:lnTo>
                    <a:pt x="84709" y="115824"/>
                  </a:lnTo>
                  <a:lnTo>
                    <a:pt x="81280" y="115824"/>
                  </a:lnTo>
                  <a:lnTo>
                    <a:pt x="77724" y="118618"/>
                  </a:lnTo>
                  <a:lnTo>
                    <a:pt x="77724" y="126746"/>
                  </a:lnTo>
                  <a:lnTo>
                    <a:pt x="81280" y="129540"/>
                  </a:lnTo>
                  <a:lnTo>
                    <a:pt x="453009" y="129540"/>
                  </a:lnTo>
                  <a:lnTo>
                    <a:pt x="455676" y="126746"/>
                  </a:lnTo>
                  <a:lnTo>
                    <a:pt x="455676" y="118618"/>
                  </a:lnTo>
                  <a:close/>
                </a:path>
                <a:path w="692150" h="129540">
                  <a:moveTo>
                    <a:pt x="490728" y="2667"/>
                  </a:moveTo>
                  <a:lnTo>
                    <a:pt x="488061" y="0"/>
                  </a:lnTo>
                  <a:lnTo>
                    <a:pt x="377317" y="0"/>
                  </a:lnTo>
                  <a:lnTo>
                    <a:pt x="373888" y="0"/>
                  </a:lnTo>
                  <a:lnTo>
                    <a:pt x="370332" y="2667"/>
                  </a:lnTo>
                  <a:lnTo>
                    <a:pt x="370332" y="9525"/>
                  </a:lnTo>
                  <a:lnTo>
                    <a:pt x="373888" y="12192"/>
                  </a:lnTo>
                  <a:lnTo>
                    <a:pt x="488061" y="12192"/>
                  </a:lnTo>
                  <a:lnTo>
                    <a:pt x="490728" y="9525"/>
                  </a:lnTo>
                  <a:lnTo>
                    <a:pt x="490728" y="2667"/>
                  </a:lnTo>
                  <a:close/>
                </a:path>
                <a:path w="692150" h="129540">
                  <a:moveTo>
                    <a:pt x="691896" y="62738"/>
                  </a:moveTo>
                  <a:lnTo>
                    <a:pt x="689229" y="59436"/>
                  </a:lnTo>
                  <a:lnTo>
                    <a:pt x="537972" y="59436"/>
                  </a:lnTo>
                  <a:lnTo>
                    <a:pt x="534543" y="59436"/>
                  </a:lnTo>
                  <a:lnTo>
                    <a:pt x="531876" y="62738"/>
                  </a:lnTo>
                  <a:lnTo>
                    <a:pt x="531876" y="69215"/>
                  </a:lnTo>
                  <a:lnTo>
                    <a:pt x="534543" y="71628"/>
                  </a:lnTo>
                  <a:lnTo>
                    <a:pt x="689229" y="71628"/>
                  </a:lnTo>
                  <a:lnTo>
                    <a:pt x="691896" y="69215"/>
                  </a:lnTo>
                  <a:lnTo>
                    <a:pt x="691896" y="62738"/>
                  </a:lnTo>
                  <a:close/>
                </a:path>
                <a:path w="692150" h="129540">
                  <a:moveTo>
                    <a:pt x="691896" y="2667"/>
                  </a:moveTo>
                  <a:lnTo>
                    <a:pt x="689229" y="0"/>
                  </a:lnTo>
                  <a:lnTo>
                    <a:pt x="537972" y="0"/>
                  </a:lnTo>
                  <a:lnTo>
                    <a:pt x="534543" y="0"/>
                  </a:lnTo>
                  <a:lnTo>
                    <a:pt x="531876" y="2667"/>
                  </a:lnTo>
                  <a:lnTo>
                    <a:pt x="531876" y="9525"/>
                  </a:lnTo>
                  <a:lnTo>
                    <a:pt x="534543" y="12192"/>
                  </a:lnTo>
                  <a:lnTo>
                    <a:pt x="689229" y="12192"/>
                  </a:lnTo>
                  <a:lnTo>
                    <a:pt x="691896" y="9525"/>
                  </a:lnTo>
                  <a:lnTo>
                    <a:pt x="691896" y="2667"/>
                  </a:lnTo>
                  <a:close/>
                </a:path>
              </a:pathLst>
            </a:custGeom>
            <a:solidFill>
              <a:srgbClr val="12D6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8" name="object 5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6759" y="4177284"/>
            <a:ext cx="664464" cy="664463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1456689" y="4229201"/>
            <a:ext cx="2489835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 err="1">
                <a:solidFill>
                  <a:srgbClr val="CEF3F5"/>
                </a:solidFill>
                <a:latin typeface="Roboto"/>
                <a:cs typeface="Roboto"/>
              </a:rPr>
              <a:t>Fakultas</a:t>
            </a:r>
            <a:r>
              <a:rPr sz="11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5" dirty="0" err="1">
                <a:solidFill>
                  <a:srgbClr val="CEF3F5"/>
                </a:solidFill>
                <a:latin typeface="Roboto"/>
                <a:cs typeface="Roboto"/>
              </a:rPr>
              <a:t>Vokasi</a:t>
            </a:r>
            <a:endParaRPr sz="1100" spc="5" dirty="0">
              <a:solidFill>
                <a:srgbClr val="CEF3F5"/>
              </a:solidFill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id-ID" sz="1100" spc="5" dirty="0">
                <a:solidFill>
                  <a:srgbClr val="CEF3F5"/>
                </a:solidFill>
                <a:latin typeface="Roboto"/>
                <a:cs typeface="Roboto"/>
              </a:rPr>
              <a:t>I</a:t>
            </a:r>
            <a:r>
              <a:rPr sz="1100" spc="-15" dirty="0" err="1">
                <a:solidFill>
                  <a:srgbClr val="CEF3F5"/>
                </a:solidFill>
                <a:latin typeface="Roboto"/>
                <a:cs typeface="Roboto"/>
              </a:rPr>
              <a:t>nstitut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35" dirty="0" err="1">
                <a:solidFill>
                  <a:srgbClr val="CEF3F5"/>
                </a:solidFill>
                <a:latin typeface="Roboto"/>
                <a:cs typeface="Roboto"/>
              </a:rPr>
              <a:t>Teknologi</a:t>
            </a: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 Del</a:t>
            </a:r>
            <a:endParaRPr sz="110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Sitoluama,</a:t>
            </a:r>
            <a:r>
              <a:rPr sz="1100" spc="-5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Laguboti</a:t>
            </a:r>
            <a:endParaRPr sz="11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241797" y="2163572"/>
            <a:ext cx="2853690" cy="147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427355" indent="387350">
              <a:lnSpc>
                <a:spcPct val="100000"/>
              </a:lnSpc>
              <a:spcBef>
                <a:spcPts val="100"/>
              </a:spcBef>
            </a:pPr>
            <a:r>
              <a:rPr sz="2000" spc="-220" dirty="0">
                <a:solidFill>
                  <a:srgbClr val="35C2DF"/>
                </a:solidFill>
                <a:latin typeface="Trebuchet MS"/>
                <a:cs typeface="Trebuchet MS"/>
              </a:rPr>
              <a:t>PENDEKATAN </a:t>
            </a:r>
            <a:r>
              <a:rPr sz="2000" spc="-215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2000" spc="-170" dirty="0">
                <a:solidFill>
                  <a:srgbClr val="35C2DF"/>
                </a:solidFill>
                <a:latin typeface="Trebuchet MS"/>
                <a:cs typeface="Trebuchet MS"/>
              </a:rPr>
              <a:t>BE</a:t>
            </a:r>
            <a:r>
              <a:rPr sz="2000" spc="-180" dirty="0">
                <a:solidFill>
                  <a:srgbClr val="35C2DF"/>
                </a:solidFill>
                <a:latin typeface="Trebuchet MS"/>
                <a:cs typeface="Trebuchet MS"/>
              </a:rPr>
              <a:t>RO</a:t>
            </a:r>
            <a:r>
              <a:rPr sz="2000" spc="-160" dirty="0">
                <a:solidFill>
                  <a:srgbClr val="35C2DF"/>
                </a:solidFill>
                <a:latin typeface="Trebuchet MS"/>
                <a:cs typeface="Trebuchet MS"/>
              </a:rPr>
              <a:t>R</a:t>
            </a:r>
            <a:r>
              <a:rPr sz="2000" spc="-150" dirty="0">
                <a:solidFill>
                  <a:srgbClr val="35C2DF"/>
                </a:solidFill>
                <a:latin typeface="Trebuchet MS"/>
                <a:cs typeface="Trebuchet MS"/>
              </a:rPr>
              <a:t>IE</a:t>
            </a:r>
            <a:r>
              <a:rPr sz="2000" spc="-245" dirty="0">
                <a:solidFill>
                  <a:srgbClr val="35C2DF"/>
                </a:solidFill>
                <a:latin typeface="Trebuchet MS"/>
                <a:cs typeface="Trebuchet MS"/>
              </a:rPr>
              <a:t>N</a:t>
            </a:r>
            <a:r>
              <a:rPr sz="2000" spc="-155" dirty="0">
                <a:solidFill>
                  <a:srgbClr val="35C2DF"/>
                </a:solidFill>
                <a:latin typeface="Trebuchet MS"/>
                <a:cs typeface="Trebuchet MS"/>
              </a:rPr>
              <a:t>TASI</a:t>
            </a:r>
            <a:r>
              <a:rPr sz="2000" spc="-165" dirty="0">
                <a:solidFill>
                  <a:srgbClr val="35C2DF"/>
                </a:solidFill>
                <a:latin typeface="Trebuchet MS"/>
                <a:cs typeface="Trebuchet MS"/>
              </a:rPr>
              <a:t> </a:t>
            </a:r>
            <a:r>
              <a:rPr sz="2000" spc="-225" dirty="0">
                <a:solidFill>
                  <a:srgbClr val="35C2DF"/>
                </a:solidFill>
                <a:latin typeface="Trebuchet MS"/>
                <a:cs typeface="Trebuchet MS"/>
              </a:rPr>
              <a:t>OBJEK</a:t>
            </a:r>
            <a:endParaRPr sz="2000" dirty="0">
              <a:latin typeface="Trebuchet MS"/>
              <a:cs typeface="Trebuchet MS"/>
            </a:endParaRPr>
          </a:p>
          <a:p>
            <a:pPr marL="299085" marR="5080" indent="-287020">
              <a:lnSpc>
                <a:spcPct val="100000"/>
              </a:lnSpc>
              <a:spcBef>
                <a:spcPts val="1560"/>
              </a:spcBef>
              <a:buSzPct val="78571"/>
              <a:buFont typeface="Times New Roman"/>
              <a:buChar char="●"/>
              <a:tabLst>
                <a:tab pos="299085" algn="l"/>
                <a:tab pos="299720" algn="l"/>
                <a:tab pos="1713230" algn="l"/>
              </a:tabLst>
            </a:pP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Dekom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o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s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i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si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	</a:t>
            </a:r>
            <a:r>
              <a:rPr sz="1400" spc="10" dirty="0" err="1">
                <a:solidFill>
                  <a:srgbClr val="CEF3F5"/>
                </a:solidFill>
                <a:latin typeface="Roboto"/>
                <a:cs typeface="Roboto"/>
              </a:rPr>
              <a:t>m</a:t>
            </a:r>
            <a:r>
              <a:rPr sz="1400" spc="-5" dirty="0" err="1">
                <a:solidFill>
                  <a:srgbClr val="CEF3F5"/>
                </a:solidFill>
                <a:latin typeface="Roboto"/>
                <a:cs typeface="Roboto"/>
              </a:rPr>
              <a:t>e</a:t>
            </a:r>
            <a:r>
              <a:rPr sz="1400" spc="-25" dirty="0" err="1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400" spc="-20" dirty="0" err="1">
                <a:solidFill>
                  <a:srgbClr val="CEF3F5"/>
                </a:solidFill>
                <a:latin typeface="Roboto"/>
                <a:cs typeface="Roboto"/>
              </a:rPr>
              <a:t>g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g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u</a:t>
            </a:r>
            <a:r>
              <a:rPr sz="1400" spc="-35" dirty="0" err="1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ak</a:t>
            </a:r>
            <a:r>
              <a:rPr sz="1400" spc="-25" dirty="0" err="1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400" spc="-15" dirty="0" err="1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 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ep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esentasi</a:t>
            </a:r>
            <a:r>
              <a:rPr sz="1400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objek</a:t>
            </a:r>
            <a:endParaRPr sz="1400" dirty="0">
              <a:latin typeface="Roboto"/>
              <a:cs typeface="Roboto"/>
            </a:endParaRPr>
          </a:p>
          <a:p>
            <a:pPr marL="299085" indent="-287020">
              <a:lnSpc>
                <a:spcPct val="100000"/>
              </a:lnSpc>
              <a:buSzPct val="78571"/>
              <a:buFont typeface="Times New Roman"/>
              <a:buChar char="●"/>
              <a:tabLst>
                <a:tab pos="299085" algn="l"/>
                <a:tab pos="299720" algn="l"/>
              </a:tabLst>
            </a:pPr>
            <a:r>
              <a:rPr sz="1400" i="1" spc="-35" dirty="0">
                <a:solidFill>
                  <a:srgbClr val="CEF3F5"/>
                </a:solidFill>
                <a:latin typeface="Roboto"/>
                <a:cs typeface="Roboto"/>
              </a:rPr>
              <a:t>Bo</a:t>
            </a:r>
            <a:r>
              <a:rPr sz="1400" i="1" spc="-25" dirty="0">
                <a:solidFill>
                  <a:srgbClr val="CEF3F5"/>
                </a:solidFill>
                <a:latin typeface="Roboto"/>
                <a:cs typeface="Roboto"/>
              </a:rPr>
              <a:t>tto</a:t>
            </a:r>
            <a:r>
              <a:rPr sz="1400" i="1" spc="-40" dirty="0">
                <a:solidFill>
                  <a:srgbClr val="CEF3F5"/>
                </a:solidFill>
                <a:latin typeface="Roboto"/>
                <a:cs typeface="Roboto"/>
              </a:rPr>
              <a:t>m</a:t>
            </a:r>
            <a:r>
              <a:rPr sz="1400" i="1" spc="-260" dirty="0">
                <a:solidFill>
                  <a:srgbClr val="CEF3F5"/>
                </a:solidFill>
                <a:latin typeface="Roboto"/>
                <a:cs typeface="Roboto"/>
              </a:rPr>
              <a:t>-</a:t>
            </a:r>
            <a:r>
              <a:rPr sz="1400" i="1" spc="-35" dirty="0">
                <a:solidFill>
                  <a:srgbClr val="CEF3F5"/>
                </a:solidFill>
                <a:latin typeface="Roboto"/>
                <a:cs typeface="Roboto"/>
              </a:rPr>
              <a:t>u</a:t>
            </a:r>
            <a:r>
              <a:rPr sz="1400" i="1" spc="-40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sz="1400" i="1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i="1" spc="-30" dirty="0">
                <a:solidFill>
                  <a:srgbClr val="CEF3F5"/>
                </a:solidFill>
                <a:latin typeface="Roboto"/>
                <a:cs typeface="Roboto"/>
              </a:rPr>
              <a:t>ap</a:t>
            </a:r>
            <a:r>
              <a:rPr sz="1400" i="1" spc="-10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lang="id-ID" sz="1400" i="1" spc="-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-10" dirty="0" err="1">
                <a:solidFill>
                  <a:srgbClr val="CEF3F5"/>
                </a:solidFill>
                <a:latin typeface="Roboto"/>
                <a:cs typeface="Roboto"/>
              </a:rPr>
              <a:t>oach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1641" y="2155393"/>
            <a:ext cx="2956560" cy="1908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2805">
              <a:lnSpc>
                <a:spcPct val="100000"/>
              </a:lnSpc>
              <a:spcBef>
                <a:spcPts val="105"/>
              </a:spcBef>
            </a:pPr>
            <a:r>
              <a:rPr sz="2000" spc="-220" dirty="0">
                <a:solidFill>
                  <a:srgbClr val="962CB4"/>
                </a:solidFill>
                <a:latin typeface="Trebuchet MS"/>
                <a:cs typeface="Trebuchet MS"/>
              </a:rPr>
              <a:t>PENDEKATAN</a:t>
            </a:r>
            <a:endParaRPr sz="2000" dirty="0">
              <a:latin typeface="Trebuchet MS"/>
              <a:cs typeface="Trebuchet MS"/>
            </a:endParaRPr>
          </a:p>
          <a:p>
            <a:pPr marL="836294">
              <a:lnSpc>
                <a:spcPct val="100000"/>
              </a:lnSpc>
            </a:pPr>
            <a:r>
              <a:rPr sz="2000" spc="-175" dirty="0">
                <a:solidFill>
                  <a:srgbClr val="962CB4"/>
                </a:solidFill>
                <a:latin typeface="Trebuchet MS"/>
                <a:cs typeface="Trebuchet MS"/>
              </a:rPr>
              <a:t>PROSEDURAL</a:t>
            </a:r>
            <a:endParaRPr sz="2000" dirty="0">
              <a:latin typeface="Trebuchet MS"/>
              <a:cs typeface="Trebuchet MS"/>
            </a:endParaRPr>
          </a:p>
          <a:p>
            <a:pPr marL="299085" marR="574675" indent="-287020">
              <a:lnSpc>
                <a:spcPct val="100000"/>
              </a:lnSpc>
              <a:spcBef>
                <a:spcPts val="1620"/>
              </a:spcBef>
              <a:buSzPct val="78571"/>
              <a:buFont typeface="Times New Roman"/>
              <a:buChar char="●"/>
              <a:tabLst>
                <a:tab pos="299085" algn="l"/>
                <a:tab pos="299720" algn="l"/>
              </a:tabLst>
            </a:pP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Se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angkaian</a:t>
            </a:r>
            <a:r>
              <a:rPr sz="1400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langkah</a:t>
            </a:r>
            <a:r>
              <a:rPr sz="1400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yang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dieksekusi</a:t>
            </a:r>
            <a:endParaRPr sz="1400" dirty="0">
              <a:latin typeface="Roboto"/>
              <a:cs typeface="Roboto"/>
            </a:endParaRPr>
          </a:p>
          <a:p>
            <a:pPr marL="299085" indent="-287020">
              <a:lnSpc>
                <a:spcPct val="100000"/>
              </a:lnSpc>
              <a:buSzPct val="78571"/>
              <a:buFont typeface="Times New Roman"/>
              <a:buChar char="●"/>
              <a:tabLst>
                <a:tab pos="299085" algn="l"/>
                <a:tab pos="299720" algn="l"/>
              </a:tabLst>
            </a:pP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Dekomposisi</a:t>
            </a:r>
            <a:r>
              <a:rPr sz="1400" spc="-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lang="id-ID" sz="140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dirty="0" err="1">
                <a:solidFill>
                  <a:srgbClr val="CEF3F5"/>
                </a:solidFill>
                <a:latin typeface="Roboto"/>
                <a:cs typeface="Roboto"/>
              </a:rPr>
              <a:t>masalahan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:</a:t>
            </a:r>
            <a:r>
              <a:rPr sz="1400" spc="-5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data</a:t>
            </a:r>
            <a:endParaRPr sz="1400" dirty="0">
              <a:latin typeface="Roboto"/>
              <a:cs typeface="Roboto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+</a:t>
            </a:r>
            <a:r>
              <a:rPr sz="1400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fungsi</a:t>
            </a:r>
            <a:endParaRPr sz="1400" dirty="0">
              <a:latin typeface="Roboto"/>
              <a:cs typeface="Roboto"/>
            </a:endParaRPr>
          </a:p>
          <a:p>
            <a:pPr marL="299085" indent="-287020">
              <a:lnSpc>
                <a:spcPct val="100000"/>
              </a:lnSpc>
              <a:buSzPct val="78571"/>
              <a:buFont typeface="Times New Roman"/>
              <a:buChar char="●"/>
              <a:tabLst>
                <a:tab pos="299085" algn="l"/>
                <a:tab pos="299720" algn="l"/>
              </a:tabLst>
            </a:pPr>
            <a:r>
              <a:rPr lang="id-ID" sz="1400" i="1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400" i="1" dirty="0">
                <a:solidFill>
                  <a:srgbClr val="CEF3F5"/>
                </a:solidFill>
                <a:latin typeface="Roboto"/>
                <a:cs typeface="Roboto"/>
              </a:rPr>
              <a:t>op-down</a:t>
            </a:r>
            <a:r>
              <a:rPr sz="1400" i="1" spc="-4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i="1" spc="-15" dirty="0">
                <a:solidFill>
                  <a:srgbClr val="CEF3F5"/>
                </a:solidFill>
                <a:latin typeface="Roboto"/>
                <a:cs typeface="Roboto"/>
              </a:rPr>
              <a:t>app</a:t>
            </a:r>
            <a:r>
              <a:rPr lang="id-ID" sz="1400" i="1" spc="-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-15" dirty="0" err="1">
                <a:solidFill>
                  <a:srgbClr val="CEF3F5"/>
                </a:solidFill>
                <a:latin typeface="Roboto"/>
                <a:cs typeface="Roboto"/>
              </a:rPr>
              <a:t>oach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6559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5" dirty="0"/>
              <a:t>PENDEK</a:t>
            </a:r>
            <a:r>
              <a:rPr spc="-290" dirty="0"/>
              <a:t>A</a:t>
            </a:r>
            <a:r>
              <a:rPr spc="-355" dirty="0"/>
              <a:t>TAN</a:t>
            </a:r>
            <a:r>
              <a:rPr spc="-200" dirty="0"/>
              <a:t> </a:t>
            </a:r>
            <a:r>
              <a:rPr spc="-340" dirty="0"/>
              <a:t>PENG</a:t>
            </a:r>
            <a:r>
              <a:rPr spc="-300" dirty="0"/>
              <a:t>E</a:t>
            </a:r>
            <a:r>
              <a:rPr spc="-245" dirty="0"/>
              <a:t>MBAN</a:t>
            </a:r>
            <a:r>
              <a:rPr spc="-260" dirty="0"/>
              <a:t>G</a:t>
            </a:r>
            <a:r>
              <a:rPr spc="-295" dirty="0"/>
              <a:t>AN</a:t>
            </a:r>
            <a:r>
              <a:rPr spc="-215" dirty="0"/>
              <a:t> </a:t>
            </a:r>
            <a:r>
              <a:rPr spc="-260" dirty="0"/>
              <a:t>PER</a:t>
            </a:r>
            <a:r>
              <a:rPr spc="-265" dirty="0"/>
              <a:t>A</a:t>
            </a:r>
            <a:r>
              <a:rPr spc="-340" dirty="0"/>
              <a:t>NGKAT</a:t>
            </a:r>
            <a:r>
              <a:rPr spc="-200" dirty="0"/>
              <a:t> </a:t>
            </a:r>
            <a:r>
              <a:rPr spc="-270" dirty="0"/>
              <a:t>L</a:t>
            </a:r>
            <a:r>
              <a:rPr spc="-335" dirty="0"/>
              <a:t>U</a:t>
            </a:r>
            <a:r>
              <a:rPr spc="-275" dirty="0"/>
              <a:t>NAK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432803" y="1479803"/>
            <a:ext cx="469900" cy="469900"/>
            <a:chOff x="6432803" y="1479803"/>
            <a:chExt cx="469900" cy="469900"/>
          </a:xfrm>
        </p:grpSpPr>
        <p:sp>
          <p:nvSpPr>
            <p:cNvPr id="6" name="object 6"/>
            <p:cNvSpPr/>
            <p:nvPr/>
          </p:nvSpPr>
          <p:spPr>
            <a:xfrm>
              <a:off x="6432803" y="1479803"/>
              <a:ext cx="469900" cy="469900"/>
            </a:xfrm>
            <a:custGeom>
              <a:avLst/>
              <a:gdLst/>
              <a:ahLst/>
              <a:cxnLst/>
              <a:rect l="l" t="t" r="r" b="b"/>
              <a:pathLst>
                <a:path w="469900" h="469900">
                  <a:moveTo>
                    <a:pt x="234696" y="0"/>
                  </a:moveTo>
                  <a:lnTo>
                    <a:pt x="189071" y="4548"/>
                  </a:lnTo>
                  <a:lnTo>
                    <a:pt x="145637" y="17906"/>
                  </a:lnTo>
                  <a:lnTo>
                    <a:pt x="105394" y="39647"/>
                  </a:lnTo>
                  <a:lnTo>
                    <a:pt x="69342" y="69342"/>
                  </a:lnTo>
                  <a:lnTo>
                    <a:pt x="39647" y="105394"/>
                  </a:lnTo>
                  <a:lnTo>
                    <a:pt x="17906" y="145637"/>
                  </a:lnTo>
                  <a:lnTo>
                    <a:pt x="4548" y="189071"/>
                  </a:lnTo>
                  <a:lnTo>
                    <a:pt x="0" y="234696"/>
                  </a:lnTo>
                  <a:lnTo>
                    <a:pt x="4548" y="280320"/>
                  </a:lnTo>
                  <a:lnTo>
                    <a:pt x="17906" y="323754"/>
                  </a:lnTo>
                  <a:lnTo>
                    <a:pt x="39647" y="363997"/>
                  </a:lnTo>
                  <a:lnTo>
                    <a:pt x="69342" y="400050"/>
                  </a:lnTo>
                  <a:lnTo>
                    <a:pt x="105394" y="429744"/>
                  </a:lnTo>
                  <a:lnTo>
                    <a:pt x="145637" y="451485"/>
                  </a:lnTo>
                  <a:lnTo>
                    <a:pt x="189071" y="464843"/>
                  </a:lnTo>
                  <a:lnTo>
                    <a:pt x="234696" y="469392"/>
                  </a:lnTo>
                  <a:lnTo>
                    <a:pt x="280320" y="464843"/>
                  </a:lnTo>
                  <a:lnTo>
                    <a:pt x="323754" y="451485"/>
                  </a:lnTo>
                  <a:lnTo>
                    <a:pt x="341620" y="441833"/>
                  </a:lnTo>
                  <a:lnTo>
                    <a:pt x="234696" y="441833"/>
                  </a:lnTo>
                  <a:lnTo>
                    <a:pt x="195464" y="438019"/>
                  </a:lnTo>
                  <a:lnTo>
                    <a:pt x="157353" y="426561"/>
                  </a:lnTo>
                  <a:lnTo>
                    <a:pt x="121431" y="407435"/>
                  </a:lnTo>
                  <a:lnTo>
                    <a:pt x="88773" y="380619"/>
                  </a:lnTo>
                  <a:lnTo>
                    <a:pt x="58728" y="342992"/>
                  </a:lnTo>
                  <a:lnTo>
                    <a:pt x="38698" y="301299"/>
                  </a:lnTo>
                  <a:lnTo>
                    <a:pt x="28692" y="257208"/>
                  </a:lnTo>
                  <a:lnTo>
                    <a:pt x="28683" y="212223"/>
                  </a:lnTo>
                  <a:lnTo>
                    <a:pt x="38698" y="168092"/>
                  </a:lnTo>
                  <a:lnTo>
                    <a:pt x="58728" y="126399"/>
                  </a:lnTo>
                  <a:lnTo>
                    <a:pt x="88773" y="88773"/>
                  </a:lnTo>
                  <a:lnTo>
                    <a:pt x="121485" y="62009"/>
                  </a:lnTo>
                  <a:lnTo>
                    <a:pt x="157400" y="42878"/>
                  </a:lnTo>
                  <a:lnTo>
                    <a:pt x="195482" y="31390"/>
                  </a:lnTo>
                  <a:lnTo>
                    <a:pt x="234696" y="27559"/>
                  </a:lnTo>
                  <a:lnTo>
                    <a:pt x="341620" y="27559"/>
                  </a:lnTo>
                  <a:lnTo>
                    <a:pt x="323754" y="17906"/>
                  </a:lnTo>
                  <a:lnTo>
                    <a:pt x="280320" y="4548"/>
                  </a:lnTo>
                  <a:lnTo>
                    <a:pt x="234696" y="0"/>
                  </a:lnTo>
                  <a:close/>
                </a:path>
                <a:path w="469900" h="469900">
                  <a:moveTo>
                    <a:pt x="341620" y="27559"/>
                  </a:moveTo>
                  <a:lnTo>
                    <a:pt x="234696" y="27559"/>
                  </a:lnTo>
                  <a:lnTo>
                    <a:pt x="273855" y="31390"/>
                  </a:lnTo>
                  <a:lnTo>
                    <a:pt x="311943" y="42878"/>
                  </a:lnTo>
                  <a:lnTo>
                    <a:pt x="347888" y="62009"/>
                  </a:lnTo>
                  <a:lnTo>
                    <a:pt x="380619" y="88773"/>
                  </a:lnTo>
                  <a:lnTo>
                    <a:pt x="410663" y="126439"/>
                  </a:lnTo>
                  <a:lnTo>
                    <a:pt x="430693" y="168147"/>
                  </a:lnTo>
                  <a:lnTo>
                    <a:pt x="440696" y="212223"/>
                  </a:lnTo>
                  <a:lnTo>
                    <a:pt x="440708" y="257208"/>
                  </a:lnTo>
                  <a:lnTo>
                    <a:pt x="430693" y="301322"/>
                  </a:lnTo>
                  <a:lnTo>
                    <a:pt x="410663" y="342998"/>
                  </a:lnTo>
                  <a:lnTo>
                    <a:pt x="380619" y="380619"/>
                  </a:lnTo>
                  <a:lnTo>
                    <a:pt x="347888" y="407435"/>
                  </a:lnTo>
                  <a:lnTo>
                    <a:pt x="311943" y="426561"/>
                  </a:lnTo>
                  <a:lnTo>
                    <a:pt x="273855" y="438019"/>
                  </a:lnTo>
                  <a:lnTo>
                    <a:pt x="234696" y="441833"/>
                  </a:lnTo>
                  <a:lnTo>
                    <a:pt x="341620" y="441833"/>
                  </a:lnTo>
                  <a:lnTo>
                    <a:pt x="400050" y="400050"/>
                  </a:lnTo>
                  <a:lnTo>
                    <a:pt x="429744" y="363997"/>
                  </a:lnTo>
                  <a:lnTo>
                    <a:pt x="451484" y="323754"/>
                  </a:lnTo>
                  <a:lnTo>
                    <a:pt x="464843" y="280320"/>
                  </a:lnTo>
                  <a:lnTo>
                    <a:pt x="469392" y="234696"/>
                  </a:lnTo>
                  <a:lnTo>
                    <a:pt x="464843" y="189071"/>
                  </a:lnTo>
                  <a:lnTo>
                    <a:pt x="451485" y="145637"/>
                  </a:lnTo>
                  <a:lnTo>
                    <a:pt x="429744" y="105394"/>
                  </a:lnTo>
                  <a:lnTo>
                    <a:pt x="400050" y="69342"/>
                  </a:lnTo>
                  <a:lnTo>
                    <a:pt x="363997" y="39647"/>
                  </a:lnTo>
                  <a:lnTo>
                    <a:pt x="341620" y="27559"/>
                  </a:lnTo>
                  <a:close/>
                </a:path>
              </a:pathLst>
            </a:custGeom>
            <a:solidFill>
              <a:srgbClr val="35C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50151" y="1626107"/>
              <a:ext cx="233711" cy="17830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115311" y="1469136"/>
            <a:ext cx="471170" cy="471170"/>
            <a:chOff x="2115311" y="1469136"/>
            <a:chExt cx="471170" cy="471170"/>
          </a:xfrm>
        </p:grpSpPr>
        <p:sp>
          <p:nvSpPr>
            <p:cNvPr id="9" name="object 9"/>
            <p:cNvSpPr/>
            <p:nvPr/>
          </p:nvSpPr>
          <p:spPr>
            <a:xfrm>
              <a:off x="2115311" y="1469136"/>
              <a:ext cx="471170" cy="471170"/>
            </a:xfrm>
            <a:custGeom>
              <a:avLst/>
              <a:gdLst/>
              <a:ahLst/>
              <a:cxnLst/>
              <a:rect l="l" t="t" r="r" b="b"/>
              <a:pathLst>
                <a:path w="471169" h="471169">
                  <a:moveTo>
                    <a:pt x="235457" y="0"/>
                  </a:moveTo>
                  <a:lnTo>
                    <a:pt x="189700" y="4570"/>
                  </a:lnTo>
                  <a:lnTo>
                    <a:pt x="146097" y="17986"/>
                  </a:lnTo>
                  <a:lnTo>
                    <a:pt x="105709" y="39808"/>
                  </a:lnTo>
                  <a:lnTo>
                    <a:pt x="69595" y="69596"/>
                  </a:lnTo>
                  <a:lnTo>
                    <a:pt x="39808" y="105763"/>
                  </a:lnTo>
                  <a:lnTo>
                    <a:pt x="17986" y="146145"/>
                  </a:lnTo>
                  <a:lnTo>
                    <a:pt x="4570" y="189718"/>
                  </a:lnTo>
                  <a:lnTo>
                    <a:pt x="0" y="235458"/>
                  </a:lnTo>
                  <a:lnTo>
                    <a:pt x="4570" y="281215"/>
                  </a:lnTo>
                  <a:lnTo>
                    <a:pt x="17986" y="324818"/>
                  </a:lnTo>
                  <a:lnTo>
                    <a:pt x="39808" y="365206"/>
                  </a:lnTo>
                  <a:lnTo>
                    <a:pt x="69595" y="401319"/>
                  </a:lnTo>
                  <a:lnTo>
                    <a:pt x="105709" y="431107"/>
                  </a:lnTo>
                  <a:lnTo>
                    <a:pt x="146097" y="452929"/>
                  </a:lnTo>
                  <a:lnTo>
                    <a:pt x="189700" y="466345"/>
                  </a:lnTo>
                  <a:lnTo>
                    <a:pt x="235457" y="470915"/>
                  </a:lnTo>
                  <a:lnTo>
                    <a:pt x="281197" y="466345"/>
                  </a:lnTo>
                  <a:lnTo>
                    <a:pt x="324770" y="452929"/>
                  </a:lnTo>
                  <a:lnTo>
                    <a:pt x="342484" y="443356"/>
                  </a:lnTo>
                  <a:lnTo>
                    <a:pt x="235457" y="443356"/>
                  </a:lnTo>
                  <a:lnTo>
                    <a:pt x="196131" y="439501"/>
                  </a:lnTo>
                  <a:lnTo>
                    <a:pt x="157924" y="427942"/>
                  </a:lnTo>
                  <a:lnTo>
                    <a:pt x="121908" y="408691"/>
                  </a:lnTo>
                  <a:lnTo>
                    <a:pt x="89154" y="381762"/>
                  </a:lnTo>
                  <a:lnTo>
                    <a:pt x="59016" y="344026"/>
                  </a:lnTo>
                  <a:lnTo>
                    <a:pt x="38924" y="302225"/>
                  </a:lnTo>
                  <a:lnTo>
                    <a:pt x="28878" y="257984"/>
                  </a:lnTo>
                  <a:lnTo>
                    <a:pt x="28878" y="212931"/>
                  </a:lnTo>
                  <a:lnTo>
                    <a:pt x="38924" y="168690"/>
                  </a:lnTo>
                  <a:lnTo>
                    <a:pt x="59016" y="126889"/>
                  </a:lnTo>
                  <a:lnTo>
                    <a:pt x="89154" y="89153"/>
                  </a:lnTo>
                  <a:lnTo>
                    <a:pt x="121908" y="62224"/>
                  </a:lnTo>
                  <a:lnTo>
                    <a:pt x="157924" y="42973"/>
                  </a:lnTo>
                  <a:lnTo>
                    <a:pt x="196131" y="31414"/>
                  </a:lnTo>
                  <a:lnTo>
                    <a:pt x="235457" y="27559"/>
                  </a:lnTo>
                  <a:lnTo>
                    <a:pt x="342484" y="27559"/>
                  </a:lnTo>
                  <a:lnTo>
                    <a:pt x="324770" y="17986"/>
                  </a:lnTo>
                  <a:lnTo>
                    <a:pt x="281197" y="4570"/>
                  </a:lnTo>
                  <a:lnTo>
                    <a:pt x="235457" y="0"/>
                  </a:lnTo>
                  <a:close/>
                </a:path>
                <a:path w="471169" h="471169">
                  <a:moveTo>
                    <a:pt x="342484" y="27559"/>
                  </a:moveTo>
                  <a:lnTo>
                    <a:pt x="235457" y="27559"/>
                  </a:lnTo>
                  <a:lnTo>
                    <a:pt x="274784" y="31414"/>
                  </a:lnTo>
                  <a:lnTo>
                    <a:pt x="312991" y="42973"/>
                  </a:lnTo>
                  <a:lnTo>
                    <a:pt x="349007" y="62224"/>
                  </a:lnTo>
                  <a:lnTo>
                    <a:pt x="381762" y="89153"/>
                  </a:lnTo>
                  <a:lnTo>
                    <a:pt x="411899" y="126889"/>
                  </a:lnTo>
                  <a:lnTo>
                    <a:pt x="431991" y="168690"/>
                  </a:lnTo>
                  <a:lnTo>
                    <a:pt x="442037" y="212931"/>
                  </a:lnTo>
                  <a:lnTo>
                    <a:pt x="442037" y="257984"/>
                  </a:lnTo>
                  <a:lnTo>
                    <a:pt x="431991" y="302225"/>
                  </a:lnTo>
                  <a:lnTo>
                    <a:pt x="411899" y="344026"/>
                  </a:lnTo>
                  <a:lnTo>
                    <a:pt x="381762" y="381762"/>
                  </a:lnTo>
                  <a:lnTo>
                    <a:pt x="348990" y="408691"/>
                  </a:lnTo>
                  <a:lnTo>
                    <a:pt x="312943" y="427942"/>
                  </a:lnTo>
                  <a:lnTo>
                    <a:pt x="274730" y="439501"/>
                  </a:lnTo>
                  <a:lnTo>
                    <a:pt x="235457" y="443356"/>
                  </a:lnTo>
                  <a:lnTo>
                    <a:pt x="342484" y="443356"/>
                  </a:lnTo>
                  <a:lnTo>
                    <a:pt x="401319" y="401319"/>
                  </a:lnTo>
                  <a:lnTo>
                    <a:pt x="431107" y="365206"/>
                  </a:lnTo>
                  <a:lnTo>
                    <a:pt x="452929" y="324818"/>
                  </a:lnTo>
                  <a:lnTo>
                    <a:pt x="466345" y="281215"/>
                  </a:lnTo>
                  <a:lnTo>
                    <a:pt x="470915" y="235458"/>
                  </a:lnTo>
                  <a:lnTo>
                    <a:pt x="466345" y="189718"/>
                  </a:lnTo>
                  <a:lnTo>
                    <a:pt x="452929" y="146145"/>
                  </a:lnTo>
                  <a:lnTo>
                    <a:pt x="431107" y="105763"/>
                  </a:lnTo>
                  <a:lnTo>
                    <a:pt x="401319" y="69596"/>
                  </a:lnTo>
                  <a:lnTo>
                    <a:pt x="365152" y="39808"/>
                  </a:lnTo>
                  <a:lnTo>
                    <a:pt x="342484" y="27559"/>
                  </a:lnTo>
                  <a:close/>
                </a:path>
              </a:pathLst>
            </a:custGeom>
            <a:solidFill>
              <a:srgbClr val="962C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2691" y="1615440"/>
              <a:ext cx="235172" cy="1783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13779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I</a:t>
            </a:r>
            <a:r>
              <a:rPr spc="-250" dirty="0"/>
              <a:t>L</a:t>
            </a:r>
            <a:r>
              <a:rPr spc="-195" dirty="0"/>
              <a:t>USTRASI</a:t>
            </a:r>
          </a:p>
        </p:txBody>
      </p:sp>
      <p:sp>
        <p:nvSpPr>
          <p:cNvPr id="3" name="object 3"/>
          <p:cNvSpPr/>
          <p:nvPr/>
        </p:nvSpPr>
        <p:spPr>
          <a:xfrm>
            <a:off x="1681098" y="1749679"/>
            <a:ext cx="1199515" cy="1200785"/>
          </a:xfrm>
          <a:custGeom>
            <a:avLst/>
            <a:gdLst/>
            <a:ahLst/>
            <a:cxnLst/>
            <a:rect l="l" t="t" r="r" b="b"/>
            <a:pathLst>
              <a:path w="1199514" h="1200785">
                <a:moveTo>
                  <a:pt x="210946" y="492506"/>
                </a:moveTo>
                <a:lnTo>
                  <a:pt x="144144" y="492506"/>
                </a:lnTo>
                <a:lnTo>
                  <a:pt x="144144" y="853313"/>
                </a:lnTo>
                <a:lnTo>
                  <a:pt x="116359" y="868043"/>
                </a:lnTo>
                <a:lnTo>
                  <a:pt x="94360" y="891047"/>
                </a:lnTo>
                <a:lnTo>
                  <a:pt x="79886" y="920553"/>
                </a:lnTo>
                <a:lnTo>
                  <a:pt x="74675" y="954786"/>
                </a:lnTo>
                <a:lnTo>
                  <a:pt x="74675" y="994918"/>
                </a:lnTo>
                <a:lnTo>
                  <a:pt x="46964" y="1009608"/>
                </a:lnTo>
                <a:lnTo>
                  <a:pt x="25003" y="1032335"/>
                </a:lnTo>
                <a:lnTo>
                  <a:pt x="10542" y="1061086"/>
                </a:lnTo>
                <a:lnTo>
                  <a:pt x="5333" y="1093851"/>
                </a:lnTo>
                <a:lnTo>
                  <a:pt x="5333" y="1163320"/>
                </a:lnTo>
                <a:lnTo>
                  <a:pt x="8126" y="1178155"/>
                </a:lnTo>
                <a:lnTo>
                  <a:pt x="15668" y="1189990"/>
                </a:lnTo>
                <a:lnTo>
                  <a:pt x="26711" y="1197824"/>
                </a:lnTo>
                <a:lnTo>
                  <a:pt x="40005" y="1200658"/>
                </a:lnTo>
                <a:lnTo>
                  <a:pt x="1167130" y="1200658"/>
                </a:lnTo>
                <a:lnTo>
                  <a:pt x="1180060" y="1197824"/>
                </a:lnTo>
                <a:lnTo>
                  <a:pt x="1190180" y="1189990"/>
                </a:lnTo>
                <a:lnTo>
                  <a:pt x="1196776" y="1178155"/>
                </a:lnTo>
                <a:lnTo>
                  <a:pt x="1199133" y="1163320"/>
                </a:lnTo>
                <a:lnTo>
                  <a:pt x="1199133" y="1128649"/>
                </a:lnTo>
                <a:lnTo>
                  <a:pt x="72008" y="1128649"/>
                </a:lnTo>
                <a:lnTo>
                  <a:pt x="72008" y="1091184"/>
                </a:lnTo>
                <a:lnTo>
                  <a:pt x="74802" y="1077400"/>
                </a:lnTo>
                <a:lnTo>
                  <a:pt x="82359" y="1065403"/>
                </a:lnTo>
                <a:lnTo>
                  <a:pt x="93440" y="1056929"/>
                </a:lnTo>
                <a:lnTo>
                  <a:pt x="106806" y="1053719"/>
                </a:lnTo>
                <a:lnTo>
                  <a:pt x="1189930" y="1053719"/>
                </a:lnTo>
                <a:lnTo>
                  <a:pt x="1179464" y="1033383"/>
                </a:lnTo>
                <a:lnTo>
                  <a:pt x="1157503" y="1010787"/>
                </a:lnTo>
                <a:lnTo>
                  <a:pt x="1129792" y="994918"/>
                </a:lnTo>
                <a:lnTo>
                  <a:pt x="1129792" y="986917"/>
                </a:lnTo>
                <a:lnTo>
                  <a:pt x="141477" y="986917"/>
                </a:lnTo>
                <a:lnTo>
                  <a:pt x="141477" y="954786"/>
                </a:lnTo>
                <a:lnTo>
                  <a:pt x="144228" y="939950"/>
                </a:lnTo>
                <a:lnTo>
                  <a:pt x="151479" y="928116"/>
                </a:lnTo>
                <a:lnTo>
                  <a:pt x="161730" y="920281"/>
                </a:lnTo>
                <a:lnTo>
                  <a:pt x="173481" y="917448"/>
                </a:lnTo>
                <a:lnTo>
                  <a:pt x="1122836" y="917448"/>
                </a:lnTo>
                <a:lnTo>
                  <a:pt x="1110107" y="892048"/>
                </a:lnTo>
                <a:lnTo>
                  <a:pt x="1088108" y="869168"/>
                </a:lnTo>
                <a:lnTo>
                  <a:pt x="1060323" y="853313"/>
                </a:lnTo>
                <a:lnTo>
                  <a:pt x="1060323" y="847979"/>
                </a:lnTo>
                <a:lnTo>
                  <a:pt x="210946" y="847979"/>
                </a:lnTo>
                <a:lnTo>
                  <a:pt x="210946" y="492506"/>
                </a:lnTo>
                <a:close/>
              </a:path>
              <a:path w="1199514" h="1200785">
                <a:moveTo>
                  <a:pt x="1189930" y="1053719"/>
                </a:moveTo>
                <a:lnTo>
                  <a:pt x="1092327" y="1053719"/>
                </a:lnTo>
                <a:lnTo>
                  <a:pt x="1105277" y="1056929"/>
                </a:lnTo>
                <a:lnTo>
                  <a:pt x="1115440" y="1065403"/>
                </a:lnTo>
                <a:lnTo>
                  <a:pt x="1122080" y="1077400"/>
                </a:lnTo>
                <a:lnTo>
                  <a:pt x="1124458" y="1091184"/>
                </a:lnTo>
                <a:lnTo>
                  <a:pt x="1124458" y="1128649"/>
                </a:lnTo>
                <a:lnTo>
                  <a:pt x="1199133" y="1128649"/>
                </a:lnTo>
                <a:lnTo>
                  <a:pt x="1199133" y="1093851"/>
                </a:lnTo>
                <a:lnTo>
                  <a:pt x="1193925" y="1061479"/>
                </a:lnTo>
                <a:lnTo>
                  <a:pt x="1189930" y="1053719"/>
                </a:lnTo>
                <a:close/>
              </a:path>
              <a:path w="1199514" h="1200785">
                <a:moveTo>
                  <a:pt x="1122836" y="917448"/>
                </a:moveTo>
                <a:lnTo>
                  <a:pt x="1017524" y="917448"/>
                </a:lnTo>
                <a:lnTo>
                  <a:pt x="1032432" y="920281"/>
                </a:lnTo>
                <a:lnTo>
                  <a:pt x="1044305" y="928116"/>
                </a:lnTo>
                <a:lnTo>
                  <a:pt x="1052153" y="939950"/>
                </a:lnTo>
                <a:lnTo>
                  <a:pt x="1054989" y="954786"/>
                </a:lnTo>
                <a:lnTo>
                  <a:pt x="1054989" y="986917"/>
                </a:lnTo>
                <a:lnTo>
                  <a:pt x="1129792" y="986917"/>
                </a:lnTo>
                <a:lnTo>
                  <a:pt x="1129792" y="954786"/>
                </a:lnTo>
                <a:lnTo>
                  <a:pt x="1124581" y="920928"/>
                </a:lnTo>
                <a:lnTo>
                  <a:pt x="1122836" y="917448"/>
                </a:lnTo>
                <a:close/>
              </a:path>
              <a:path w="1199514" h="1200785">
                <a:moveTo>
                  <a:pt x="349884" y="492506"/>
                </a:moveTo>
                <a:lnTo>
                  <a:pt x="280415" y="492506"/>
                </a:lnTo>
                <a:lnTo>
                  <a:pt x="280415" y="847979"/>
                </a:lnTo>
                <a:lnTo>
                  <a:pt x="349884" y="847979"/>
                </a:lnTo>
                <a:lnTo>
                  <a:pt x="349884" y="492506"/>
                </a:lnTo>
                <a:close/>
              </a:path>
              <a:path w="1199514" h="1200785">
                <a:moveTo>
                  <a:pt x="560832" y="492506"/>
                </a:moveTo>
                <a:lnTo>
                  <a:pt x="491489" y="492506"/>
                </a:lnTo>
                <a:lnTo>
                  <a:pt x="491489" y="847979"/>
                </a:lnTo>
                <a:lnTo>
                  <a:pt x="560832" y="847979"/>
                </a:lnTo>
                <a:lnTo>
                  <a:pt x="560832" y="492506"/>
                </a:lnTo>
                <a:close/>
              </a:path>
              <a:path w="1199514" h="1200785">
                <a:moveTo>
                  <a:pt x="702309" y="492506"/>
                </a:moveTo>
                <a:lnTo>
                  <a:pt x="635634" y="492506"/>
                </a:lnTo>
                <a:lnTo>
                  <a:pt x="635634" y="847979"/>
                </a:lnTo>
                <a:lnTo>
                  <a:pt x="702309" y="847979"/>
                </a:lnTo>
                <a:lnTo>
                  <a:pt x="702309" y="492506"/>
                </a:lnTo>
                <a:close/>
              </a:path>
              <a:path w="1199514" h="1200785">
                <a:moveTo>
                  <a:pt x="916051" y="492506"/>
                </a:moveTo>
                <a:lnTo>
                  <a:pt x="843914" y="492506"/>
                </a:lnTo>
                <a:lnTo>
                  <a:pt x="843914" y="847979"/>
                </a:lnTo>
                <a:lnTo>
                  <a:pt x="916051" y="847979"/>
                </a:lnTo>
                <a:lnTo>
                  <a:pt x="916051" y="492506"/>
                </a:lnTo>
                <a:close/>
              </a:path>
              <a:path w="1199514" h="1200785">
                <a:moveTo>
                  <a:pt x="1060323" y="492506"/>
                </a:moveTo>
                <a:lnTo>
                  <a:pt x="985519" y="492506"/>
                </a:lnTo>
                <a:lnTo>
                  <a:pt x="985519" y="847979"/>
                </a:lnTo>
                <a:lnTo>
                  <a:pt x="1060323" y="847979"/>
                </a:lnTo>
                <a:lnTo>
                  <a:pt x="1060323" y="492506"/>
                </a:lnTo>
                <a:close/>
              </a:path>
              <a:path w="1199514" h="1200785">
                <a:moveTo>
                  <a:pt x="604265" y="0"/>
                </a:moveTo>
                <a:lnTo>
                  <a:pt x="592201" y="0"/>
                </a:lnTo>
                <a:lnTo>
                  <a:pt x="586232" y="1905"/>
                </a:lnTo>
                <a:lnTo>
                  <a:pt x="582168" y="5969"/>
                </a:lnTo>
                <a:lnTo>
                  <a:pt x="93344" y="283972"/>
                </a:lnTo>
                <a:lnTo>
                  <a:pt x="56257" y="294558"/>
                </a:lnTo>
                <a:lnTo>
                  <a:pt x="26669" y="316658"/>
                </a:lnTo>
                <a:lnTo>
                  <a:pt x="7084" y="347783"/>
                </a:lnTo>
                <a:lnTo>
                  <a:pt x="0" y="385445"/>
                </a:lnTo>
                <a:lnTo>
                  <a:pt x="0" y="455041"/>
                </a:lnTo>
                <a:lnTo>
                  <a:pt x="3208" y="469896"/>
                </a:lnTo>
                <a:lnTo>
                  <a:pt x="11668" y="481774"/>
                </a:lnTo>
                <a:lnTo>
                  <a:pt x="23627" y="489652"/>
                </a:lnTo>
                <a:lnTo>
                  <a:pt x="37337" y="492506"/>
                </a:lnTo>
                <a:lnTo>
                  <a:pt x="1167130" y="492506"/>
                </a:lnTo>
                <a:lnTo>
                  <a:pt x="1180060" y="489694"/>
                </a:lnTo>
                <a:lnTo>
                  <a:pt x="1190180" y="482107"/>
                </a:lnTo>
                <a:lnTo>
                  <a:pt x="1196776" y="471021"/>
                </a:lnTo>
                <a:lnTo>
                  <a:pt x="1199133" y="457708"/>
                </a:lnTo>
                <a:lnTo>
                  <a:pt x="1199133" y="422910"/>
                </a:lnTo>
                <a:lnTo>
                  <a:pt x="72008" y="422910"/>
                </a:lnTo>
                <a:lnTo>
                  <a:pt x="72008" y="385445"/>
                </a:lnTo>
                <a:lnTo>
                  <a:pt x="74802" y="372151"/>
                </a:lnTo>
                <a:lnTo>
                  <a:pt x="82359" y="361108"/>
                </a:lnTo>
                <a:lnTo>
                  <a:pt x="93440" y="353566"/>
                </a:lnTo>
                <a:lnTo>
                  <a:pt x="106806" y="350774"/>
                </a:lnTo>
                <a:lnTo>
                  <a:pt x="1191318" y="350774"/>
                </a:lnTo>
                <a:lnTo>
                  <a:pt x="1190559" y="347408"/>
                </a:lnTo>
                <a:lnTo>
                  <a:pt x="1170162" y="315658"/>
                </a:lnTo>
                <a:lnTo>
                  <a:pt x="1140215" y="293433"/>
                </a:lnTo>
                <a:lnTo>
                  <a:pt x="1102995" y="283972"/>
                </a:lnTo>
                <a:lnTo>
                  <a:pt x="1093395" y="278511"/>
                </a:lnTo>
                <a:lnTo>
                  <a:pt x="237744" y="278511"/>
                </a:lnTo>
                <a:lnTo>
                  <a:pt x="598296" y="75437"/>
                </a:lnTo>
                <a:lnTo>
                  <a:pt x="736417" y="75437"/>
                </a:lnTo>
                <a:lnTo>
                  <a:pt x="614299" y="5969"/>
                </a:lnTo>
                <a:lnTo>
                  <a:pt x="610234" y="1905"/>
                </a:lnTo>
                <a:lnTo>
                  <a:pt x="604265" y="0"/>
                </a:lnTo>
                <a:close/>
              </a:path>
              <a:path w="1199514" h="1200785">
                <a:moveTo>
                  <a:pt x="1191318" y="350774"/>
                </a:moveTo>
                <a:lnTo>
                  <a:pt x="1092327" y="350774"/>
                </a:lnTo>
                <a:lnTo>
                  <a:pt x="1105277" y="353566"/>
                </a:lnTo>
                <a:lnTo>
                  <a:pt x="1115441" y="361108"/>
                </a:lnTo>
                <a:lnTo>
                  <a:pt x="1122080" y="372151"/>
                </a:lnTo>
                <a:lnTo>
                  <a:pt x="1124458" y="385445"/>
                </a:lnTo>
                <a:lnTo>
                  <a:pt x="1124458" y="422910"/>
                </a:lnTo>
                <a:lnTo>
                  <a:pt x="1199133" y="422910"/>
                </a:lnTo>
                <a:lnTo>
                  <a:pt x="1199133" y="385445"/>
                </a:lnTo>
                <a:lnTo>
                  <a:pt x="1191318" y="350774"/>
                </a:lnTo>
                <a:close/>
              </a:path>
              <a:path w="1199514" h="1200785">
                <a:moveTo>
                  <a:pt x="736417" y="75437"/>
                </a:moveTo>
                <a:lnTo>
                  <a:pt x="598296" y="75437"/>
                </a:lnTo>
                <a:lnTo>
                  <a:pt x="958850" y="278511"/>
                </a:lnTo>
                <a:lnTo>
                  <a:pt x="1093395" y="278511"/>
                </a:lnTo>
                <a:lnTo>
                  <a:pt x="736417" y="75437"/>
                </a:lnTo>
                <a:close/>
              </a:path>
            </a:pathLst>
          </a:custGeom>
          <a:solidFill>
            <a:srgbClr val="4182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28944" y="1914144"/>
            <a:ext cx="1112520" cy="1043940"/>
          </a:xfrm>
          <a:custGeom>
            <a:avLst/>
            <a:gdLst/>
            <a:ahLst/>
            <a:cxnLst/>
            <a:rect l="l" t="t" r="r" b="b"/>
            <a:pathLst>
              <a:path w="1112520" h="1043939">
                <a:moveTo>
                  <a:pt x="882141" y="978662"/>
                </a:moveTo>
                <a:lnTo>
                  <a:pt x="230377" y="978662"/>
                </a:lnTo>
                <a:lnTo>
                  <a:pt x="217689" y="981227"/>
                </a:lnTo>
                <a:lnTo>
                  <a:pt x="207359" y="988234"/>
                </a:lnTo>
                <a:lnTo>
                  <a:pt x="200409" y="998646"/>
                </a:lnTo>
                <a:lnTo>
                  <a:pt x="197865" y="1011428"/>
                </a:lnTo>
                <a:lnTo>
                  <a:pt x="200409" y="1024062"/>
                </a:lnTo>
                <a:lnTo>
                  <a:pt x="207359" y="1034399"/>
                </a:lnTo>
                <a:lnTo>
                  <a:pt x="217689" y="1041378"/>
                </a:lnTo>
                <a:lnTo>
                  <a:pt x="230377" y="1043939"/>
                </a:lnTo>
                <a:lnTo>
                  <a:pt x="882141" y="1043939"/>
                </a:lnTo>
                <a:lnTo>
                  <a:pt x="894883" y="1041378"/>
                </a:lnTo>
                <a:lnTo>
                  <a:pt x="905208" y="1034399"/>
                </a:lnTo>
                <a:lnTo>
                  <a:pt x="912127" y="1024062"/>
                </a:lnTo>
                <a:lnTo>
                  <a:pt x="914653" y="1011428"/>
                </a:lnTo>
                <a:lnTo>
                  <a:pt x="912127" y="998646"/>
                </a:lnTo>
                <a:lnTo>
                  <a:pt x="905208" y="988234"/>
                </a:lnTo>
                <a:lnTo>
                  <a:pt x="894883" y="981227"/>
                </a:lnTo>
                <a:lnTo>
                  <a:pt x="882141" y="978662"/>
                </a:lnTo>
                <a:close/>
              </a:path>
              <a:path w="1112520" h="1043939">
                <a:moveTo>
                  <a:pt x="449325" y="848106"/>
                </a:moveTo>
                <a:lnTo>
                  <a:pt x="380745" y="848106"/>
                </a:lnTo>
                <a:lnTo>
                  <a:pt x="337311" y="978662"/>
                </a:lnTo>
                <a:lnTo>
                  <a:pt x="405891" y="978662"/>
                </a:lnTo>
                <a:lnTo>
                  <a:pt x="449325" y="848106"/>
                </a:lnTo>
                <a:close/>
              </a:path>
              <a:path w="1112520" h="1043939">
                <a:moveTo>
                  <a:pt x="731774" y="848106"/>
                </a:moveTo>
                <a:lnTo>
                  <a:pt x="663194" y="848106"/>
                </a:lnTo>
                <a:lnTo>
                  <a:pt x="706627" y="978662"/>
                </a:lnTo>
                <a:lnTo>
                  <a:pt x="775334" y="978662"/>
                </a:lnTo>
                <a:lnTo>
                  <a:pt x="731774" y="848106"/>
                </a:lnTo>
                <a:close/>
              </a:path>
              <a:path w="1112520" h="1043939">
                <a:moveTo>
                  <a:pt x="1014729" y="0"/>
                </a:moveTo>
                <a:lnTo>
                  <a:pt x="97916" y="0"/>
                </a:lnTo>
                <a:lnTo>
                  <a:pt x="59793" y="7711"/>
                </a:lnTo>
                <a:lnTo>
                  <a:pt x="28670" y="28733"/>
                </a:lnTo>
                <a:lnTo>
                  <a:pt x="7691" y="59900"/>
                </a:lnTo>
                <a:lnTo>
                  <a:pt x="0" y="98043"/>
                </a:lnTo>
                <a:lnTo>
                  <a:pt x="0" y="750443"/>
                </a:lnTo>
                <a:lnTo>
                  <a:pt x="7691" y="788473"/>
                </a:lnTo>
                <a:lnTo>
                  <a:pt x="28670" y="819515"/>
                </a:lnTo>
                <a:lnTo>
                  <a:pt x="59793" y="840436"/>
                </a:lnTo>
                <a:lnTo>
                  <a:pt x="97916" y="848106"/>
                </a:lnTo>
                <a:lnTo>
                  <a:pt x="1014729" y="848106"/>
                </a:lnTo>
                <a:lnTo>
                  <a:pt x="1052780" y="840436"/>
                </a:lnTo>
                <a:lnTo>
                  <a:pt x="1083865" y="819515"/>
                </a:lnTo>
                <a:lnTo>
                  <a:pt x="1104830" y="788473"/>
                </a:lnTo>
                <a:lnTo>
                  <a:pt x="1105946" y="782955"/>
                </a:lnTo>
                <a:lnTo>
                  <a:pt x="97916" y="782955"/>
                </a:lnTo>
                <a:lnTo>
                  <a:pt x="85209" y="780393"/>
                </a:lnTo>
                <a:lnTo>
                  <a:pt x="74834" y="773414"/>
                </a:lnTo>
                <a:lnTo>
                  <a:pt x="67841" y="763077"/>
                </a:lnTo>
                <a:lnTo>
                  <a:pt x="65277" y="750443"/>
                </a:lnTo>
                <a:lnTo>
                  <a:pt x="65277" y="717676"/>
                </a:lnTo>
                <a:lnTo>
                  <a:pt x="1112520" y="717676"/>
                </a:lnTo>
                <a:lnTo>
                  <a:pt x="1112520" y="652526"/>
                </a:lnTo>
                <a:lnTo>
                  <a:pt x="65277" y="652526"/>
                </a:lnTo>
                <a:lnTo>
                  <a:pt x="65277" y="98043"/>
                </a:lnTo>
                <a:lnTo>
                  <a:pt x="67841" y="85262"/>
                </a:lnTo>
                <a:lnTo>
                  <a:pt x="74834" y="74850"/>
                </a:lnTo>
                <a:lnTo>
                  <a:pt x="85209" y="67843"/>
                </a:lnTo>
                <a:lnTo>
                  <a:pt x="97916" y="65278"/>
                </a:lnTo>
                <a:lnTo>
                  <a:pt x="1105914" y="65278"/>
                </a:lnTo>
                <a:lnTo>
                  <a:pt x="1104830" y="59900"/>
                </a:lnTo>
                <a:lnTo>
                  <a:pt x="1083865" y="28733"/>
                </a:lnTo>
                <a:lnTo>
                  <a:pt x="1052780" y="7711"/>
                </a:lnTo>
                <a:lnTo>
                  <a:pt x="1014729" y="0"/>
                </a:lnTo>
                <a:close/>
              </a:path>
              <a:path w="1112520" h="1043939">
                <a:moveTo>
                  <a:pt x="1112520" y="717676"/>
                </a:moveTo>
                <a:lnTo>
                  <a:pt x="1047241" y="717676"/>
                </a:lnTo>
                <a:lnTo>
                  <a:pt x="1047241" y="750443"/>
                </a:lnTo>
                <a:lnTo>
                  <a:pt x="1044680" y="763077"/>
                </a:lnTo>
                <a:lnTo>
                  <a:pt x="1037701" y="773414"/>
                </a:lnTo>
                <a:lnTo>
                  <a:pt x="1027364" y="780393"/>
                </a:lnTo>
                <a:lnTo>
                  <a:pt x="1014729" y="782955"/>
                </a:lnTo>
                <a:lnTo>
                  <a:pt x="1105946" y="782955"/>
                </a:lnTo>
                <a:lnTo>
                  <a:pt x="1112520" y="750443"/>
                </a:lnTo>
                <a:lnTo>
                  <a:pt x="1112520" y="717676"/>
                </a:lnTo>
                <a:close/>
              </a:path>
              <a:path w="1112520" h="1043939">
                <a:moveTo>
                  <a:pt x="1105914" y="65278"/>
                </a:moveTo>
                <a:lnTo>
                  <a:pt x="1014729" y="65278"/>
                </a:lnTo>
                <a:lnTo>
                  <a:pt x="1027364" y="67843"/>
                </a:lnTo>
                <a:lnTo>
                  <a:pt x="1037701" y="74850"/>
                </a:lnTo>
                <a:lnTo>
                  <a:pt x="1044680" y="85262"/>
                </a:lnTo>
                <a:lnTo>
                  <a:pt x="1047241" y="98043"/>
                </a:lnTo>
                <a:lnTo>
                  <a:pt x="1047241" y="652526"/>
                </a:lnTo>
                <a:lnTo>
                  <a:pt x="1112520" y="652526"/>
                </a:lnTo>
                <a:lnTo>
                  <a:pt x="1112520" y="98043"/>
                </a:lnTo>
                <a:lnTo>
                  <a:pt x="1105914" y="65278"/>
                </a:lnTo>
                <a:close/>
              </a:path>
            </a:pathLst>
          </a:custGeom>
          <a:solidFill>
            <a:srgbClr val="4182C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6526" y="3028315"/>
            <a:ext cx="120904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solidFill>
                  <a:srgbClr val="CEF3F5"/>
                </a:solidFill>
                <a:latin typeface="Roboto"/>
                <a:cs typeface="Roboto"/>
              </a:rPr>
              <a:t>RUMAH</a:t>
            </a:r>
            <a:r>
              <a:rPr sz="1400" b="1" spc="-6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b="1" spc="105" dirty="0">
                <a:solidFill>
                  <a:srgbClr val="CEF3F5"/>
                </a:solidFill>
                <a:latin typeface="Roboto"/>
                <a:cs typeface="Roboto"/>
              </a:rPr>
              <a:t>SAKI</a:t>
            </a:r>
            <a:r>
              <a:rPr lang="id-ID" sz="1400" b="1" spc="10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endParaRPr sz="1400" dirty="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55894" y="3021330"/>
            <a:ext cx="1658620" cy="684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8125" marR="5080" indent="-226060" algn="ctr">
              <a:lnSpc>
                <a:spcPct val="100000"/>
              </a:lnSpc>
              <a:spcBef>
                <a:spcPts val="100"/>
              </a:spcBef>
            </a:pPr>
            <a:r>
              <a:rPr sz="1400" b="1" spc="85" dirty="0">
                <a:solidFill>
                  <a:srgbClr val="CEF3F5"/>
                </a:solidFill>
                <a:latin typeface="Roboto"/>
                <a:cs typeface="Roboto"/>
              </a:rPr>
              <a:t>SIS</a:t>
            </a:r>
            <a:r>
              <a:rPr lang="id-ID" sz="1400" b="1" spc="8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400" b="1" spc="85" dirty="0">
                <a:solidFill>
                  <a:srgbClr val="CEF3F5"/>
                </a:solidFill>
                <a:latin typeface="Roboto"/>
                <a:cs typeface="Roboto"/>
              </a:rPr>
              <a:t>EM</a:t>
            </a:r>
            <a:endParaRPr sz="1400" b="1" spc="-90" dirty="0">
              <a:solidFill>
                <a:srgbClr val="CEF3F5"/>
              </a:solidFill>
              <a:latin typeface="Roboto"/>
              <a:cs typeface="Roboto"/>
            </a:endParaRPr>
          </a:p>
          <a:p>
            <a:pPr marL="238125" marR="5080" indent="-226060" algn="ctr">
              <a:lnSpc>
                <a:spcPct val="100000"/>
              </a:lnSpc>
              <a:spcBef>
                <a:spcPts val="100"/>
              </a:spcBef>
            </a:pPr>
            <a:r>
              <a:rPr sz="1400" b="1" spc="45" dirty="0">
                <a:solidFill>
                  <a:srgbClr val="CEF3F5"/>
                </a:solidFill>
                <a:latin typeface="Roboto"/>
                <a:cs typeface="Roboto"/>
              </a:rPr>
              <a:t>INFORMASI</a:t>
            </a:r>
          </a:p>
          <a:p>
            <a:pPr marL="238125" marR="5080" indent="-226060" algn="ctr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solidFill>
                  <a:srgbClr val="CEF3F5"/>
                </a:solidFill>
                <a:latin typeface="Roboto"/>
                <a:cs typeface="Roboto"/>
              </a:rPr>
              <a:t>RUMAH</a:t>
            </a:r>
            <a:r>
              <a:rPr sz="1400" b="1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b="1" spc="105" dirty="0">
                <a:solidFill>
                  <a:srgbClr val="CEF3F5"/>
                </a:solidFill>
                <a:latin typeface="Roboto"/>
                <a:cs typeface="Roboto"/>
              </a:rPr>
              <a:t>SAKI</a:t>
            </a:r>
            <a:r>
              <a:rPr lang="id-ID" sz="1400" b="1" spc="10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endParaRPr sz="1400" dirty="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70859" y="2350007"/>
            <a:ext cx="1767839" cy="289560"/>
            <a:chOff x="3570859" y="2350007"/>
            <a:chExt cx="1767839" cy="289560"/>
          </a:xfrm>
        </p:grpSpPr>
        <p:sp>
          <p:nvSpPr>
            <p:cNvPr id="8" name="object 8"/>
            <p:cNvSpPr/>
            <p:nvPr/>
          </p:nvSpPr>
          <p:spPr>
            <a:xfrm>
              <a:off x="3570859" y="2350007"/>
              <a:ext cx="321945" cy="289560"/>
            </a:xfrm>
            <a:custGeom>
              <a:avLst/>
              <a:gdLst/>
              <a:ahLst/>
              <a:cxnLst/>
              <a:rect l="l" t="t" r="r" b="b"/>
              <a:pathLst>
                <a:path w="321945" h="289560">
                  <a:moveTo>
                    <a:pt x="55625" y="0"/>
                  </a:moveTo>
                  <a:lnTo>
                    <a:pt x="0" y="20066"/>
                  </a:lnTo>
                  <a:lnTo>
                    <a:pt x="197103" y="127381"/>
                  </a:lnTo>
                  <a:lnTo>
                    <a:pt x="206962" y="135512"/>
                  </a:lnTo>
                  <a:lnTo>
                    <a:pt x="210248" y="144716"/>
                  </a:lnTo>
                  <a:lnTo>
                    <a:pt x="206962" y="153920"/>
                  </a:lnTo>
                  <a:lnTo>
                    <a:pt x="197103" y="162052"/>
                  </a:lnTo>
                  <a:lnTo>
                    <a:pt x="0" y="269494"/>
                  </a:lnTo>
                  <a:lnTo>
                    <a:pt x="23749" y="282448"/>
                  </a:lnTo>
                  <a:lnTo>
                    <a:pt x="30855" y="285521"/>
                  </a:lnTo>
                  <a:lnTo>
                    <a:pt x="38687" y="287702"/>
                  </a:lnTo>
                  <a:lnTo>
                    <a:pt x="47019" y="289002"/>
                  </a:lnTo>
                  <a:lnTo>
                    <a:pt x="55625" y="289433"/>
                  </a:lnTo>
                  <a:lnTo>
                    <a:pt x="64250" y="289002"/>
                  </a:lnTo>
                  <a:lnTo>
                    <a:pt x="308228" y="162052"/>
                  </a:lnTo>
                  <a:lnTo>
                    <a:pt x="321468" y="144780"/>
                  </a:lnTo>
                  <a:lnTo>
                    <a:pt x="318158" y="135584"/>
                  </a:lnTo>
                  <a:lnTo>
                    <a:pt x="87502" y="7112"/>
                  </a:lnTo>
                  <a:lnTo>
                    <a:pt x="64250" y="450"/>
                  </a:lnTo>
                  <a:lnTo>
                    <a:pt x="55625" y="0"/>
                  </a:lnTo>
                  <a:close/>
                </a:path>
              </a:pathLst>
            </a:custGeom>
            <a:solidFill>
              <a:srgbClr val="4182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0483" y="2447543"/>
              <a:ext cx="93471" cy="943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94303" y="2377439"/>
              <a:ext cx="1644650" cy="234950"/>
            </a:xfrm>
            <a:custGeom>
              <a:avLst/>
              <a:gdLst/>
              <a:ahLst/>
              <a:cxnLst/>
              <a:rect l="l" t="t" r="r" b="b"/>
              <a:pathLst>
                <a:path w="1644650" h="234950">
                  <a:moveTo>
                    <a:pt x="1430401" y="0"/>
                  </a:moveTo>
                  <a:lnTo>
                    <a:pt x="0" y="0"/>
                  </a:lnTo>
                  <a:lnTo>
                    <a:pt x="185420" y="100203"/>
                  </a:lnTo>
                  <a:lnTo>
                    <a:pt x="195206" y="108277"/>
                  </a:lnTo>
                  <a:lnTo>
                    <a:pt x="198469" y="117459"/>
                  </a:lnTo>
                  <a:lnTo>
                    <a:pt x="195206" y="126617"/>
                  </a:lnTo>
                  <a:lnTo>
                    <a:pt x="185420" y="134620"/>
                  </a:lnTo>
                  <a:lnTo>
                    <a:pt x="126" y="234696"/>
                  </a:lnTo>
                  <a:lnTo>
                    <a:pt x="1430401" y="234696"/>
                  </a:lnTo>
                  <a:lnTo>
                    <a:pt x="1644269" y="117348"/>
                  </a:lnTo>
                  <a:lnTo>
                    <a:pt x="1430401" y="0"/>
                  </a:lnTo>
                  <a:close/>
                </a:path>
              </a:pathLst>
            </a:custGeom>
            <a:solidFill>
              <a:srgbClr val="4182C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803396" y="2672588"/>
            <a:ext cx="137820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solidFill>
                  <a:srgbClr val="CEF3F5"/>
                </a:solidFill>
                <a:latin typeface="Roboto"/>
                <a:cs typeface="Roboto"/>
              </a:rPr>
              <a:t>PE</a:t>
            </a:r>
            <a:r>
              <a:rPr sz="1400" b="1" spc="10" dirty="0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400" b="1" spc="105" dirty="0">
                <a:solidFill>
                  <a:srgbClr val="CEF3F5"/>
                </a:solidFill>
                <a:latin typeface="Roboto"/>
                <a:cs typeface="Roboto"/>
              </a:rPr>
              <a:t>DEKA</a:t>
            </a:r>
            <a:r>
              <a:rPr lang="id-ID" sz="1400" b="1" spc="10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400" b="1" spc="40" dirty="0">
                <a:solidFill>
                  <a:srgbClr val="CEF3F5"/>
                </a:solidFill>
                <a:latin typeface="Roboto"/>
                <a:cs typeface="Roboto"/>
              </a:rPr>
              <a:t>A</a:t>
            </a:r>
            <a:r>
              <a:rPr sz="1400" b="1" spc="-10" dirty="0">
                <a:solidFill>
                  <a:srgbClr val="CEF3F5"/>
                </a:solidFill>
                <a:latin typeface="Roboto"/>
                <a:cs typeface="Roboto"/>
              </a:rPr>
              <a:t>N</a:t>
            </a:r>
            <a:r>
              <a:rPr sz="1400" b="1" dirty="0">
                <a:solidFill>
                  <a:srgbClr val="CEF3F5"/>
                </a:solidFill>
                <a:latin typeface="Roboto"/>
                <a:cs typeface="Roboto"/>
              </a:rPr>
              <a:t>?</a:t>
            </a:r>
            <a:endParaRPr sz="1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" y="4568952"/>
            <a:ext cx="1022985" cy="573405"/>
            <a:chOff x="20" y="4568952"/>
            <a:chExt cx="1022985" cy="573405"/>
          </a:xfrm>
        </p:grpSpPr>
        <p:sp>
          <p:nvSpPr>
            <p:cNvPr id="3" name="object 3"/>
            <p:cNvSpPr/>
            <p:nvPr/>
          </p:nvSpPr>
          <p:spPr>
            <a:xfrm>
              <a:off x="20" y="4745736"/>
              <a:ext cx="680085" cy="396240"/>
            </a:xfrm>
            <a:custGeom>
              <a:avLst/>
              <a:gdLst/>
              <a:ahLst/>
              <a:cxnLst/>
              <a:rect l="l" t="t" r="r" b="b"/>
              <a:pathLst>
                <a:path w="680085" h="396239">
                  <a:moveTo>
                    <a:pt x="106221" y="0"/>
                  </a:moveTo>
                  <a:lnTo>
                    <a:pt x="82269" y="44539"/>
                  </a:lnTo>
                  <a:lnTo>
                    <a:pt x="61136" y="90735"/>
                  </a:lnTo>
                  <a:lnTo>
                    <a:pt x="42937" y="138472"/>
                  </a:lnTo>
                  <a:lnTo>
                    <a:pt x="27788" y="187635"/>
                  </a:lnTo>
                  <a:lnTo>
                    <a:pt x="15804" y="238106"/>
                  </a:lnTo>
                  <a:lnTo>
                    <a:pt x="7101" y="289772"/>
                  </a:lnTo>
                  <a:lnTo>
                    <a:pt x="1794" y="342514"/>
                  </a:lnTo>
                  <a:lnTo>
                    <a:pt x="0" y="396219"/>
                  </a:lnTo>
                  <a:lnTo>
                    <a:pt x="661929" y="396219"/>
                  </a:lnTo>
                  <a:lnTo>
                    <a:pt x="663115" y="378449"/>
                  </a:lnTo>
                  <a:lnTo>
                    <a:pt x="666572" y="361429"/>
                  </a:lnTo>
                  <a:lnTo>
                    <a:pt x="672146" y="345314"/>
                  </a:lnTo>
                  <a:lnTo>
                    <a:pt x="679683" y="330260"/>
                  </a:lnTo>
                  <a:lnTo>
                    <a:pt x="106221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2588" y="4568952"/>
              <a:ext cx="594360" cy="573405"/>
            </a:xfrm>
            <a:custGeom>
              <a:avLst/>
              <a:gdLst/>
              <a:ahLst/>
              <a:cxnLst/>
              <a:rect l="l" t="t" r="r" b="b"/>
              <a:pathLst>
                <a:path w="594360" h="573404">
                  <a:moveTo>
                    <a:pt x="330073" y="0"/>
                  </a:moveTo>
                  <a:lnTo>
                    <a:pt x="288803" y="26018"/>
                  </a:lnTo>
                  <a:lnTo>
                    <a:pt x="249659" y="54927"/>
                  </a:lnTo>
                  <a:lnTo>
                    <a:pt x="212789" y="86577"/>
                  </a:lnTo>
                  <a:lnTo>
                    <a:pt x="178344" y="120820"/>
                  </a:lnTo>
                  <a:lnTo>
                    <a:pt x="146471" y="157507"/>
                  </a:lnTo>
                  <a:lnTo>
                    <a:pt x="117321" y="196487"/>
                  </a:lnTo>
                  <a:lnTo>
                    <a:pt x="91041" y="237612"/>
                  </a:lnTo>
                  <a:lnTo>
                    <a:pt x="67782" y="280733"/>
                  </a:lnTo>
                  <a:lnTo>
                    <a:pt x="47692" y="325700"/>
                  </a:lnTo>
                  <a:lnTo>
                    <a:pt x="30920" y="372363"/>
                  </a:lnTo>
                  <a:lnTo>
                    <a:pt x="17616" y="420575"/>
                  </a:lnTo>
                  <a:lnTo>
                    <a:pt x="7928" y="470185"/>
                  </a:lnTo>
                  <a:lnTo>
                    <a:pt x="2007" y="521044"/>
                  </a:lnTo>
                  <a:lnTo>
                    <a:pt x="0" y="573003"/>
                  </a:lnTo>
                  <a:lnTo>
                    <a:pt x="528383" y="573003"/>
                  </a:lnTo>
                  <a:lnTo>
                    <a:pt x="533148" y="537663"/>
                  </a:lnTo>
                  <a:lnTo>
                    <a:pt x="546588" y="505930"/>
                  </a:lnTo>
                  <a:lnTo>
                    <a:pt x="567420" y="479071"/>
                  </a:lnTo>
                  <a:lnTo>
                    <a:pt x="594360" y="458354"/>
                  </a:lnTo>
                  <a:lnTo>
                    <a:pt x="330073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63651" y="4613148"/>
              <a:ext cx="530860" cy="528955"/>
            </a:xfrm>
            <a:custGeom>
              <a:avLst/>
              <a:gdLst/>
              <a:ahLst/>
              <a:cxnLst/>
              <a:rect l="l" t="t" r="r" b="b"/>
              <a:pathLst>
                <a:path w="530860" h="528954">
                  <a:moveTo>
                    <a:pt x="530326" y="0"/>
                  </a:moveTo>
                  <a:lnTo>
                    <a:pt x="482052" y="2160"/>
                  </a:lnTo>
                  <a:lnTo>
                    <a:pt x="434994" y="8518"/>
                  </a:lnTo>
                  <a:lnTo>
                    <a:pt x="389337" y="18887"/>
                  </a:lnTo>
                  <a:lnTo>
                    <a:pt x="345269" y="33080"/>
                  </a:lnTo>
                  <a:lnTo>
                    <a:pt x="302978" y="50910"/>
                  </a:lnTo>
                  <a:lnTo>
                    <a:pt x="262651" y="72191"/>
                  </a:lnTo>
                  <a:lnTo>
                    <a:pt x="224474" y="96736"/>
                  </a:lnTo>
                  <a:lnTo>
                    <a:pt x="188635" y="124359"/>
                  </a:lnTo>
                  <a:lnTo>
                    <a:pt x="155320" y="154873"/>
                  </a:lnTo>
                  <a:lnTo>
                    <a:pt x="124719" y="188092"/>
                  </a:lnTo>
                  <a:lnTo>
                    <a:pt x="97016" y="223828"/>
                  </a:lnTo>
                  <a:lnTo>
                    <a:pt x="72400" y="261896"/>
                  </a:lnTo>
                  <a:lnTo>
                    <a:pt x="51057" y="302108"/>
                  </a:lnTo>
                  <a:lnTo>
                    <a:pt x="33176" y="344278"/>
                  </a:lnTo>
                  <a:lnTo>
                    <a:pt x="18942" y="388220"/>
                  </a:lnTo>
                  <a:lnTo>
                    <a:pt x="8543" y="433746"/>
                  </a:lnTo>
                  <a:lnTo>
                    <a:pt x="2167" y="480671"/>
                  </a:lnTo>
                  <a:lnTo>
                    <a:pt x="0" y="528807"/>
                  </a:lnTo>
                  <a:lnTo>
                    <a:pt x="397903" y="528807"/>
                  </a:lnTo>
                  <a:lnTo>
                    <a:pt x="404661" y="486990"/>
                  </a:lnTo>
                  <a:lnTo>
                    <a:pt x="423474" y="450684"/>
                  </a:lnTo>
                  <a:lnTo>
                    <a:pt x="452150" y="422062"/>
                  </a:lnTo>
                  <a:lnTo>
                    <a:pt x="488498" y="403295"/>
                  </a:lnTo>
                  <a:lnTo>
                    <a:pt x="530326" y="396557"/>
                  </a:lnTo>
                  <a:lnTo>
                    <a:pt x="530326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6265" y="4745736"/>
              <a:ext cx="596265" cy="396240"/>
            </a:xfrm>
            <a:custGeom>
              <a:avLst/>
              <a:gdLst/>
              <a:ahLst/>
              <a:cxnLst/>
              <a:rect l="l" t="t" r="r" b="b"/>
              <a:pathLst>
                <a:path w="596265" h="396239">
                  <a:moveTo>
                    <a:pt x="397217" y="0"/>
                  </a:moveTo>
                  <a:lnTo>
                    <a:pt x="350893" y="2665"/>
                  </a:lnTo>
                  <a:lnTo>
                    <a:pt x="306138" y="10465"/>
                  </a:lnTo>
                  <a:lnTo>
                    <a:pt x="263251" y="23100"/>
                  </a:lnTo>
                  <a:lnTo>
                    <a:pt x="222530" y="40274"/>
                  </a:lnTo>
                  <a:lnTo>
                    <a:pt x="184273" y="61689"/>
                  </a:lnTo>
                  <a:lnTo>
                    <a:pt x="148777" y="87048"/>
                  </a:lnTo>
                  <a:lnTo>
                    <a:pt x="116341" y="116054"/>
                  </a:lnTo>
                  <a:lnTo>
                    <a:pt x="87263" y="148409"/>
                  </a:lnTo>
                  <a:lnTo>
                    <a:pt x="61841" y="183816"/>
                  </a:lnTo>
                  <a:lnTo>
                    <a:pt x="40373" y="221977"/>
                  </a:lnTo>
                  <a:lnTo>
                    <a:pt x="23156" y="262595"/>
                  </a:lnTo>
                  <a:lnTo>
                    <a:pt x="10490" y="305373"/>
                  </a:lnTo>
                  <a:lnTo>
                    <a:pt x="2672" y="350014"/>
                  </a:lnTo>
                  <a:lnTo>
                    <a:pt x="0" y="396219"/>
                  </a:lnTo>
                  <a:lnTo>
                    <a:pt x="264947" y="396219"/>
                  </a:lnTo>
                  <a:lnTo>
                    <a:pt x="271698" y="354437"/>
                  </a:lnTo>
                  <a:lnTo>
                    <a:pt x="290490" y="318163"/>
                  </a:lnTo>
                  <a:lnTo>
                    <a:pt x="319133" y="289565"/>
                  </a:lnTo>
                  <a:lnTo>
                    <a:pt x="355439" y="270816"/>
                  </a:lnTo>
                  <a:lnTo>
                    <a:pt x="397217" y="264083"/>
                  </a:lnTo>
                  <a:lnTo>
                    <a:pt x="415045" y="265295"/>
                  </a:lnTo>
                  <a:lnTo>
                    <a:pt x="432133" y="268790"/>
                  </a:lnTo>
                  <a:lnTo>
                    <a:pt x="448349" y="274352"/>
                  </a:lnTo>
                  <a:lnTo>
                    <a:pt x="463562" y="281769"/>
                  </a:lnTo>
                  <a:lnTo>
                    <a:pt x="595833" y="53111"/>
                  </a:lnTo>
                  <a:lnTo>
                    <a:pt x="550404" y="30555"/>
                  </a:lnTo>
                  <a:lnTo>
                    <a:pt x="501830" y="13882"/>
                  </a:lnTo>
                  <a:lnTo>
                    <a:pt x="450604" y="3546"/>
                  </a:lnTo>
                  <a:lnTo>
                    <a:pt x="397217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8827" y="4876825"/>
              <a:ext cx="494030" cy="265430"/>
            </a:xfrm>
            <a:custGeom>
              <a:avLst/>
              <a:gdLst/>
              <a:ahLst/>
              <a:cxnLst/>
              <a:rect l="l" t="t" r="r" b="b"/>
              <a:pathLst>
                <a:path w="494030" h="265429">
                  <a:moveTo>
                    <a:pt x="264502" y="0"/>
                  </a:moveTo>
                  <a:lnTo>
                    <a:pt x="216966" y="4272"/>
                  </a:lnTo>
                  <a:lnTo>
                    <a:pt x="172221" y="16590"/>
                  </a:lnTo>
                  <a:lnTo>
                    <a:pt x="131016" y="36204"/>
                  </a:lnTo>
                  <a:lnTo>
                    <a:pt x="94099" y="62364"/>
                  </a:lnTo>
                  <a:lnTo>
                    <a:pt x="62217" y="94322"/>
                  </a:lnTo>
                  <a:lnTo>
                    <a:pt x="36119" y="131326"/>
                  </a:lnTo>
                  <a:lnTo>
                    <a:pt x="16551" y="172629"/>
                  </a:lnTo>
                  <a:lnTo>
                    <a:pt x="4262" y="217480"/>
                  </a:lnTo>
                  <a:lnTo>
                    <a:pt x="0" y="265129"/>
                  </a:lnTo>
                  <a:lnTo>
                    <a:pt x="132359" y="265129"/>
                  </a:lnTo>
                  <a:lnTo>
                    <a:pt x="139102" y="223180"/>
                  </a:lnTo>
                  <a:lnTo>
                    <a:pt x="157875" y="186759"/>
                  </a:lnTo>
                  <a:lnTo>
                    <a:pt x="186490" y="158046"/>
                  </a:lnTo>
                  <a:lnTo>
                    <a:pt x="222762" y="139220"/>
                  </a:lnTo>
                  <a:lnTo>
                    <a:pt x="264502" y="132460"/>
                  </a:lnTo>
                  <a:lnTo>
                    <a:pt x="299837" y="137277"/>
                  </a:lnTo>
                  <a:lnTo>
                    <a:pt x="331563" y="150841"/>
                  </a:lnTo>
                  <a:lnTo>
                    <a:pt x="358419" y="171827"/>
                  </a:lnTo>
                  <a:lnTo>
                    <a:pt x="379145" y="198907"/>
                  </a:lnTo>
                  <a:lnTo>
                    <a:pt x="493750" y="132460"/>
                  </a:lnTo>
                  <a:lnTo>
                    <a:pt x="467694" y="95163"/>
                  </a:lnTo>
                  <a:lnTo>
                    <a:pt x="435755" y="62937"/>
                  </a:lnTo>
                  <a:lnTo>
                    <a:pt x="398700" y="36545"/>
                  </a:lnTo>
                  <a:lnTo>
                    <a:pt x="357296" y="16750"/>
                  </a:lnTo>
                  <a:lnTo>
                    <a:pt x="312308" y="4314"/>
                  </a:lnTo>
                  <a:lnTo>
                    <a:pt x="264502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8121395" y="0"/>
            <a:ext cx="1022985" cy="573405"/>
            <a:chOff x="8121395" y="0"/>
            <a:chExt cx="1022985" cy="573405"/>
          </a:xfrm>
        </p:grpSpPr>
        <p:sp>
          <p:nvSpPr>
            <p:cNvPr id="9" name="object 9"/>
            <p:cNvSpPr/>
            <p:nvPr/>
          </p:nvSpPr>
          <p:spPr>
            <a:xfrm>
              <a:off x="8464295" y="0"/>
              <a:ext cx="680085" cy="396240"/>
            </a:xfrm>
            <a:custGeom>
              <a:avLst/>
              <a:gdLst/>
              <a:ahLst/>
              <a:cxnLst/>
              <a:rect l="l" t="t" r="r" b="b"/>
              <a:pathLst>
                <a:path w="680084" h="396240">
                  <a:moveTo>
                    <a:pt x="679703" y="0"/>
                  </a:moveTo>
                  <a:lnTo>
                    <a:pt x="17779" y="0"/>
                  </a:lnTo>
                  <a:lnTo>
                    <a:pt x="16591" y="17783"/>
                  </a:lnTo>
                  <a:lnTo>
                    <a:pt x="13128" y="34829"/>
                  </a:lnTo>
                  <a:lnTo>
                    <a:pt x="7546" y="50970"/>
                  </a:lnTo>
                  <a:lnTo>
                    <a:pt x="0" y="66039"/>
                  </a:lnTo>
                  <a:lnTo>
                    <a:pt x="573404" y="396239"/>
                  </a:lnTo>
                  <a:lnTo>
                    <a:pt x="597370" y="351700"/>
                  </a:lnTo>
                  <a:lnTo>
                    <a:pt x="618517" y="305502"/>
                  </a:lnTo>
                  <a:lnTo>
                    <a:pt x="636729" y="257762"/>
                  </a:lnTo>
                  <a:lnTo>
                    <a:pt x="651890" y="208597"/>
                  </a:lnTo>
                  <a:lnTo>
                    <a:pt x="663885" y="158122"/>
                  </a:lnTo>
                  <a:lnTo>
                    <a:pt x="672595" y="106453"/>
                  </a:lnTo>
                  <a:lnTo>
                    <a:pt x="677907" y="53707"/>
                  </a:lnTo>
                  <a:lnTo>
                    <a:pt x="679703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417051" y="0"/>
              <a:ext cx="594360" cy="573405"/>
            </a:xfrm>
            <a:custGeom>
              <a:avLst/>
              <a:gdLst/>
              <a:ahLst/>
              <a:cxnLst/>
              <a:rect l="l" t="t" r="r" b="b"/>
              <a:pathLst>
                <a:path w="594359" h="573405">
                  <a:moveTo>
                    <a:pt x="594359" y="0"/>
                  </a:moveTo>
                  <a:lnTo>
                    <a:pt x="66040" y="0"/>
                  </a:lnTo>
                  <a:lnTo>
                    <a:pt x="61257" y="35367"/>
                  </a:lnTo>
                  <a:lnTo>
                    <a:pt x="47783" y="67103"/>
                  </a:lnTo>
                  <a:lnTo>
                    <a:pt x="26927" y="93958"/>
                  </a:lnTo>
                  <a:lnTo>
                    <a:pt x="0" y="114680"/>
                  </a:lnTo>
                  <a:lnTo>
                    <a:pt x="264287" y="573024"/>
                  </a:lnTo>
                  <a:lnTo>
                    <a:pt x="305563" y="547008"/>
                  </a:lnTo>
                  <a:lnTo>
                    <a:pt x="344712" y="518102"/>
                  </a:lnTo>
                  <a:lnTo>
                    <a:pt x="381585" y="486453"/>
                  </a:lnTo>
                  <a:lnTo>
                    <a:pt x="416032" y="452212"/>
                  </a:lnTo>
                  <a:lnTo>
                    <a:pt x="447905" y="415527"/>
                  </a:lnTo>
                  <a:lnTo>
                    <a:pt x="477054" y="376547"/>
                  </a:lnTo>
                  <a:lnTo>
                    <a:pt x="503332" y="335422"/>
                  </a:lnTo>
                  <a:lnTo>
                    <a:pt x="526589" y="292301"/>
                  </a:lnTo>
                  <a:lnTo>
                    <a:pt x="546677" y="247332"/>
                  </a:lnTo>
                  <a:lnTo>
                    <a:pt x="563446" y="200665"/>
                  </a:lnTo>
                  <a:lnTo>
                    <a:pt x="576747" y="152450"/>
                  </a:lnTo>
                  <a:lnTo>
                    <a:pt x="586433" y="102834"/>
                  </a:lnTo>
                  <a:lnTo>
                    <a:pt x="592353" y="51968"/>
                  </a:lnTo>
                  <a:lnTo>
                    <a:pt x="594359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49995" y="0"/>
              <a:ext cx="530860" cy="528955"/>
            </a:xfrm>
            <a:custGeom>
              <a:avLst/>
              <a:gdLst/>
              <a:ahLst/>
              <a:cxnLst/>
              <a:rect l="l" t="t" r="r" b="b"/>
              <a:pathLst>
                <a:path w="530859" h="528955">
                  <a:moveTo>
                    <a:pt x="530351" y="0"/>
                  </a:moveTo>
                  <a:lnTo>
                    <a:pt x="132460" y="0"/>
                  </a:lnTo>
                  <a:lnTo>
                    <a:pt x="125695" y="41853"/>
                  </a:lnTo>
                  <a:lnTo>
                    <a:pt x="106865" y="78183"/>
                  </a:lnTo>
                  <a:lnTo>
                    <a:pt x="78173" y="106820"/>
                  </a:lnTo>
                  <a:lnTo>
                    <a:pt x="41817" y="125593"/>
                  </a:lnTo>
                  <a:lnTo>
                    <a:pt x="0" y="132334"/>
                  </a:lnTo>
                  <a:lnTo>
                    <a:pt x="0" y="528827"/>
                  </a:lnTo>
                  <a:lnTo>
                    <a:pt x="48285" y="526667"/>
                  </a:lnTo>
                  <a:lnTo>
                    <a:pt x="95353" y="520309"/>
                  </a:lnTo>
                  <a:lnTo>
                    <a:pt x="141017" y="509940"/>
                  </a:lnTo>
                  <a:lnTo>
                    <a:pt x="185090" y="495747"/>
                  </a:lnTo>
                  <a:lnTo>
                    <a:pt x="227385" y="477916"/>
                  </a:lnTo>
                  <a:lnTo>
                    <a:pt x="267715" y="456635"/>
                  </a:lnTo>
                  <a:lnTo>
                    <a:pt x="305894" y="432089"/>
                  </a:lnTo>
                  <a:lnTo>
                    <a:pt x="341733" y="404466"/>
                  </a:lnTo>
                  <a:lnTo>
                    <a:pt x="375046" y="373951"/>
                  </a:lnTo>
                  <a:lnTo>
                    <a:pt x="405647" y="340732"/>
                  </a:lnTo>
                  <a:lnTo>
                    <a:pt x="433348" y="304994"/>
                  </a:lnTo>
                  <a:lnTo>
                    <a:pt x="457961" y="266925"/>
                  </a:lnTo>
                  <a:lnTo>
                    <a:pt x="479302" y="226711"/>
                  </a:lnTo>
                  <a:lnTo>
                    <a:pt x="497181" y="184539"/>
                  </a:lnTo>
                  <a:lnTo>
                    <a:pt x="511413" y="140596"/>
                  </a:lnTo>
                  <a:lnTo>
                    <a:pt x="521810" y="95067"/>
                  </a:lnTo>
                  <a:lnTo>
                    <a:pt x="528185" y="48139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151875" y="0"/>
              <a:ext cx="596265" cy="396240"/>
            </a:xfrm>
            <a:custGeom>
              <a:avLst/>
              <a:gdLst/>
              <a:ahLst/>
              <a:cxnLst/>
              <a:rect l="l" t="t" r="r" b="b"/>
              <a:pathLst>
                <a:path w="596265" h="396240">
                  <a:moveTo>
                    <a:pt x="595883" y="0"/>
                  </a:moveTo>
                  <a:lnTo>
                    <a:pt x="330962" y="0"/>
                  </a:lnTo>
                  <a:lnTo>
                    <a:pt x="324209" y="41791"/>
                  </a:lnTo>
                  <a:lnTo>
                    <a:pt x="305411" y="78083"/>
                  </a:lnTo>
                  <a:lnTo>
                    <a:pt x="276756" y="106701"/>
                  </a:lnTo>
                  <a:lnTo>
                    <a:pt x="240432" y="125467"/>
                  </a:lnTo>
                  <a:lnTo>
                    <a:pt x="198627" y="132207"/>
                  </a:lnTo>
                  <a:lnTo>
                    <a:pt x="180786" y="130982"/>
                  </a:lnTo>
                  <a:lnTo>
                    <a:pt x="163718" y="127460"/>
                  </a:lnTo>
                  <a:lnTo>
                    <a:pt x="147532" y="121866"/>
                  </a:lnTo>
                  <a:lnTo>
                    <a:pt x="132333" y="114426"/>
                  </a:lnTo>
                  <a:lnTo>
                    <a:pt x="0" y="343153"/>
                  </a:lnTo>
                  <a:lnTo>
                    <a:pt x="45448" y="365700"/>
                  </a:lnTo>
                  <a:lnTo>
                    <a:pt x="94027" y="382365"/>
                  </a:lnTo>
                  <a:lnTo>
                    <a:pt x="145250" y="392695"/>
                  </a:lnTo>
                  <a:lnTo>
                    <a:pt x="198627" y="396239"/>
                  </a:lnTo>
                  <a:lnTo>
                    <a:pt x="244943" y="393573"/>
                  </a:lnTo>
                  <a:lnTo>
                    <a:pt x="289693" y="385774"/>
                  </a:lnTo>
                  <a:lnTo>
                    <a:pt x="332578" y="373137"/>
                  </a:lnTo>
                  <a:lnTo>
                    <a:pt x="373300" y="355962"/>
                  </a:lnTo>
                  <a:lnTo>
                    <a:pt x="411561" y="334546"/>
                  </a:lnTo>
                  <a:lnTo>
                    <a:pt x="447062" y="309185"/>
                  </a:lnTo>
                  <a:lnTo>
                    <a:pt x="479504" y="280177"/>
                  </a:lnTo>
                  <a:lnTo>
                    <a:pt x="508589" y="247821"/>
                  </a:lnTo>
                  <a:lnTo>
                    <a:pt x="534018" y="212412"/>
                  </a:lnTo>
                  <a:lnTo>
                    <a:pt x="555494" y="174249"/>
                  </a:lnTo>
                  <a:lnTo>
                    <a:pt x="572717" y="133628"/>
                  </a:lnTo>
                  <a:lnTo>
                    <a:pt x="585388" y="90849"/>
                  </a:lnTo>
                  <a:lnTo>
                    <a:pt x="593210" y="46206"/>
                  </a:lnTo>
                  <a:lnTo>
                    <a:pt x="595883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21395" y="0"/>
              <a:ext cx="494030" cy="265430"/>
            </a:xfrm>
            <a:custGeom>
              <a:avLst/>
              <a:gdLst/>
              <a:ahLst/>
              <a:cxnLst/>
              <a:rect l="l" t="t" r="r" b="b"/>
              <a:pathLst>
                <a:path w="494029" h="265430">
                  <a:moveTo>
                    <a:pt x="493775" y="0"/>
                  </a:moveTo>
                  <a:lnTo>
                    <a:pt x="361442" y="0"/>
                  </a:lnTo>
                  <a:lnTo>
                    <a:pt x="354690" y="41941"/>
                  </a:lnTo>
                  <a:lnTo>
                    <a:pt x="335899" y="78372"/>
                  </a:lnTo>
                  <a:lnTo>
                    <a:pt x="307263" y="107103"/>
                  </a:lnTo>
                  <a:lnTo>
                    <a:pt x="270977" y="125947"/>
                  </a:lnTo>
                  <a:lnTo>
                    <a:pt x="229234" y="132714"/>
                  </a:lnTo>
                  <a:lnTo>
                    <a:pt x="193940" y="127890"/>
                  </a:lnTo>
                  <a:lnTo>
                    <a:pt x="162242" y="114315"/>
                  </a:lnTo>
                  <a:lnTo>
                    <a:pt x="135401" y="93335"/>
                  </a:lnTo>
                  <a:lnTo>
                    <a:pt x="114680" y="66294"/>
                  </a:lnTo>
                  <a:lnTo>
                    <a:pt x="0" y="132714"/>
                  </a:lnTo>
                  <a:lnTo>
                    <a:pt x="26055" y="169999"/>
                  </a:lnTo>
                  <a:lnTo>
                    <a:pt x="57991" y="202221"/>
                  </a:lnTo>
                  <a:lnTo>
                    <a:pt x="95043" y="228615"/>
                  </a:lnTo>
                  <a:lnTo>
                    <a:pt x="136445" y="248416"/>
                  </a:lnTo>
                  <a:lnTo>
                    <a:pt x="181430" y="260858"/>
                  </a:lnTo>
                  <a:lnTo>
                    <a:pt x="229234" y="265175"/>
                  </a:lnTo>
                  <a:lnTo>
                    <a:pt x="276772" y="260902"/>
                  </a:lnTo>
                  <a:lnTo>
                    <a:pt x="321520" y="248583"/>
                  </a:lnTo>
                  <a:lnTo>
                    <a:pt x="362730" y="228966"/>
                  </a:lnTo>
                  <a:lnTo>
                    <a:pt x="399654" y="202802"/>
                  </a:lnTo>
                  <a:lnTo>
                    <a:pt x="431542" y="170840"/>
                  </a:lnTo>
                  <a:lnTo>
                    <a:pt x="457646" y="133829"/>
                  </a:lnTo>
                  <a:lnTo>
                    <a:pt x="477219" y="92519"/>
                  </a:lnTo>
                  <a:lnTo>
                    <a:pt x="489512" y="47660"/>
                  </a:lnTo>
                  <a:lnTo>
                    <a:pt x="493775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05662" y="1321308"/>
            <a:ext cx="4465955" cy="2037714"/>
            <a:chOff x="805662" y="1321308"/>
            <a:chExt cx="4465955" cy="2037714"/>
          </a:xfrm>
        </p:grpSpPr>
        <p:sp>
          <p:nvSpPr>
            <p:cNvPr id="15" name="object 15"/>
            <p:cNvSpPr/>
            <p:nvPr/>
          </p:nvSpPr>
          <p:spPr>
            <a:xfrm>
              <a:off x="805662" y="2846069"/>
              <a:ext cx="1542415" cy="513080"/>
            </a:xfrm>
            <a:custGeom>
              <a:avLst/>
              <a:gdLst/>
              <a:ahLst/>
              <a:cxnLst/>
              <a:rect l="l" t="t" r="r" b="b"/>
              <a:pathLst>
                <a:path w="1542414" h="513079">
                  <a:moveTo>
                    <a:pt x="1466767" y="473039"/>
                  </a:moveTo>
                  <a:lnTo>
                    <a:pt x="1492783" y="511048"/>
                  </a:lnTo>
                  <a:lnTo>
                    <a:pt x="1507888" y="512566"/>
                  </a:lnTo>
                  <a:lnTo>
                    <a:pt x="1521898" y="508333"/>
                  </a:lnTo>
                  <a:lnTo>
                    <a:pt x="1533288" y="499171"/>
                  </a:lnTo>
                  <a:lnTo>
                    <a:pt x="1540535" y="485902"/>
                  </a:lnTo>
                  <a:lnTo>
                    <a:pt x="1540753" y="483743"/>
                  </a:lnTo>
                  <a:lnTo>
                    <a:pt x="1501292" y="483743"/>
                  </a:lnTo>
                  <a:lnTo>
                    <a:pt x="1466767" y="473039"/>
                  </a:lnTo>
                  <a:close/>
                </a:path>
                <a:path w="1542414" h="513079">
                  <a:moveTo>
                    <a:pt x="1472437" y="454737"/>
                  </a:moveTo>
                  <a:lnTo>
                    <a:pt x="1467764" y="463296"/>
                  </a:lnTo>
                  <a:lnTo>
                    <a:pt x="1466767" y="473039"/>
                  </a:lnTo>
                  <a:lnTo>
                    <a:pt x="1501292" y="483743"/>
                  </a:lnTo>
                  <a:lnTo>
                    <a:pt x="1507007" y="465455"/>
                  </a:lnTo>
                  <a:lnTo>
                    <a:pt x="1472437" y="454737"/>
                  </a:lnTo>
                  <a:close/>
                </a:path>
                <a:path w="1542414" h="513079">
                  <a:moveTo>
                    <a:pt x="1500357" y="436631"/>
                  </a:moveTo>
                  <a:lnTo>
                    <a:pt x="1486385" y="440864"/>
                  </a:lnTo>
                  <a:lnTo>
                    <a:pt x="1475009" y="450026"/>
                  </a:lnTo>
                  <a:lnTo>
                    <a:pt x="1472437" y="454737"/>
                  </a:lnTo>
                  <a:lnTo>
                    <a:pt x="1507007" y="465455"/>
                  </a:lnTo>
                  <a:lnTo>
                    <a:pt x="1501292" y="483743"/>
                  </a:lnTo>
                  <a:lnTo>
                    <a:pt x="1540753" y="483743"/>
                  </a:lnTo>
                  <a:lnTo>
                    <a:pt x="1542053" y="470850"/>
                  </a:lnTo>
                  <a:lnTo>
                    <a:pt x="1537820" y="456834"/>
                  </a:lnTo>
                  <a:lnTo>
                    <a:pt x="1528658" y="445414"/>
                  </a:lnTo>
                  <a:lnTo>
                    <a:pt x="1515389" y="438150"/>
                  </a:lnTo>
                  <a:lnTo>
                    <a:pt x="1500357" y="436631"/>
                  </a:lnTo>
                  <a:close/>
                </a:path>
                <a:path w="1542414" h="513079">
                  <a:moveTo>
                    <a:pt x="5638" y="0"/>
                  </a:moveTo>
                  <a:lnTo>
                    <a:pt x="0" y="18287"/>
                  </a:lnTo>
                  <a:lnTo>
                    <a:pt x="1466767" y="473039"/>
                  </a:lnTo>
                  <a:lnTo>
                    <a:pt x="1467764" y="463296"/>
                  </a:lnTo>
                  <a:lnTo>
                    <a:pt x="1472437" y="454737"/>
                  </a:lnTo>
                  <a:lnTo>
                    <a:pt x="5638" y="0"/>
                  </a:lnTo>
                  <a:close/>
                </a:path>
              </a:pathLst>
            </a:custGeom>
            <a:solidFill>
              <a:srgbClr val="818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72483" y="1321308"/>
              <a:ext cx="1399540" cy="449580"/>
            </a:xfrm>
            <a:custGeom>
              <a:avLst/>
              <a:gdLst/>
              <a:ahLst/>
              <a:cxnLst/>
              <a:rect l="l" t="t" r="r" b="b"/>
              <a:pathLst>
                <a:path w="1399539" h="449580">
                  <a:moveTo>
                    <a:pt x="1399031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29"/>
                  </a:lnTo>
                  <a:lnTo>
                    <a:pt x="0" y="449579"/>
                  </a:lnTo>
                  <a:lnTo>
                    <a:pt x="1324102" y="449579"/>
                  </a:lnTo>
                  <a:lnTo>
                    <a:pt x="1353276" y="443694"/>
                  </a:lnTo>
                  <a:lnTo>
                    <a:pt x="1377092" y="427640"/>
                  </a:lnTo>
                  <a:lnTo>
                    <a:pt x="1393146" y="403824"/>
                  </a:lnTo>
                  <a:lnTo>
                    <a:pt x="1399031" y="374650"/>
                  </a:lnTo>
                  <a:lnTo>
                    <a:pt x="1399031" y="0"/>
                  </a:lnTo>
                  <a:close/>
                </a:path>
              </a:pathLst>
            </a:custGeom>
            <a:solidFill>
              <a:srgbClr val="C7A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98982" y="606933"/>
            <a:ext cx="354202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85" dirty="0">
                <a:solidFill>
                  <a:srgbClr val="CEF3F5"/>
                </a:solidFill>
                <a:latin typeface="Trebuchet MS"/>
                <a:cs typeface="Trebuchet MS"/>
              </a:rPr>
              <a:t>PENDEK</a:t>
            </a:r>
            <a:r>
              <a:rPr sz="2800" spc="-290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2800" spc="-355" dirty="0">
                <a:solidFill>
                  <a:srgbClr val="CEF3F5"/>
                </a:solidFill>
                <a:latin typeface="Trebuchet MS"/>
                <a:cs typeface="Trebuchet MS"/>
              </a:rPr>
              <a:t>TAN</a:t>
            </a:r>
            <a:r>
              <a:rPr sz="2800" spc="-200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2800" spc="-235" dirty="0">
                <a:solidFill>
                  <a:srgbClr val="CEF3F5"/>
                </a:solidFill>
                <a:latin typeface="Trebuchet MS"/>
                <a:cs typeface="Trebuchet MS"/>
              </a:rPr>
              <a:t>PROSE</a:t>
            </a:r>
            <a:r>
              <a:rPr sz="2800" spc="-250" dirty="0">
                <a:solidFill>
                  <a:srgbClr val="CEF3F5"/>
                </a:solidFill>
                <a:latin typeface="Trebuchet MS"/>
                <a:cs typeface="Trebuchet MS"/>
              </a:rPr>
              <a:t>D</a:t>
            </a:r>
            <a:r>
              <a:rPr sz="2800" spc="-254" dirty="0">
                <a:solidFill>
                  <a:srgbClr val="CEF3F5"/>
                </a:solidFill>
                <a:latin typeface="Trebuchet MS"/>
                <a:cs typeface="Trebuchet MS"/>
              </a:rPr>
              <a:t>UR</a:t>
            </a:r>
            <a:r>
              <a:rPr sz="2800" spc="-240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2800" spc="-310" dirty="0">
                <a:solidFill>
                  <a:srgbClr val="CEF3F5"/>
                </a:solidFill>
                <a:latin typeface="Trebuchet MS"/>
                <a:cs typeface="Trebuchet MS"/>
              </a:rPr>
              <a:t>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69053" y="1420748"/>
            <a:ext cx="417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Trebuchet MS"/>
                <a:cs typeface="Trebuchet MS"/>
              </a:rPr>
              <a:t>SIRS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72795" y="2420111"/>
            <a:ext cx="1294130" cy="451484"/>
          </a:xfrm>
          <a:custGeom>
            <a:avLst/>
            <a:gdLst/>
            <a:ahLst/>
            <a:cxnLst/>
            <a:rect l="l" t="t" r="r" b="b"/>
            <a:pathLst>
              <a:path w="1294130" h="451485">
                <a:moveTo>
                  <a:pt x="1293876" y="0"/>
                </a:moveTo>
                <a:lnTo>
                  <a:pt x="75183" y="0"/>
                </a:lnTo>
                <a:lnTo>
                  <a:pt x="45921" y="5907"/>
                </a:lnTo>
                <a:lnTo>
                  <a:pt x="22023" y="22018"/>
                </a:lnTo>
                <a:lnTo>
                  <a:pt x="5909" y="45916"/>
                </a:lnTo>
                <a:lnTo>
                  <a:pt x="0" y="75183"/>
                </a:lnTo>
                <a:lnTo>
                  <a:pt x="0" y="451104"/>
                </a:lnTo>
                <a:lnTo>
                  <a:pt x="1218692" y="451104"/>
                </a:lnTo>
                <a:lnTo>
                  <a:pt x="1247959" y="445196"/>
                </a:lnTo>
                <a:lnTo>
                  <a:pt x="1271857" y="429085"/>
                </a:lnTo>
                <a:lnTo>
                  <a:pt x="1287968" y="405187"/>
                </a:lnTo>
                <a:lnTo>
                  <a:pt x="1293876" y="375919"/>
                </a:lnTo>
                <a:lnTo>
                  <a:pt x="1293876" y="0"/>
                </a:lnTo>
                <a:close/>
              </a:path>
            </a:pathLst>
          </a:custGeom>
          <a:solidFill>
            <a:srgbClr val="868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980" y="2475992"/>
            <a:ext cx="893444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8290" marR="5080" indent="-276225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Pengelolaan</a:t>
            </a: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 Data </a:t>
            </a:r>
            <a:r>
              <a:rPr sz="1050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Pasien</a:t>
            </a:r>
            <a:endParaRPr sz="10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71272" y="1730248"/>
            <a:ext cx="8580120" cy="2075180"/>
            <a:chOff x="271272" y="1730248"/>
            <a:chExt cx="8580120" cy="2075180"/>
          </a:xfrm>
        </p:grpSpPr>
        <p:sp>
          <p:nvSpPr>
            <p:cNvPr id="22" name="object 22"/>
            <p:cNvSpPr/>
            <p:nvPr/>
          </p:nvSpPr>
          <p:spPr>
            <a:xfrm>
              <a:off x="271272" y="2392679"/>
              <a:ext cx="2760345" cy="1412875"/>
            </a:xfrm>
            <a:custGeom>
              <a:avLst/>
              <a:gdLst/>
              <a:ahLst/>
              <a:cxnLst/>
              <a:rect l="l" t="t" r="r" b="b"/>
              <a:pathLst>
                <a:path w="2760345" h="1412875">
                  <a:moveTo>
                    <a:pt x="1292352" y="960120"/>
                  </a:moveTo>
                  <a:lnTo>
                    <a:pt x="74930" y="960120"/>
                  </a:lnTo>
                  <a:lnTo>
                    <a:pt x="45758" y="966012"/>
                  </a:lnTo>
                  <a:lnTo>
                    <a:pt x="21945" y="982065"/>
                  </a:lnTo>
                  <a:lnTo>
                    <a:pt x="5880" y="1005878"/>
                  </a:lnTo>
                  <a:lnTo>
                    <a:pt x="0" y="1035050"/>
                  </a:lnTo>
                  <a:lnTo>
                    <a:pt x="0" y="1409700"/>
                  </a:lnTo>
                  <a:lnTo>
                    <a:pt x="1217422" y="1409700"/>
                  </a:lnTo>
                  <a:lnTo>
                    <a:pt x="1246593" y="1403819"/>
                  </a:lnTo>
                  <a:lnTo>
                    <a:pt x="1270406" y="1387767"/>
                  </a:lnTo>
                  <a:lnTo>
                    <a:pt x="1286459" y="1363954"/>
                  </a:lnTo>
                  <a:lnTo>
                    <a:pt x="1292352" y="1334770"/>
                  </a:lnTo>
                  <a:lnTo>
                    <a:pt x="1292352" y="960120"/>
                  </a:lnTo>
                  <a:close/>
                </a:path>
                <a:path w="2760345" h="1412875">
                  <a:moveTo>
                    <a:pt x="2759964" y="963168"/>
                  </a:moveTo>
                  <a:lnTo>
                    <a:pt x="1542542" y="963168"/>
                  </a:lnTo>
                  <a:lnTo>
                    <a:pt x="1513357" y="969060"/>
                  </a:lnTo>
                  <a:lnTo>
                    <a:pt x="1489544" y="985113"/>
                  </a:lnTo>
                  <a:lnTo>
                    <a:pt x="1473492" y="1008926"/>
                  </a:lnTo>
                  <a:lnTo>
                    <a:pt x="1467612" y="1038098"/>
                  </a:lnTo>
                  <a:lnTo>
                    <a:pt x="1467612" y="1412748"/>
                  </a:lnTo>
                  <a:lnTo>
                    <a:pt x="2685034" y="1412748"/>
                  </a:lnTo>
                  <a:lnTo>
                    <a:pt x="2714206" y="1406867"/>
                  </a:lnTo>
                  <a:lnTo>
                    <a:pt x="2738018" y="1390815"/>
                  </a:lnTo>
                  <a:lnTo>
                    <a:pt x="2754071" y="1367002"/>
                  </a:lnTo>
                  <a:lnTo>
                    <a:pt x="2759964" y="1337818"/>
                  </a:lnTo>
                  <a:lnTo>
                    <a:pt x="2759964" y="963168"/>
                  </a:lnTo>
                  <a:close/>
                </a:path>
                <a:path w="2760345" h="1412875">
                  <a:moveTo>
                    <a:pt x="2759964" y="0"/>
                  </a:moveTo>
                  <a:lnTo>
                    <a:pt x="1542542" y="0"/>
                  </a:lnTo>
                  <a:lnTo>
                    <a:pt x="1513357" y="5892"/>
                  </a:lnTo>
                  <a:lnTo>
                    <a:pt x="1489544" y="21945"/>
                  </a:lnTo>
                  <a:lnTo>
                    <a:pt x="1473492" y="45758"/>
                  </a:lnTo>
                  <a:lnTo>
                    <a:pt x="1467612" y="74930"/>
                  </a:lnTo>
                  <a:lnTo>
                    <a:pt x="1467612" y="449580"/>
                  </a:lnTo>
                  <a:lnTo>
                    <a:pt x="2685034" y="449580"/>
                  </a:lnTo>
                  <a:lnTo>
                    <a:pt x="2714206" y="443699"/>
                  </a:lnTo>
                  <a:lnTo>
                    <a:pt x="2738018" y="427647"/>
                  </a:lnTo>
                  <a:lnTo>
                    <a:pt x="2754071" y="403834"/>
                  </a:lnTo>
                  <a:lnTo>
                    <a:pt x="2759964" y="374650"/>
                  </a:lnTo>
                  <a:lnTo>
                    <a:pt x="2759964" y="0"/>
                  </a:lnTo>
                  <a:close/>
                </a:path>
              </a:pathLst>
            </a:custGeom>
            <a:solidFill>
              <a:srgbClr val="868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169920" y="2392680"/>
              <a:ext cx="1292860" cy="449580"/>
            </a:xfrm>
            <a:custGeom>
              <a:avLst/>
              <a:gdLst/>
              <a:ahLst/>
              <a:cxnLst/>
              <a:rect l="l" t="t" r="r" b="b"/>
              <a:pathLst>
                <a:path w="1292860" h="449580">
                  <a:moveTo>
                    <a:pt x="1292352" y="0"/>
                  </a:moveTo>
                  <a:lnTo>
                    <a:pt x="74930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449580"/>
                  </a:lnTo>
                  <a:lnTo>
                    <a:pt x="1217421" y="449580"/>
                  </a:lnTo>
                  <a:lnTo>
                    <a:pt x="1246596" y="443694"/>
                  </a:lnTo>
                  <a:lnTo>
                    <a:pt x="1270412" y="427640"/>
                  </a:lnTo>
                  <a:lnTo>
                    <a:pt x="1286466" y="403824"/>
                  </a:lnTo>
                  <a:lnTo>
                    <a:pt x="1292352" y="374650"/>
                  </a:lnTo>
                  <a:lnTo>
                    <a:pt x="1292352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0694" y="1730247"/>
              <a:ext cx="3704590" cy="695960"/>
            </a:xfrm>
            <a:custGeom>
              <a:avLst/>
              <a:gdLst/>
              <a:ahLst/>
              <a:cxnLst/>
              <a:rect l="l" t="t" r="r" b="b"/>
              <a:pathLst>
                <a:path w="3704590" h="695960">
                  <a:moveTo>
                    <a:pt x="3704386" y="16510"/>
                  </a:moveTo>
                  <a:lnTo>
                    <a:pt x="3698367" y="9702"/>
                  </a:lnTo>
                  <a:lnTo>
                    <a:pt x="3698265" y="9347"/>
                  </a:lnTo>
                  <a:lnTo>
                    <a:pt x="3696639" y="0"/>
                  </a:lnTo>
                  <a:lnTo>
                    <a:pt x="71488" y="642531"/>
                  </a:lnTo>
                  <a:lnTo>
                    <a:pt x="69494" y="637438"/>
                  </a:lnTo>
                  <a:lnTo>
                    <a:pt x="59334" y="626935"/>
                  </a:lnTo>
                  <a:lnTo>
                    <a:pt x="45986" y="621017"/>
                  </a:lnTo>
                  <a:lnTo>
                    <a:pt x="30873" y="620649"/>
                  </a:lnTo>
                  <a:lnTo>
                    <a:pt x="16789" y="626198"/>
                  </a:lnTo>
                  <a:lnTo>
                    <a:pt x="6286" y="636371"/>
                  </a:lnTo>
                  <a:lnTo>
                    <a:pt x="355" y="649732"/>
                  </a:lnTo>
                  <a:lnTo>
                    <a:pt x="0" y="664845"/>
                  </a:lnTo>
                  <a:lnTo>
                    <a:pt x="5524" y="678929"/>
                  </a:lnTo>
                  <a:lnTo>
                    <a:pt x="15684" y="689419"/>
                  </a:lnTo>
                  <a:lnTo>
                    <a:pt x="29032" y="695350"/>
                  </a:lnTo>
                  <a:lnTo>
                    <a:pt x="44170" y="695706"/>
                  </a:lnTo>
                  <a:lnTo>
                    <a:pt x="58242" y="690168"/>
                  </a:lnTo>
                  <a:lnTo>
                    <a:pt x="68745" y="679996"/>
                  </a:lnTo>
                  <a:lnTo>
                    <a:pt x="74269" y="667512"/>
                  </a:lnTo>
                  <a:lnTo>
                    <a:pt x="74663" y="666635"/>
                  </a:lnTo>
                  <a:lnTo>
                    <a:pt x="74790" y="661200"/>
                  </a:lnTo>
                  <a:lnTo>
                    <a:pt x="3526663" y="49504"/>
                  </a:lnTo>
                  <a:lnTo>
                    <a:pt x="1596631" y="612051"/>
                  </a:lnTo>
                  <a:lnTo>
                    <a:pt x="1594129" y="607263"/>
                  </a:lnTo>
                  <a:lnTo>
                    <a:pt x="1582889" y="597941"/>
                  </a:lnTo>
                  <a:lnTo>
                    <a:pt x="1568970" y="593496"/>
                  </a:lnTo>
                  <a:lnTo>
                    <a:pt x="1553895" y="594741"/>
                  </a:lnTo>
                  <a:lnTo>
                    <a:pt x="1540497" y="601802"/>
                  </a:lnTo>
                  <a:lnTo>
                    <a:pt x="1531175" y="613029"/>
                  </a:lnTo>
                  <a:lnTo>
                    <a:pt x="1526730" y="626935"/>
                  </a:lnTo>
                  <a:lnTo>
                    <a:pt x="1527987" y="641985"/>
                  </a:lnTo>
                  <a:lnTo>
                    <a:pt x="1534985" y="655396"/>
                  </a:lnTo>
                  <a:lnTo>
                    <a:pt x="1546225" y="664756"/>
                  </a:lnTo>
                  <a:lnTo>
                    <a:pt x="1560144" y="669213"/>
                  </a:lnTo>
                  <a:lnTo>
                    <a:pt x="1575231" y="667893"/>
                  </a:lnTo>
                  <a:lnTo>
                    <a:pt x="1588617" y="660895"/>
                  </a:lnTo>
                  <a:lnTo>
                    <a:pt x="1597939" y="649655"/>
                  </a:lnTo>
                  <a:lnTo>
                    <a:pt x="1600873" y="640461"/>
                  </a:lnTo>
                  <a:lnTo>
                    <a:pt x="1602384" y="635736"/>
                  </a:lnTo>
                  <a:lnTo>
                    <a:pt x="1601939" y="630351"/>
                  </a:lnTo>
                  <a:lnTo>
                    <a:pt x="3659733" y="30568"/>
                  </a:lnTo>
                  <a:lnTo>
                    <a:pt x="3013329" y="600290"/>
                  </a:lnTo>
                  <a:lnTo>
                    <a:pt x="3009049" y="597052"/>
                  </a:lnTo>
                  <a:lnTo>
                    <a:pt x="2994926" y="593369"/>
                  </a:lnTo>
                  <a:lnTo>
                    <a:pt x="2980474" y="595223"/>
                  </a:lnTo>
                  <a:lnTo>
                    <a:pt x="2967405" y="602742"/>
                  </a:lnTo>
                  <a:lnTo>
                    <a:pt x="2958198" y="614819"/>
                  </a:lnTo>
                  <a:lnTo>
                    <a:pt x="2954490" y="628954"/>
                  </a:lnTo>
                  <a:lnTo>
                    <a:pt x="2956382" y="643445"/>
                  </a:lnTo>
                  <a:lnTo>
                    <a:pt x="2963976" y="656590"/>
                  </a:lnTo>
                  <a:lnTo>
                    <a:pt x="2976041" y="665721"/>
                  </a:lnTo>
                  <a:lnTo>
                    <a:pt x="2990164" y="669391"/>
                  </a:lnTo>
                  <a:lnTo>
                    <a:pt x="3004616" y="667486"/>
                  </a:lnTo>
                  <a:lnTo>
                    <a:pt x="3017697" y="659892"/>
                  </a:lnTo>
                  <a:lnTo>
                    <a:pt x="3026892" y="647877"/>
                  </a:lnTo>
                  <a:lnTo>
                    <a:pt x="3029331" y="638556"/>
                  </a:lnTo>
                  <a:lnTo>
                    <a:pt x="3030601" y="633755"/>
                  </a:lnTo>
                  <a:lnTo>
                    <a:pt x="3028708" y="619264"/>
                  </a:lnTo>
                  <a:lnTo>
                    <a:pt x="3026029" y="614641"/>
                  </a:lnTo>
                  <a:lnTo>
                    <a:pt x="3704386" y="16510"/>
                  </a:lnTo>
                  <a:close/>
                </a:path>
              </a:pathLst>
            </a:custGeom>
            <a:solidFill>
              <a:srgbClr val="818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48200" y="2388108"/>
              <a:ext cx="1292860" cy="449580"/>
            </a:xfrm>
            <a:custGeom>
              <a:avLst/>
              <a:gdLst/>
              <a:ahLst/>
              <a:cxnLst/>
              <a:rect l="l" t="t" r="r" b="b"/>
              <a:pathLst>
                <a:path w="1292860" h="449580">
                  <a:moveTo>
                    <a:pt x="1292352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449580"/>
                  </a:lnTo>
                  <a:lnTo>
                    <a:pt x="1217422" y="449580"/>
                  </a:lnTo>
                  <a:lnTo>
                    <a:pt x="1246596" y="443694"/>
                  </a:lnTo>
                  <a:lnTo>
                    <a:pt x="1270412" y="427640"/>
                  </a:lnTo>
                  <a:lnTo>
                    <a:pt x="1286466" y="403824"/>
                  </a:lnTo>
                  <a:lnTo>
                    <a:pt x="1292352" y="374650"/>
                  </a:lnTo>
                  <a:lnTo>
                    <a:pt x="1292352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72762" y="1732280"/>
              <a:ext cx="786765" cy="662305"/>
            </a:xfrm>
            <a:custGeom>
              <a:avLst/>
              <a:gdLst/>
              <a:ahLst/>
              <a:cxnLst/>
              <a:rect l="l" t="t" r="r" b="b"/>
              <a:pathLst>
                <a:path w="786764" h="662305">
                  <a:moveTo>
                    <a:pt x="714725" y="607953"/>
                  </a:moveTo>
                  <a:lnTo>
                    <a:pt x="712136" y="612743"/>
                  </a:lnTo>
                  <a:lnTo>
                    <a:pt x="710660" y="627284"/>
                  </a:lnTo>
                  <a:lnTo>
                    <a:pt x="714755" y="641302"/>
                  </a:lnTo>
                  <a:lnTo>
                    <a:pt x="724280" y="653034"/>
                  </a:lnTo>
                  <a:lnTo>
                    <a:pt x="737566" y="660225"/>
                  </a:lnTo>
                  <a:lnTo>
                    <a:pt x="752078" y="661701"/>
                  </a:lnTo>
                  <a:lnTo>
                    <a:pt x="766089" y="657606"/>
                  </a:lnTo>
                  <a:lnTo>
                    <a:pt x="777875" y="648081"/>
                  </a:lnTo>
                  <a:lnTo>
                    <a:pt x="785066" y="634795"/>
                  </a:lnTo>
                  <a:lnTo>
                    <a:pt x="785446" y="631063"/>
                  </a:lnTo>
                  <a:lnTo>
                    <a:pt x="742568" y="631063"/>
                  </a:lnTo>
                  <a:lnTo>
                    <a:pt x="714725" y="607953"/>
                  </a:lnTo>
                  <a:close/>
                </a:path>
                <a:path w="786764" h="662305">
                  <a:moveTo>
                    <a:pt x="726816" y="593360"/>
                  </a:moveTo>
                  <a:lnTo>
                    <a:pt x="719327" y="599440"/>
                  </a:lnTo>
                  <a:lnTo>
                    <a:pt x="714725" y="607953"/>
                  </a:lnTo>
                  <a:lnTo>
                    <a:pt x="742568" y="631063"/>
                  </a:lnTo>
                  <a:lnTo>
                    <a:pt x="754634" y="616458"/>
                  </a:lnTo>
                  <a:lnTo>
                    <a:pt x="726816" y="593360"/>
                  </a:lnTo>
                  <a:close/>
                </a:path>
                <a:path w="786764" h="662305">
                  <a:moveTo>
                    <a:pt x="745077" y="585819"/>
                  </a:moveTo>
                  <a:lnTo>
                    <a:pt x="731059" y="589915"/>
                  </a:lnTo>
                  <a:lnTo>
                    <a:pt x="726816" y="593360"/>
                  </a:lnTo>
                  <a:lnTo>
                    <a:pt x="754634" y="616458"/>
                  </a:lnTo>
                  <a:lnTo>
                    <a:pt x="742568" y="631063"/>
                  </a:lnTo>
                  <a:lnTo>
                    <a:pt x="785446" y="631063"/>
                  </a:lnTo>
                  <a:lnTo>
                    <a:pt x="786542" y="620283"/>
                  </a:lnTo>
                  <a:lnTo>
                    <a:pt x="782447" y="606272"/>
                  </a:lnTo>
                  <a:lnTo>
                    <a:pt x="772922" y="594487"/>
                  </a:lnTo>
                  <a:lnTo>
                    <a:pt x="759618" y="587295"/>
                  </a:lnTo>
                  <a:lnTo>
                    <a:pt x="745077" y="585819"/>
                  </a:lnTo>
                  <a:close/>
                </a:path>
                <a:path w="786764" h="662305">
                  <a:moveTo>
                    <a:pt x="12191" y="0"/>
                  </a:moveTo>
                  <a:lnTo>
                    <a:pt x="0" y="14732"/>
                  </a:lnTo>
                  <a:lnTo>
                    <a:pt x="714725" y="607953"/>
                  </a:lnTo>
                  <a:lnTo>
                    <a:pt x="719327" y="599440"/>
                  </a:lnTo>
                  <a:lnTo>
                    <a:pt x="726816" y="593360"/>
                  </a:lnTo>
                  <a:lnTo>
                    <a:pt x="12191" y="0"/>
                  </a:lnTo>
                  <a:close/>
                </a:path>
              </a:pathLst>
            </a:custGeom>
            <a:solidFill>
              <a:srgbClr val="818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135624" y="2388108"/>
              <a:ext cx="1292860" cy="449580"/>
            </a:xfrm>
            <a:custGeom>
              <a:avLst/>
              <a:gdLst/>
              <a:ahLst/>
              <a:cxnLst/>
              <a:rect l="l" t="t" r="r" b="b"/>
              <a:pathLst>
                <a:path w="1292859" h="449580">
                  <a:moveTo>
                    <a:pt x="1292352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449580"/>
                  </a:lnTo>
                  <a:lnTo>
                    <a:pt x="1217422" y="449580"/>
                  </a:lnTo>
                  <a:lnTo>
                    <a:pt x="1246596" y="443694"/>
                  </a:lnTo>
                  <a:lnTo>
                    <a:pt x="1270412" y="427640"/>
                  </a:lnTo>
                  <a:lnTo>
                    <a:pt x="1286466" y="403824"/>
                  </a:lnTo>
                  <a:lnTo>
                    <a:pt x="1292352" y="374650"/>
                  </a:lnTo>
                  <a:lnTo>
                    <a:pt x="1292352" y="0"/>
                  </a:lnTo>
                  <a:close/>
                </a:path>
              </a:pathLst>
            </a:custGeom>
            <a:solidFill>
              <a:srgbClr val="35C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76318" y="1730502"/>
              <a:ext cx="2244725" cy="670560"/>
            </a:xfrm>
            <a:custGeom>
              <a:avLst/>
              <a:gdLst/>
              <a:ahLst/>
              <a:cxnLst/>
              <a:rect l="l" t="t" r="r" b="b"/>
              <a:pathLst>
                <a:path w="2244725" h="670560">
                  <a:moveTo>
                    <a:pt x="2169440" y="631860"/>
                  </a:moveTo>
                  <a:lnTo>
                    <a:pt x="2196465" y="669163"/>
                  </a:lnTo>
                  <a:lnTo>
                    <a:pt x="2211595" y="670323"/>
                  </a:lnTo>
                  <a:lnTo>
                    <a:pt x="2225500" y="665781"/>
                  </a:lnTo>
                  <a:lnTo>
                    <a:pt x="2236666" y="656357"/>
                  </a:lnTo>
                  <a:lnTo>
                    <a:pt x="2243582" y="642874"/>
                  </a:lnTo>
                  <a:lnTo>
                    <a:pt x="2243668" y="641731"/>
                  </a:lnTo>
                  <a:lnTo>
                    <a:pt x="2204339" y="641731"/>
                  </a:lnTo>
                  <a:lnTo>
                    <a:pt x="2169440" y="631860"/>
                  </a:lnTo>
                  <a:close/>
                </a:path>
                <a:path w="2244725" h="670560">
                  <a:moveTo>
                    <a:pt x="2174649" y="613484"/>
                  </a:moveTo>
                  <a:lnTo>
                    <a:pt x="2170176" y="622173"/>
                  </a:lnTo>
                  <a:lnTo>
                    <a:pt x="2169440" y="631860"/>
                  </a:lnTo>
                  <a:lnTo>
                    <a:pt x="2204339" y="641731"/>
                  </a:lnTo>
                  <a:lnTo>
                    <a:pt x="2209418" y="623316"/>
                  </a:lnTo>
                  <a:lnTo>
                    <a:pt x="2174649" y="613484"/>
                  </a:lnTo>
                  <a:close/>
                </a:path>
                <a:path w="2244725" h="670560">
                  <a:moveTo>
                    <a:pt x="2202162" y="594741"/>
                  </a:moveTo>
                  <a:lnTo>
                    <a:pt x="2188257" y="599313"/>
                  </a:lnTo>
                  <a:lnTo>
                    <a:pt x="2177091" y="608742"/>
                  </a:lnTo>
                  <a:lnTo>
                    <a:pt x="2174649" y="613484"/>
                  </a:lnTo>
                  <a:lnTo>
                    <a:pt x="2209418" y="623316"/>
                  </a:lnTo>
                  <a:lnTo>
                    <a:pt x="2204339" y="641731"/>
                  </a:lnTo>
                  <a:lnTo>
                    <a:pt x="2243668" y="641731"/>
                  </a:lnTo>
                  <a:lnTo>
                    <a:pt x="2244725" y="627816"/>
                  </a:lnTo>
                  <a:lnTo>
                    <a:pt x="2240153" y="613949"/>
                  </a:lnTo>
                  <a:lnTo>
                    <a:pt x="2230723" y="602797"/>
                  </a:lnTo>
                  <a:lnTo>
                    <a:pt x="2217292" y="595884"/>
                  </a:lnTo>
                  <a:lnTo>
                    <a:pt x="2202162" y="594741"/>
                  </a:lnTo>
                  <a:close/>
                </a:path>
                <a:path w="2244725" h="670560">
                  <a:moveTo>
                    <a:pt x="5080" y="0"/>
                  </a:moveTo>
                  <a:lnTo>
                    <a:pt x="0" y="18287"/>
                  </a:lnTo>
                  <a:lnTo>
                    <a:pt x="2169440" y="631860"/>
                  </a:lnTo>
                  <a:lnTo>
                    <a:pt x="2170176" y="622173"/>
                  </a:lnTo>
                  <a:lnTo>
                    <a:pt x="2174649" y="613484"/>
                  </a:lnTo>
                  <a:lnTo>
                    <a:pt x="5080" y="0"/>
                  </a:lnTo>
                  <a:close/>
                </a:path>
              </a:pathLst>
            </a:custGeom>
            <a:solidFill>
              <a:srgbClr val="818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57515" y="2388108"/>
              <a:ext cx="1294130" cy="449580"/>
            </a:xfrm>
            <a:custGeom>
              <a:avLst/>
              <a:gdLst/>
              <a:ahLst/>
              <a:cxnLst/>
              <a:rect l="l" t="t" r="r" b="b"/>
              <a:pathLst>
                <a:path w="1294129" h="449580">
                  <a:moveTo>
                    <a:pt x="1293876" y="0"/>
                  </a:moveTo>
                  <a:lnTo>
                    <a:pt x="74929" y="0"/>
                  </a:lnTo>
                  <a:lnTo>
                    <a:pt x="45755" y="5885"/>
                  </a:lnTo>
                  <a:lnTo>
                    <a:pt x="21939" y="21939"/>
                  </a:lnTo>
                  <a:lnTo>
                    <a:pt x="5885" y="45755"/>
                  </a:lnTo>
                  <a:lnTo>
                    <a:pt x="0" y="74930"/>
                  </a:lnTo>
                  <a:lnTo>
                    <a:pt x="0" y="449580"/>
                  </a:lnTo>
                  <a:lnTo>
                    <a:pt x="1218945" y="449580"/>
                  </a:lnTo>
                  <a:lnTo>
                    <a:pt x="1248120" y="443694"/>
                  </a:lnTo>
                  <a:lnTo>
                    <a:pt x="1271936" y="427640"/>
                  </a:lnTo>
                  <a:lnTo>
                    <a:pt x="1287990" y="403824"/>
                  </a:lnTo>
                  <a:lnTo>
                    <a:pt x="1293876" y="374650"/>
                  </a:lnTo>
                  <a:lnTo>
                    <a:pt x="1293876" y="0"/>
                  </a:lnTo>
                  <a:close/>
                </a:path>
              </a:pathLst>
            </a:custGeom>
            <a:solidFill>
              <a:srgbClr val="35C2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5965" y="1730247"/>
              <a:ext cx="7492365" cy="1628139"/>
            </a:xfrm>
            <a:custGeom>
              <a:avLst/>
              <a:gdLst/>
              <a:ahLst/>
              <a:cxnLst/>
              <a:rect l="l" t="t" r="r" b="b"/>
              <a:pathLst>
                <a:path w="7492365" h="1628139">
                  <a:moveTo>
                    <a:pt x="241503" y="1139444"/>
                  </a:moveTo>
                  <a:lnTo>
                    <a:pt x="223989" y="1131824"/>
                  </a:lnTo>
                  <a:lnTo>
                    <a:pt x="43599" y="1552638"/>
                  </a:lnTo>
                  <a:lnTo>
                    <a:pt x="38303" y="1551533"/>
                  </a:lnTo>
                  <a:lnTo>
                    <a:pt x="23964" y="1554264"/>
                  </a:lnTo>
                  <a:lnTo>
                    <a:pt x="11684" y="1562188"/>
                  </a:lnTo>
                  <a:lnTo>
                    <a:pt x="3098" y="1574673"/>
                  </a:lnTo>
                  <a:lnTo>
                    <a:pt x="0" y="1589455"/>
                  </a:lnTo>
                  <a:lnTo>
                    <a:pt x="2730" y="1603781"/>
                  </a:lnTo>
                  <a:lnTo>
                    <a:pt x="10642" y="1616024"/>
                  </a:lnTo>
                  <a:lnTo>
                    <a:pt x="23101" y="1624584"/>
                  </a:lnTo>
                  <a:lnTo>
                    <a:pt x="37909" y="1627720"/>
                  </a:lnTo>
                  <a:lnTo>
                    <a:pt x="52247" y="1625003"/>
                  </a:lnTo>
                  <a:lnTo>
                    <a:pt x="64528" y="1617091"/>
                  </a:lnTo>
                  <a:lnTo>
                    <a:pt x="73126" y="1604645"/>
                  </a:lnTo>
                  <a:lnTo>
                    <a:pt x="75476" y="1593342"/>
                  </a:lnTo>
                  <a:lnTo>
                    <a:pt x="76212" y="1589849"/>
                  </a:lnTo>
                  <a:lnTo>
                    <a:pt x="73482" y="1575485"/>
                  </a:lnTo>
                  <a:lnTo>
                    <a:pt x="65570" y="1563204"/>
                  </a:lnTo>
                  <a:lnTo>
                    <a:pt x="61099" y="1560118"/>
                  </a:lnTo>
                  <a:lnTo>
                    <a:pt x="241503" y="1139444"/>
                  </a:lnTo>
                  <a:close/>
                </a:path>
                <a:path w="7492365" h="1628139">
                  <a:moveTo>
                    <a:pt x="7491870" y="632460"/>
                  </a:moveTo>
                  <a:lnTo>
                    <a:pt x="7491501" y="617347"/>
                  </a:lnTo>
                  <a:lnTo>
                    <a:pt x="7485583" y="603986"/>
                  </a:lnTo>
                  <a:lnTo>
                    <a:pt x="7475080" y="593813"/>
                  </a:lnTo>
                  <a:lnTo>
                    <a:pt x="7461009" y="588264"/>
                  </a:lnTo>
                  <a:lnTo>
                    <a:pt x="7445883" y="588632"/>
                  </a:lnTo>
                  <a:lnTo>
                    <a:pt x="7432522" y="594550"/>
                  </a:lnTo>
                  <a:lnTo>
                    <a:pt x="7422350" y="605053"/>
                  </a:lnTo>
                  <a:lnTo>
                    <a:pt x="7420369" y="610108"/>
                  </a:lnTo>
                  <a:lnTo>
                    <a:pt x="3994543" y="0"/>
                  </a:lnTo>
                  <a:lnTo>
                    <a:pt x="3991241" y="18796"/>
                  </a:lnTo>
                  <a:lnTo>
                    <a:pt x="7417028" y="628802"/>
                  </a:lnTo>
                  <a:lnTo>
                    <a:pt x="7417168" y="634250"/>
                  </a:lnTo>
                  <a:lnTo>
                    <a:pt x="7423099" y="647611"/>
                  </a:lnTo>
                  <a:lnTo>
                    <a:pt x="7433589" y="657783"/>
                  </a:lnTo>
                  <a:lnTo>
                    <a:pt x="7447674" y="663321"/>
                  </a:lnTo>
                  <a:lnTo>
                    <a:pt x="7462787" y="662965"/>
                  </a:lnTo>
                  <a:lnTo>
                    <a:pt x="7476147" y="657034"/>
                  </a:lnTo>
                  <a:lnTo>
                    <a:pt x="7486320" y="646544"/>
                  </a:lnTo>
                  <a:lnTo>
                    <a:pt x="7490815" y="635127"/>
                  </a:lnTo>
                  <a:lnTo>
                    <a:pt x="7491870" y="632460"/>
                  </a:lnTo>
                  <a:close/>
                </a:path>
              </a:pathLst>
            </a:custGeom>
            <a:solidFill>
              <a:srgbClr val="818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189732" y="3343655"/>
              <a:ext cx="2776855" cy="455930"/>
            </a:xfrm>
            <a:custGeom>
              <a:avLst/>
              <a:gdLst/>
              <a:ahLst/>
              <a:cxnLst/>
              <a:rect l="l" t="t" r="r" b="b"/>
              <a:pathLst>
                <a:path w="2776854" h="455929">
                  <a:moveTo>
                    <a:pt x="1292352" y="6096"/>
                  </a:moveTo>
                  <a:lnTo>
                    <a:pt x="74930" y="6096"/>
                  </a:lnTo>
                  <a:lnTo>
                    <a:pt x="45745" y="11988"/>
                  </a:lnTo>
                  <a:lnTo>
                    <a:pt x="21932" y="28041"/>
                  </a:lnTo>
                  <a:lnTo>
                    <a:pt x="5880" y="51854"/>
                  </a:lnTo>
                  <a:lnTo>
                    <a:pt x="0" y="81026"/>
                  </a:lnTo>
                  <a:lnTo>
                    <a:pt x="0" y="455676"/>
                  </a:lnTo>
                  <a:lnTo>
                    <a:pt x="1217422" y="455676"/>
                  </a:lnTo>
                  <a:lnTo>
                    <a:pt x="1246593" y="449795"/>
                  </a:lnTo>
                  <a:lnTo>
                    <a:pt x="1270406" y="433743"/>
                  </a:lnTo>
                  <a:lnTo>
                    <a:pt x="1286459" y="409930"/>
                  </a:lnTo>
                  <a:lnTo>
                    <a:pt x="1292352" y="380746"/>
                  </a:lnTo>
                  <a:lnTo>
                    <a:pt x="1292352" y="6096"/>
                  </a:lnTo>
                  <a:close/>
                </a:path>
                <a:path w="2776854" h="455929">
                  <a:moveTo>
                    <a:pt x="2776728" y="0"/>
                  </a:moveTo>
                  <a:lnTo>
                    <a:pt x="1559306" y="0"/>
                  </a:lnTo>
                  <a:lnTo>
                    <a:pt x="1530121" y="5892"/>
                  </a:lnTo>
                  <a:lnTo>
                    <a:pt x="1506308" y="21945"/>
                  </a:lnTo>
                  <a:lnTo>
                    <a:pt x="1490256" y="45758"/>
                  </a:lnTo>
                  <a:lnTo>
                    <a:pt x="1484376" y="74930"/>
                  </a:lnTo>
                  <a:lnTo>
                    <a:pt x="1484376" y="449580"/>
                  </a:lnTo>
                  <a:lnTo>
                    <a:pt x="2701798" y="449580"/>
                  </a:lnTo>
                  <a:lnTo>
                    <a:pt x="2730970" y="443699"/>
                  </a:lnTo>
                  <a:lnTo>
                    <a:pt x="2754782" y="427647"/>
                  </a:lnTo>
                  <a:lnTo>
                    <a:pt x="2770835" y="403834"/>
                  </a:lnTo>
                  <a:lnTo>
                    <a:pt x="2776728" y="374650"/>
                  </a:lnTo>
                  <a:lnTo>
                    <a:pt x="2776728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78796" y="2826511"/>
              <a:ext cx="1638935" cy="530225"/>
            </a:xfrm>
            <a:custGeom>
              <a:avLst/>
              <a:gdLst/>
              <a:ahLst/>
              <a:cxnLst/>
              <a:rect l="l" t="t" r="r" b="b"/>
              <a:pathLst>
                <a:path w="1638935" h="530225">
                  <a:moveTo>
                    <a:pt x="1638769" y="457111"/>
                  </a:moveTo>
                  <a:lnTo>
                    <a:pt x="1633054" y="443103"/>
                  </a:lnTo>
                  <a:lnTo>
                    <a:pt x="1622323" y="432409"/>
                  </a:lnTo>
                  <a:lnTo>
                    <a:pt x="1608823" y="426821"/>
                  </a:lnTo>
                  <a:lnTo>
                    <a:pt x="1594218" y="426720"/>
                  </a:lnTo>
                  <a:lnTo>
                    <a:pt x="1589278" y="428739"/>
                  </a:lnTo>
                  <a:lnTo>
                    <a:pt x="1304759" y="508"/>
                  </a:lnTo>
                  <a:lnTo>
                    <a:pt x="1296085" y="6311"/>
                  </a:lnTo>
                  <a:lnTo>
                    <a:pt x="1293710" y="0"/>
                  </a:lnTo>
                  <a:lnTo>
                    <a:pt x="68389" y="470154"/>
                  </a:lnTo>
                  <a:lnTo>
                    <a:pt x="65519" y="465620"/>
                  </a:lnTo>
                  <a:lnTo>
                    <a:pt x="53568" y="457238"/>
                  </a:lnTo>
                  <a:lnTo>
                    <a:pt x="39344" y="453948"/>
                  </a:lnTo>
                  <a:lnTo>
                    <a:pt x="24472" y="456438"/>
                  </a:lnTo>
                  <a:lnTo>
                    <a:pt x="11671" y="464540"/>
                  </a:lnTo>
                  <a:lnTo>
                    <a:pt x="3289" y="476504"/>
                  </a:lnTo>
                  <a:lnTo>
                    <a:pt x="0" y="490766"/>
                  </a:lnTo>
                  <a:lnTo>
                    <a:pt x="2501" y="505714"/>
                  </a:lnTo>
                  <a:lnTo>
                    <a:pt x="10591" y="518439"/>
                  </a:lnTo>
                  <a:lnTo>
                    <a:pt x="22542" y="526783"/>
                  </a:lnTo>
                  <a:lnTo>
                    <a:pt x="36766" y="530059"/>
                  </a:lnTo>
                  <a:lnTo>
                    <a:pt x="51650" y="527558"/>
                  </a:lnTo>
                  <a:lnTo>
                    <a:pt x="64439" y="519468"/>
                  </a:lnTo>
                  <a:lnTo>
                    <a:pt x="72821" y="507517"/>
                  </a:lnTo>
                  <a:lnTo>
                    <a:pt x="74358" y="500888"/>
                  </a:lnTo>
                  <a:lnTo>
                    <a:pt x="76111" y="493293"/>
                  </a:lnTo>
                  <a:lnTo>
                    <a:pt x="75209" y="487946"/>
                  </a:lnTo>
                  <a:lnTo>
                    <a:pt x="1294892" y="19913"/>
                  </a:lnTo>
                  <a:lnTo>
                    <a:pt x="1573415" y="439267"/>
                  </a:lnTo>
                  <a:lnTo>
                    <a:pt x="1569529" y="443166"/>
                  </a:lnTo>
                  <a:lnTo>
                    <a:pt x="1563979" y="456666"/>
                  </a:lnTo>
                  <a:lnTo>
                    <a:pt x="1580273" y="495960"/>
                  </a:lnTo>
                  <a:lnTo>
                    <a:pt x="1608378" y="501611"/>
                  </a:lnTo>
                  <a:lnTo>
                    <a:pt x="1622386" y="495935"/>
                  </a:lnTo>
                  <a:lnTo>
                    <a:pt x="1633080" y="485216"/>
                  </a:lnTo>
                  <a:lnTo>
                    <a:pt x="1638668" y="471716"/>
                  </a:lnTo>
                  <a:lnTo>
                    <a:pt x="1638681" y="469392"/>
                  </a:lnTo>
                  <a:lnTo>
                    <a:pt x="1638769" y="457111"/>
                  </a:lnTo>
                  <a:close/>
                </a:path>
              </a:pathLst>
            </a:custGeom>
            <a:solidFill>
              <a:srgbClr val="8188F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886457" y="2456814"/>
            <a:ext cx="98298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675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spc="-130" dirty="0">
                <a:solidFill>
                  <a:srgbClr val="FFFFFF"/>
                </a:solidFill>
                <a:latin typeface="Trebuchet MS"/>
                <a:cs typeface="Trebuchet MS"/>
              </a:rPr>
              <a:t>mbu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ap</a:t>
            </a:r>
            <a:r>
              <a:rPr sz="1050" spc="-12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05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0" dirty="0">
                <a:solidFill>
                  <a:srgbClr val="FFFFFF"/>
                </a:solidFill>
                <a:latin typeface="Trebuchet MS"/>
                <a:cs typeface="Trebuchet MS"/>
              </a:rPr>
              <a:t>n  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Pasien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90442" y="2446782"/>
            <a:ext cx="100076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94945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Pengelolaan </a:t>
            </a: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ind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kan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35" dirty="0">
                <a:solidFill>
                  <a:srgbClr val="FFFFFF"/>
                </a:solidFill>
                <a:latin typeface="Trebuchet MS"/>
                <a:cs typeface="Trebuchet MS"/>
              </a:rPr>
              <a:t>wa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97297" y="2446782"/>
            <a:ext cx="98298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1780" marR="5080" indent="-259715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spc="-130" dirty="0">
                <a:solidFill>
                  <a:srgbClr val="FFFFFF"/>
                </a:solidFill>
                <a:latin typeface="Trebuchet MS"/>
                <a:cs typeface="Trebuchet MS"/>
              </a:rPr>
              <a:t>mbu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ap</a:t>
            </a:r>
            <a:r>
              <a:rPr sz="1050" spc="-12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05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0" dirty="0">
                <a:solidFill>
                  <a:srgbClr val="FFFFFF"/>
                </a:solidFill>
                <a:latin typeface="Trebuchet MS"/>
                <a:cs typeface="Trebuchet MS"/>
              </a:rPr>
              <a:t>n  </a:t>
            </a: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TIndakan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42126" y="2437257"/>
            <a:ext cx="86360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 marR="5080" indent="-305435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spc="-7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el</a:t>
            </a:r>
            <a:r>
              <a:rPr sz="1050" spc="-13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050" spc="-6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0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0" dirty="0">
                <a:solidFill>
                  <a:srgbClr val="FFFFFF"/>
                </a:solidFill>
                <a:latin typeface="Trebuchet MS"/>
                <a:cs typeface="Trebuchet MS"/>
              </a:rPr>
              <a:t>ta  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Obat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831328" y="2456814"/>
            <a:ext cx="76009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5430" marR="5080" indent="-253365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spc="-6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0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0" dirty="0">
                <a:solidFill>
                  <a:srgbClr val="FFFFFF"/>
                </a:solidFill>
                <a:latin typeface="Trebuchet MS"/>
                <a:cs typeface="Trebuchet MS"/>
              </a:rPr>
              <a:t>ta  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Obat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4863" y="3419602"/>
            <a:ext cx="80708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3840" marR="5080" indent="-231775">
              <a:lnSpc>
                <a:spcPct val="100000"/>
              </a:lnSpc>
              <a:spcBef>
                <a:spcPts val="105"/>
              </a:spcBef>
            </a:pP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Menam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0" dirty="0">
                <a:solidFill>
                  <a:srgbClr val="FFFFFF"/>
                </a:solidFill>
                <a:latin typeface="Trebuchet MS"/>
                <a:cs typeface="Trebuchet MS"/>
              </a:rPr>
              <a:t>ta  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Pasien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938273" y="3419602"/>
            <a:ext cx="77660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0" marR="5080" indent="-216535">
              <a:lnSpc>
                <a:spcPct val="100000"/>
              </a:lnSpc>
              <a:spcBef>
                <a:spcPts val="105"/>
              </a:spcBef>
            </a:pP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Mengub</a:t>
            </a: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ah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0" dirty="0">
                <a:solidFill>
                  <a:srgbClr val="FFFFFF"/>
                </a:solidFill>
                <a:latin typeface="Trebuchet MS"/>
                <a:cs typeface="Trebuchet MS"/>
              </a:rPr>
              <a:t>ta  </a:t>
            </a:r>
            <a:r>
              <a:rPr sz="1050" spc="-90" dirty="0">
                <a:solidFill>
                  <a:srgbClr val="FFFFFF"/>
                </a:solidFill>
                <a:latin typeface="Trebuchet MS"/>
                <a:cs typeface="Trebuchet MS"/>
              </a:rPr>
              <a:t>Pasien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296539" y="3423284"/>
            <a:ext cx="922019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2570" marR="5080" indent="-230504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spc="-6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10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6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iw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80" dirty="0">
                <a:solidFill>
                  <a:srgbClr val="FFFFFF"/>
                </a:solidFill>
                <a:latin typeface="Trebuchet MS"/>
                <a:cs typeface="Trebuchet MS"/>
              </a:rPr>
              <a:t>t  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Tindakan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806188" y="3409950"/>
            <a:ext cx="88773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Pencetakan</a:t>
            </a:r>
            <a:endParaRPr sz="10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sz="1050" spc="-12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050" spc="-95" dirty="0">
                <a:solidFill>
                  <a:srgbClr val="FFFFFF"/>
                </a:solidFill>
                <a:latin typeface="Trebuchet MS"/>
                <a:cs typeface="Trebuchet MS"/>
              </a:rPr>
              <a:t>ku</a:t>
            </a:r>
            <a:r>
              <a:rPr sz="1050" spc="-130" dirty="0">
                <a:solidFill>
                  <a:srgbClr val="FFFFFF"/>
                </a:solidFill>
                <a:latin typeface="Trebuchet MS"/>
                <a:cs typeface="Trebuchet MS"/>
              </a:rPr>
              <a:t>men</a:t>
            </a:r>
            <a:r>
              <a:rPr sz="105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050" spc="-10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1050" spc="-120" dirty="0">
                <a:solidFill>
                  <a:srgbClr val="FFFFFF"/>
                </a:solidFill>
                <a:latin typeface="Trebuchet MS"/>
                <a:cs typeface="Trebuchet MS"/>
              </a:rPr>
              <a:t>ap</a:t>
            </a:r>
            <a:r>
              <a:rPr sz="1050" spc="-12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105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050" spc="-114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050" spc="-11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133843" y="4223003"/>
            <a:ext cx="588645" cy="204470"/>
          </a:xfrm>
          <a:custGeom>
            <a:avLst/>
            <a:gdLst/>
            <a:ahLst/>
            <a:cxnLst/>
            <a:rect l="l" t="t" r="r" b="b"/>
            <a:pathLst>
              <a:path w="588645" h="204470">
                <a:moveTo>
                  <a:pt x="588263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204216"/>
                </a:lnTo>
                <a:lnTo>
                  <a:pt x="554227" y="204216"/>
                </a:lnTo>
                <a:lnTo>
                  <a:pt x="567475" y="201541"/>
                </a:lnTo>
                <a:lnTo>
                  <a:pt x="578294" y="194246"/>
                </a:lnTo>
                <a:lnTo>
                  <a:pt x="585589" y="183427"/>
                </a:lnTo>
                <a:lnTo>
                  <a:pt x="588263" y="170180"/>
                </a:lnTo>
                <a:lnTo>
                  <a:pt x="588263" y="0"/>
                </a:lnTo>
                <a:close/>
              </a:path>
            </a:pathLst>
          </a:custGeom>
          <a:solidFill>
            <a:srgbClr val="868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124700" y="4506467"/>
            <a:ext cx="588645" cy="204470"/>
          </a:xfrm>
          <a:custGeom>
            <a:avLst/>
            <a:gdLst/>
            <a:ahLst/>
            <a:cxnLst/>
            <a:rect l="l" t="t" r="r" b="b"/>
            <a:pathLst>
              <a:path w="588645" h="204470">
                <a:moveTo>
                  <a:pt x="588264" y="0"/>
                </a:moveTo>
                <a:lnTo>
                  <a:pt x="34035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5"/>
                </a:lnTo>
                <a:lnTo>
                  <a:pt x="0" y="204215"/>
                </a:lnTo>
                <a:lnTo>
                  <a:pt x="554227" y="204215"/>
                </a:lnTo>
                <a:lnTo>
                  <a:pt x="567475" y="201541"/>
                </a:lnTo>
                <a:lnTo>
                  <a:pt x="578294" y="194246"/>
                </a:lnTo>
                <a:lnTo>
                  <a:pt x="585589" y="183427"/>
                </a:lnTo>
                <a:lnTo>
                  <a:pt x="588264" y="170179"/>
                </a:lnTo>
                <a:lnTo>
                  <a:pt x="588264" y="0"/>
                </a:lnTo>
                <a:close/>
              </a:path>
            </a:pathLst>
          </a:custGeom>
          <a:solidFill>
            <a:srgbClr val="915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7121652" y="4794503"/>
            <a:ext cx="591820" cy="204470"/>
          </a:xfrm>
          <a:custGeom>
            <a:avLst/>
            <a:gdLst/>
            <a:ahLst/>
            <a:cxnLst/>
            <a:rect l="l" t="t" r="r" b="b"/>
            <a:pathLst>
              <a:path w="591820" h="204470">
                <a:moveTo>
                  <a:pt x="591312" y="0"/>
                </a:moveTo>
                <a:lnTo>
                  <a:pt x="34036" y="0"/>
                </a:lnTo>
                <a:lnTo>
                  <a:pt x="20788" y="2674"/>
                </a:lnTo>
                <a:lnTo>
                  <a:pt x="9969" y="9969"/>
                </a:lnTo>
                <a:lnTo>
                  <a:pt x="2674" y="20788"/>
                </a:lnTo>
                <a:lnTo>
                  <a:pt x="0" y="34036"/>
                </a:lnTo>
                <a:lnTo>
                  <a:pt x="0" y="204216"/>
                </a:lnTo>
                <a:lnTo>
                  <a:pt x="557276" y="204216"/>
                </a:lnTo>
                <a:lnTo>
                  <a:pt x="570523" y="201541"/>
                </a:lnTo>
                <a:lnTo>
                  <a:pt x="581342" y="194246"/>
                </a:lnTo>
                <a:lnTo>
                  <a:pt x="588637" y="183427"/>
                </a:lnTo>
                <a:lnTo>
                  <a:pt x="591312" y="170180"/>
                </a:lnTo>
                <a:lnTo>
                  <a:pt x="591312" y="0"/>
                </a:lnTo>
                <a:close/>
              </a:path>
            </a:pathLst>
          </a:custGeom>
          <a:solidFill>
            <a:srgbClr val="35C2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7804150" y="4235297"/>
            <a:ext cx="81851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CEF3F5"/>
                </a:solidFill>
                <a:latin typeface="Roboto"/>
                <a:cs typeface="Roboto"/>
              </a:rPr>
              <a:t>Mo</a:t>
            </a:r>
            <a:r>
              <a:rPr sz="1000" spc="-15" dirty="0">
                <a:solidFill>
                  <a:srgbClr val="CEF3F5"/>
                </a:solidFill>
                <a:latin typeface="Roboto"/>
                <a:cs typeface="Roboto"/>
              </a:rPr>
              <a:t>du</a:t>
            </a:r>
            <a:r>
              <a:rPr sz="1000" spc="-10" dirty="0">
                <a:solidFill>
                  <a:srgbClr val="CEF3F5"/>
                </a:solidFill>
                <a:latin typeface="Roboto"/>
                <a:cs typeface="Roboto"/>
              </a:rPr>
              <a:t>l</a:t>
            </a:r>
            <a:r>
              <a:rPr sz="10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000" spc="-15" dirty="0">
                <a:solidFill>
                  <a:srgbClr val="CEF3F5"/>
                </a:solidFill>
                <a:latin typeface="Roboto"/>
                <a:cs typeface="Roboto"/>
              </a:rPr>
              <a:t>P</a:t>
            </a:r>
            <a:r>
              <a:rPr sz="1000" spc="-10" dirty="0">
                <a:solidFill>
                  <a:srgbClr val="CEF3F5"/>
                </a:solidFill>
                <a:latin typeface="Roboto"/>
                <a:cs typeface="Roboto"/>
              </a:rPr>
              <a:t>asien</a:t>
            </a:r>
            <a:endParaRPr sz="1000">
              <a:latin typeface="Roboto"/>
              <a:cs typeface="Roboto"/>
            </a:endParaRPr>
          </a:p>
          <a:p>
            <a:pPr marL="20320" marR="5080" indent="-2540">
              <a:lnSpc>
                <a:spcPct val="177800"/>
              </a:lnSpc>
              <a:spcBef>
                <a:spcPts val="55"/>
              </a:spcBef>
            </a:pPr>
            <a:r>
              <a:rPr sz="1000" spc="-10" dirty="0">
                <a:solidFill>
                  <a:srgbClr val="CEF3F5"/>
                </a:solidFill>
                <a:latin typeface="Roboto"/>
                <a:cs typeface="Roboto"/>
              </a:rPr>
              <a:t>Modul </a:t>
            </a:r>
            <a:r>
              <a:rPr sz="1000" spc="-20" dirty="0">
                <a:solidFill>
                  <a:srgbClr val="CEF3F5"/>
                </a:solidFill>
                <a:latin typeface="Roboto"/>
                <a:cs typeface="Roboto"/>
              </a:rPr>
              <a:t>Klinik </a:t>
            </a:r>
            <a:r>
              <a:rPr sz="10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EF3F5"/>
                </a:solidFill>
                <a:latin typeface="Roboto"/>
                <a:cs typeface="Roboto"/>
              </a:rPr>
              <a:t>Mo</a:t>
            </a:r>
            <a:r>
              <a:rPr sz="1000" spc="-15" dirty="0">
                <a:solidFill>
                  <a:srgbClr val="CEF3F5"/>
                </a:solidFill>
                <a:latin typeface="Roboto"/>
                <a:cs typeface="Roboto"/>
              </a:rPr>
              <a:t>du</a:t>
            </a:r>
            <a:r>
              <a:rPr sz="1000" spc="-10" dirty="0">
                <a:solidFill>
                  <a:srgbClr val="CEF3F5"/>
                </a:solidFill>
                <a:latin typeface="Roboto"/>
                <a:cs typeface="Roboto"/>
              </a:rPr>
              <a:t>l</a:t>
            </a:r>
            <a:r>
              <a:rPr sz="1000" spc="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000" spc="-10" dirty="0">
                <a:solidFill>
                  <a:srgbClr val="CEF3F5"/>
                </a:solidFill>
                <a:latin typeface="Roboto"/>
                <a:cs typeface="Roboto"/>
              </a:rPr>
              <a:t>Apotek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6223" y="2023059"/>
            <a:ext cx="15455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0014">
              <a:lnSpc>
                <a:spcPct val="100000"/>
              </a:lnSpc>
              <a:spcBef>
                <a:spcPts val="95"/>
              </a:spcBef>
            </a:pPr>
            <a:r>
              <a:rPr sz="2800" spc="-280" dirty="0">
                <a:solidFill>
                  <a:srgbClr val="CEF3F5"/>
                </a:solidFill>
                <a:latin typeface="Trebuchet MS"/>
                <a:cs typeface="Trebuchet MS"/>
              </a:rPr>
              <a:t>Men</a:t>
            </a:r>
            <a:r>
              <a:rPr sz="2800" spc="-254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2800" spc="-440" dirty="0">
                <a:solidFill>
                  <a:srgbClr val="CEF3F5"/>
                </a:solidFill>
                <a:latin typeface="Trebuchet MS"/>
                <a:cs typeface="Trebuchet MS"/>
              </a:rPr>
              <a:t>m</a:t>
            </a:r>
            <a:r>
              <a:rPr sz="2800" spc="-310" dirty="0">
                <a:solidFill>
                  <a:srgbClr val="CEF3F5"/>
                </a:solidFill>
                <a:latin typeface="Trebuchet MS"/>
                <a:cs typeface="Trebuchet MS"/>
              </a:rPr>
              <a:t>b</a:t>
            </a:r>
            <a:r>
              <a:rPr sz="2800" spc="-225" dirty="0">
                <a:solidFill>
                  <a:srgbClr val="CEF3F5"/>
                </a:solidFill>
                <a:latin typeface="Trebuchet MS"/>
                <a:cs typeface="Trebuchet MS"/>
              </a:rPr>
              <a:t>ah  </a:t>
            </a:r>
            <a:r>
              <a:rPr sz="2800" spc="-265" dirty="0">
                <a:solidFill>
                  <a:srgbClr val="CEF3F5"/>
                </a:solidFill>
                <a:latin typeface="Trebuchet MS"/>
                <a:cs typeface="Trebuchet MS"/>
              </a:rPr>
              <a:t>Data</a:t>
            </a:r>
            <a:r>
              <a:rPr sz="2800" spc="-204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2800" spc="-210" dirty="0">
                <a:solidFill>
                  <a:srgbClr val="CEF3F5"/>
                </a:solidFill>
                <a:latin typeface="Trebuchet MS"/>
                <a:cs typeface="Trebuchet MS"/>
              </a:rPr>
              <a:t>Pas</a:t>
            </a:r>
            <a:r>
              <a:rPr sz="2800" spc="-135" dirty="0">
                <a:solidFill>
                  <a:srgbClr val="CEF3F5"/>
                </a:solidFill>
                <a:latin typeface="Trebuchet MS"/>
                <a:cs typeface="Trebuchet MS"/>
              </a:rPr>
              <a:t>i</a:t>
            </a:r>
            <a:r>
              <a:rPr sz="2800" spc="-330" dirty="0">
                <a:solidFill>
                  <a:srgbClr val="CEF3F5"/>
                </a:solidFill>
                <a:latin typeface="Trebuchet MS"/>
                <a:cs typeface="Trebuchet MS"/>
              </a:rPr>
              <a:t>en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0971" y="1799285"/>
            <a:ext cx="3887470" cy="139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329565" algn="l"/>
                <a:tab pos="330200" algn="l"/>
              </a:tabLst>
            </a:pPr>
            <a:r>
              <a:rPr lang="id-ID" sz="1400" spc="4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400" spc="45" dirty="0" err="1">
                <a:solidFill>
                  <a:srgbClr val="CEF3F5"/>
                </a:solidFill>
                <a:latin typeface="Roboto"/>
                <a:cs typeface="Roboto"/>
              </a:rPr>
              <a:t>ampilkan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halaman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be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isi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i="1" spc="10" dirty="0" err="1">
                <a:solidFill>
                  <a:srgbClr val="CEF3F5"/>
                </a:solidFill>
                <a:latin typeface="Roboto"/>
                <a:cs typeface="Roboto"/>
              </a:rPr>
              <a:t>fo</a:t>
            </a:r>
            <a:r>
              <a:rPr lang="id-ID" sz="1400" i="1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10" dirty="0">
                <a:solidFill>
                  <a:srgbClr val="CEF3F5"/>
                </a:solidFill>
                <a:latin typeface="Roboto"/>
                <a:cs typeface="Roboto"/>
              </a:rPr>
              <a:t>m</a:t>
            </a:r>
            <a:r>
              <a:rPr sz="1400" i="1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data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pasien</a:t>
            </a:r>
            <a:endParaRPr sz="1400" dirty="0">
              <a:latin typeface="Roboto"/>
              <a:cs typeface="Roboto"/>
            </a:endParaRPr>
          </a:p>
          <a:p>
            <a:pPr marL="329565">
              <a:lnSpc>
                <a:spcPct val="100000"/>
              </a:lnSpc>
              <a:spcBef>
                <a:spcPts val="5"/>
              </a:spcBef>
            </a:pPr>
            <a:r>
              <a:rPr sz="1400" spc="20" dirty="0" err="1">
                <a:solidFill>
                  <a:srgbClr val="CEF3F5"/>
                </a:solidFill>
                <a:latin typeface="Roboto"/>
                <a:cs typeface="Roboto"/>
              </a:rPr>
              <a:t>ba</a:t>
            </a:r>
            <a:r>
              <a:rPr lang="id-ID" sz="1400" spc="2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20" dirty="0">
                <a:solidFill>
                  <a:srgbClr val="CEF3F5"/>
                </a:solidFill>
                <a:latin typeface="Roboto"/>
                <a:cs typeface="Roboto"/>
              </a:rPr>
              <a:t>u</a:t>
            </a:r>
            <a:endParaRPr sz="1400" dirty="0">
              <a:latin typeface="Roboto"/>
              <a:cs typeface="Roboto"/>
            </a:endParaRPr>
          </a:p>
          <a:p>
            <a:pPr marL="329565" marR="5080" indent="-3175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29565" algn="l"/>
                <a:tab pos="330200" algn="l"/>
              </a:tabLst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Isi </a:t>
            </a:r>
            <a:r>
              <a:rPr sz="1400" i="1" spc="10" dirty="0" err="1">
                <a:solidFill>
                  <a:srgbClr val="CEF3F5"/>
                </a:solidFill>
                <a:latin typeface="Roboto"/>
                <a:cs typeface="Roboto"/>
              </a:rPr>
              <a:t>fo</a:t>
            </a:r>
            <a:r>
              <a:rPr lang="id-ID" sz="1400" i="1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10" dirty="0">
                <a:solidFill>
                  <a:srgbClr val="CEF3F5"/>
                </a:solidFill>
                <a:latin typeface="Roboto"/>
                <a:cs typeface="Roboto"/>
              </a:rPr>
              <a:t>m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ditampung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dalam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va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iabel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setelah </a:t>
            </a:r>
            <a:r>
              <a:rPr sz="1400" i="1" spc="-105" dirty="0">
                <a:solidFill>
                  <a:srgbClr val="CEF3F5"/>
                </a:solidFill>
                <a:latin typeface="Roboto"/>
                <a:cs typeface="Roboto"/>
              </a:rPr>
              <a:t>di- </a:t>
            </a:r>
            <a:r>
              <a:rPr sz="1400" i="1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i="1" spc="-35" dirty="0">
                <a:solidFill>
                  <a:srgbClr val="CEF3F5"/>
                </a:solidFill>
                <a:latin typeface="Roboto"/>
                <a:cs typeface="Roboto"/>
              </a:rPr>
              <a:t>submit</a:t>
            </a:r>
            <a:endParaRPr sz="1400" dirty="0">
              <a:latin typeface="Roboto"/>
              <a:cs typeface="Roboto"/>
            </a:endParaRPr>
          </a:p>
          <a:p>
            <a:pPr marL="329565" indent="-3175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29565" algn="l"/>
                <a:tab pos="330200" algn="l"/>
              </a:tabLst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Simpan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0" dirty="0" err="1">
                <a:solidFill>
                  <a:srgbClr val="CEF3F5"/>
                </a:solidFill>
                <a:latin typeface="Roboto"/>
                <a:cs typeface="Roboto"/>
              </a:rPr>
              <a:t>isi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va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iabel</a:t>
            </a:r>
            <a:r>
              <a:rPr sz="1400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ke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dalam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database</a:t>
            </a:r>
            <a:endParaRPr sz="1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4577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PENDEKATAN</a:t>
            </a:r>
            <a:r>
              <a:rPr spc="-195" dirty="0"/>
              <a:t> </a:t>
            </a:r>
            <a:r>
              <a:rPr spc="-240" dirty="0"/>
              <a:t>BERORIENTASI</a:t>
            </a:r>
            <a:r>
              <a:rPr spc="-195" dirty="0"/>
              <a:t> </a:t>
            </a:r>
            <a:r>
              <a:rPr spc="-320" dirty="0"/>
              <a:t>OBJEK</a:t>
            </a:r>
          </a:p>
        </p:txBody>
      </p:sp>
      <p:sp>
        <p:nvSpPr>
          <p:cNvPr id="3" name="object 3"/>
          <p:cNvSpPr/>
          <p:nvPr/>
        </p:nvSpPr>
        <p:spPr>
          <a:xfrm>
            <a:off x="2823972" y="1860804"/>
            <a:ext cx="3784600" cy="1979295"/>
          </a:xfrm>
          <a:custGeom>
            <a:avLst/>
            <a:gdLst/>
            <a:ahLst/>
            <a:cxnLst/>
            <a:rect l="l" t="t" r="r" b="b"/>
            <a:pathLst>
              <a:path w="3784600" h="1979295">
                <a:moveTo>
                  <a:pt x="1978152" y="1303020"/>
                </a:moveTo>
                <a:lnTo>
                  <a:pt x="2722117" y="1921891"/>
                </a:lnTo>
              </a:path>
              <a:path w="3784600" h="1979295">
                <a:moveTo>
                  <a:pt x="1345818" y="1322832"/>
                </a:moveTo>
                <a:lnTo>
                  <a:pt x="708660" y="1979041"/>
                </a:lnTo>
              </a:path>
              <a:path w="3784600" h="1979295">
                <a:moveTo>
                  <a:pt x="0" y="1216152"/>
                </a:moveTo>
                <a:lnTo>
                  <a:pt x="1013840" y="1216152"/>
                </a:lnTo>
              </a:path>
              <a:path w="3784600" h="1979295">
                <a:moveTo>
                  <a:pt x="2968752" y="1168908"/>
                </a:moveTo>
                <a:lnTo>
                  <a:pt x="3784600" y="1168908"/>
                </a:lnTo>
              </a:path>
              <a:path w="3784600" h="1979295">
                <a:moveTo>
                  <a:pt x="2554224" y="0"/>
                </a:moveTo>
                <a:lnTo>
                  <a:pt x="2057400" y="1025779"/>
                </a:lnTo>
              </a:path>
              <a:path w="3784600" h="1979295">
                <a:moveTo>
                  <a:pt x="891539" y="0"/>
                </a:moveTo>
                <a:lnTo>
                  <a:pt x="1420367" y="1095121"/>
                </a:lnTo>
              </a:path>
            </a:pathLst>
          </a:custGeom>
          <a:ln w="9525">
            <a:solidFill>
              <a:srgbClr val="C3A8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00884" y="1562112"/>
            <a:ext cx="1104900" cy="581660"/>
          </a:xfrm>
          <a:custGeom>
            <a:avLst/>
            <a:gdLst/>
            <a:ahLst/>
            <a:cxnLst/>
            <a:rect l="l" t="t" r="r" b="b"/>
            <a:pathLst>
              <a:path w="1104900" h="581660">
                <a:moveTo>
                  <a:pt x="252476" y="121780"/>
                </a:moveTo>
                <a:lnTo>
                  <a:pt x="251206" y="121780"/>
                </a:lnTo>
                <a:lnTo>
                  <a:pt x="251206" y="122923"/>
                </a:lnTo>
                <a:lnTo>
                  <a:pt x="252476" y="122923"/>
                </a:lnTo>
                <a:lnTo>
                  <a:pt x="252476" y="121780"/>
                </a:lnTo>
                <a:close/>
              </a:path>
              <a:path w="1104900" h="581660">
                <a:moveTo>
                  <a:pt x="338709" y="172453"/>
                </a:moveTo>
                <a:lnTo>
                  <a:pt x="330073" y="147180"/>
                </a:lnTo>
                <a:lnTo>
                  <a:pt x="314960" y="137401"/>
                </a:lnTo>
                <a:lnTo>
                  <a:pt x="309372" y="136766"/>
                </a:lnTo>
                <a:lnTo>
                  <a:pt x="303784" y="137401"/>
                </a:lnTo>
                <a:lnTo>
                  <a:pt x="288544" y="147180"/>
                </a:lnTo>
                <a:lnTo>
                  <a:pt x="279908" y="172453"/>
                </a:lnTo>
                <a:lnTo>
                  <a:pt x="282067" y="185915"/>
                </a:lnTo>
                <a:lnTo>
                  <a:pt x="288544" y="197853"/>
                </a:lnTo>
                <a:lnTo>
                  <a:pt x="298323" y="205727"/>
                </a:lnTo>
                <a:lnTo>
                  <a:pt x="309372" y="208267"/>
                </a:lnTo>
                <a:lnTo>
                  <a:pt x="320421" y="205727"/>
                </a:lnTo>
                <a:lnTo>
                  <a:pt x="330073" y="197853"/>
                </a:lnTo>
                <a:lnTo>
                  <a:pt x="336550" y="185915"/>
                </a:lnTo>
                <a:lnTo>
                  <a:pt x="338709" y="172453"/>
                </a:lnTo>
                <a:close/>
              </a:path>
              <a:path w="1104900" h="581660">
                <a:moveTo>
                  <a:pt x="345821" y="223888"/>
                </a:moveTo>
                <a:lnTo>
                  <a:pt x="343916" y="221729"/>
                </a:lnTo>
                <a:lnTo>
                  <a:pt x="265303" y="221729"/>
                </a:lnTo>
                <a:lnTo>
                  <a:pt x="265303" y="147561"/>
                </a:lnTo>
                <a:lnTo>
                  <a:pt x="263398" y="145275"/>
                </a:lnTo>
                <a:lnTo>
                  <a:pt x="24638" y="145275"/>
                </a:lnTo>
                <a:lnTo>
                  <a:pt x="22860" y="147561"/>
                </a:lnTo>
                <a:lnTo>
                  <a:pt x="22860" y="243954"/>
                </a:lnTo>
                <a:lnTo>
                  <a:pt x="24638" y="246113"/>
                </a:lnTo>
                <a:lnTo>
                  <a:pt x="343916" y="246113"/>
                </a:lnTo>
                <a:lnTo>
                  <a:pt x="345821" y="243954"/>
                </a:lnTo>
                <a:lnTo>
                  <a:pt x="345821" y="223888"/>
                </a:lnTo>
                <a:close/>
              </a:path>
              <a:path w="1104900" h="581660">
                <a:moveTo>
                  <a:pt x="368173" y="389369"/>
                </a:moveTo>
                <a:lnTo>
                  <a:pt x="356616" y="389369"/>
                </a:lnTo>
                <a:lnTo>
                  <a:pt x="356616" y="422897"/>
                </a:lnTo>
                <a:lnTo>
                  <a:pt x="344297" y="421119"/>
                </a:lnTo>
                <a:lnTo>
                  <a:pt x="326898" y="421246"/>
                </a:lnTo>
                <a:lnTo>
                  <a:pt x="306832" y="425945"/>
                </a:lnTo>
                <a:lnTo>
                  <a:pt x="286639" y="437502"/>
                </a:lnTo>
                <a:lnTo>
                  <a:pt x="286639" y="450329"/>
                </a:lnTo>
                <a:lnTo>
                  <a:pt x="12827" y="450329"/>
                </a:lnTo>
                <a:lnTo>
                  <a:pt x="9906" y="453758"/>
                </a:lnTo>
                <a:lnTo>
                  <a:pt x="9906" y="506717"/>
                </a:lnTo>
                <a:lnTo>
                  <a:pt x="368173" y="506717"/>
                </a:lnTo>
                <a:lnTo>
                  <a:pt x="368173" y="389369"/>
                </a:lnTo>
                <a:close/>
              </a:path>
              <a:path w="1104900" h="581660">
                <a:moveTo>
                  <a:pt x="378079" y="562089"/>
                </a:moveTo>
                <a:lnTo>
                  <a:pt x="368427" y="513067"/>
                </a:lnTo>
                <a:lnTo>
                  <a:pt x="9652" y="513067"/>
                </a:lnTo>
                <a:lnTo>
                  <a:pt x="0" y="562089"/>
                </a:lnTo>
                <a:lnTo>
                  <a:pt x="8636" y="562089"/>
                </a:lnTo>
                <a:lnTo>
                  <a:pt x="14605" y="539610"/>
                </a:lnTo>
                <a:lnTo>
                  <a:pt x="16510" y="535292"/>
                </a:lnTo>
                <a:lnTo>
                  <a:pt x="19431" y="531863"/>
                </a:lnTo>
                <a:lnTo>
                  <a:pt x="22987" y="529704"/>
                </a:lnTo>
                <a:lnTo>
                  <a:pt x="27178" y="528942"/>
                </a:lnTo>
                <a:lnTo>
                  <a:pt x="350901" y="528942"/>
                </a:lnTo>
                <a:lnTo>
                  <a:pt x="369443" y="562089"/>
                </a:lnTo>
                <a:lnTo>
                  <a:pt x="378079" y="562089"/>
                </a:lnTo>
                <a:close/>
              </a:path>
              <a:path w="1104900" h="581660">
                <a:moveTo>
                  <a:pt x="382397" y="113525"/>
                </a:moveTo>
                <a:lnTo>
                  <a:pt x="380492" y="111239"/>
                </a:lnTo>
                <a:lnTo>
                  <a:pt x="359537" y="111239"/>
                </a:lnTo>
                <a:lnTo>
                  <a:pt x="357759" y="113525"/>
                </a:lnTo>
                <a:lnTo>
                  <a:pt x="357759" y="260210"/>
                </a:lnTo>
                <a:lnTo>
                  <a:pt x="26416" y="260210"/>
                </a:lnTo>
                <a:lnTo>
                  <a:pt x="24638" y="262509"/>
                </a:lnTo>
                <a:lnTo>
                  <a:pt x="24638" y="366001"/>
                </a:lnTo>
                <a:lnTo>
                  <a:pt x="26416" y="368287"/>
                </a:lnTo>
                <a:lnTo>
                  <a:pt x="47371" y="368287"/>
                </a:lnTo>
                <a:lnTo>
                  <a:pt x="49276" y="366001"/>
                </a:lnTo>
                <a:lnTo>
                  <a:pt x="49276" y="292608"/>
                </a:lnTo>
                <a:lnTo>
                  <a:pt x="51181" y="290309"/>
                </a:lnTo>
                <a:lnTo>
                  <a:pt x="357759" y="290309"/>
                </a:lnTo>
                <a:lnTo>
                  <a:pt x="357759" y="366001"/>
                </a:lnTo>
                <a:lnTo>
                  <a:pt x="359537" y="368287"/>
                </a:lnTo>
                <a:lnTo>
                  <a:pt x="380492" y="368287"/>
                </a:lnTo>
                <a:lnTo>
                  <a:pt x="382397" y="366001"/>
                </a:lnTo>
                <a:lnTo>
                  <a:pt x="382397" y="113525"/>
                </a:lnTo>
                <a:close/>
              </a:path>
              <a:path w="1104900" h="581660">
                <a:moveTo>
                  <a:pt x="806500" y="204597"/>
                </a:moveTo>
                <a:lnTo>
                  <a:pt x="712724" y="204597"/>
                </a:lnTo>
                <a:lnTo>
                  <a:pt x="712724" y="236969"/>
                </a:lnTo>
                <a:lnTo>
                  <a:pt x="806500" y="236969"/>
                </a:lnTo>
                <a:lnTo>
                  <a:pt x="806500" y="204597"/>
                </a:lnTo>
                <a:close/>
              </a:path>
              <a:path w="1104900" h="581660">
                <a:moveTo>
                  <a:pt x="1074547" y="321297"/>
                </a:moveTo>
                <a:lnTo>
                  <a:pt x="805053" y="321297"/>
                </a:lnTo>
                <a:lnTo>
                  <a:pt x="805053" y="364477"/>
                </a:lnTo>
                <a:lnTo>
                  <a:pt x="805053" y="481317"/>
                </a:lnTo>
                <a:lnTo>
                  <a:pt x="805053" y="537197"/>
                </a:lnTo>
                <a:lnTo>
                  <a:pt x="714375" y="537197"/>
                </a:lnTo>
                <a:lnTo>
                  <a:pt x="714375" y="481444"/>
                </a:lnTo>
                <a:lnTo>
                  <a:pt x="714375" y="481317"/>
                </a:lnTo>
                <a:lnTo>
                  <a:pt x="714375" y="364832"/>
                </a:lnTo>
                <a:lnTo>
                  <a:pt x="647827" y="364832"/>
                </a:lnTo>
                <a:lnTo>
                  <a:pt x="647827" y="481317"/>
                </a:lnTo>
                <a:lnTo>
                  <a:pt x="522859" y="481317"/>
                </a:lnTo>
                <a:lnTo>
                  <a:pt x="522859" y="364477"/>
                </a:lnTo>
                <a:lnTo>
                  <a:pt x="805053" y="364477"/>
                </a:lnTo>
                <a:lnTo>
                  <a:pt x="805053" y="321297"/>
                </a:lnTo>
                <a:lnTo>
                  <a:pt x="444881" y="321297"/>
                </a:lnTo>
                <a:lnTo>
                  <a:pt x="444881" y="364477"/>
                </a:lnTo>
                <a:lnTo>
                  <a:pt x="444881" y="481317"/>
                </a:lnTo>
                <a:lnTo>
                  <a:pt x="444881" y="537197"/>
                </a:lnTo>
                <a:lnTo>
                  <a:pt x="444881" y="581647"/>
                </a:lnTo>
                <a:lnTo>
                  <a:pt x="1074547" y="581647"/>
                </a:lnTo>
                <a:lnTo>
                  <a:pt x="1074547" y="537197"/>
                </a:lnTo>
                <a:lnTo>
                  <a:pt x="1074547" y="481317"/>
                </a:lnTo>
                <a:lnTo>
                  <a:pt x="1074534" y="364832"/>
                </a:lnTo>
                <a:lnTo>
                  <a:pt x="996442" y="364832"/>
                </a:lnTo>
                <a:lnTo>
                  <a:pt x="996442" y="481317"/>
                </a:lnTo>
                <a:lnTo>
                  <a:pt x="871601" y="481317"/>
                </a:lnTo>
                <a:lnTo>
                  <a:pt x="871601" y="364477"/>
                </a:lnTo>
                <a:lnTo>
                  <a:pt x="1074547" y="364477"/>
                </a:lnTo>
                <a:lnTo>
                  <a:pt x="1074547" y="321297"/>
                </a:lnTo>
                <a:close/>
              </a:path>
              <a:path w="1104900" h="581660">
                <a:moveTo>
                  <a:pt x="1104900" y="299072"/>
                </a:moveTo>
                <a:lnTo>
                  <a:pt x="1101598" y="259207"/>
                </a:lnTo>
                <a:lnTo>
                  <a:pt x="1097026" y="205092"/>
                </a:lnTo>
                <a:lnTo>
                  <a:pt x="1089787" y="116954"/>
                </a:lnTo>
                <a:lnTo>
                  <a:pt x="1084072" y="49136"/>
                </a:lnTo>
                <a:lnTo>
                  <a:pt x="995984" y="49136"/>
                </a:lnTo>
                <a:lnTo>
                  <a:pt x="995984" y="0"/>
                </a:lnTo>
                <a:lnTo>
                  <a:pt x="939419" y="0"/>
                </a:lnTo>
                <a:lnTo>
                  <a:pt x="939419" y="49136"/>
                </a:lnTo>
                <a:lnTo>
                  <a:pt x="846582" y="49136"/>
                </a:lnTo>
                <a:lnTo>
                  <a:pt x="846582" y="173596"/>
                </a:lnTo>
                <a:lnTo>
                  <a:pt x="846582" y="205092"/>
                </a:lnTo>
                <a:lnTo>
                  <a:pt x="845820" y="204584"/>
                </a:lnTo>
                <a:lnTo>
                  <a:pt x="825627" y="191452"/>
                </a:lnTo>
                <a:lnTo>
                  <a:pt x="825627" y="216903"/>
                </a:lnTo>
                <a:lnTo>
                  <a:pt x="825627" y="259207"/>
                </a:lnTo>
                <a:lnTo>
                  <a:pt x="693674" y="259207"/>
                </a:lnTo>
                <a:lnTo>
                  <a:pt x="693674" y="216903"/>
                </a:lnTo>
                <a:lnTo>
                  <a:pt x="711962" y="205092"/>
                </a:lnTo>
                <a:lnTo>
                  <a:pt x="712724" y="204584"/>
                </a:lnTo>
                <a:lnTo>
                  <a:pt x="806577" y="204584"/>
                </a:lnTo>
                <a:lnTo>
                  <a:pt x="825627" y="216903"/>
                </a:lnTo>
                <a:lnTo>
                  <a:pt x="825627" y="191452"/>
                </a:lnTo>
                <a:lnTo>
                  <a:pt x="759714" y="148577"/>
                </a:lnTo>
                <a:lnTo>
                  <a:pt x="672719" y="205092"/>
                </a:lnTo>
                <a:lnTo>
                  <a:pt x="672719" y="173596"/>
                </a:lnTo>
                <a:lnTo>
                  <a:pt x="759714" y="116954"/>
                </a:lnTo>
                <a:lnTo>
                  <a:pt x="846582" y="173596"/>
                </a:lnTo>
                <a:lnTo>
                  <a:pt x="846582" y="49136"/>
                </a:lnTo>
                <a:lnTo>
                  <a:pt x="435229" y="49136"/>
                </a:lnTo>
                <a:lnTo>
                  <a:pt x="414528" y="299072"/>
                </a:lnTo>
                <a:lnTo>
                  <a:pt x="1104900" y="299072"/>
                </a:lnTo>
                <a:close/>
              </a:path>
            </a:pathLst>
          </a:custGeom>
          <a:solidFill>
            <a:srgbClr val="915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493010" y="2232786"/>
            <a:ext cx="12071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solidFill>
                  <a:srgbClr val="CEF3F5"/>
                </a:solidFill>
                <a:latin typeface="Trebuchet MS"/>
                <a:cs typeface="Trebuchet MS"/>
              </a:rPr>
              <a:t>I</a:t>
            </a:r>
            <a:r>
              <a:rPr sz="1200" spc="-120" dirty="0">
                <a:solidFill>
                  <a:srgbClr val="CEF3F5"/>
                </a:solidFill>
                <a:latin typeface="Trebuchet MS"/>
                <a:cs typeface="Trebuchet MS"/>
              </a:rPr>
              <a:t>n</a:t>
            </a:r>
            <a:r>
              <a:rPr sz="1200" spc="-35" dirty="0">
                <a:solidFill>
                  <a:srgbClr val="CEF3F5"/>
                </a:solidFill>
                <a:latin typeface="Trebuchet MS"/>
                <a:cs typeface="Trebuchet MS"/>
              </a:rPr>
              <a:t>s</a:t>
            </a:r>
            <a:r>
              <a:rPr sz="1200" spc="-100" dirty="0">
                <a:solidFill>
                  <a:srgbClr val="CEF3F5"/>
                </a:solidFill>
                <a:latin typeface="Trebuchet MS"/>
                <a:cs typeface="Trebuchet MS"/>
              </a:rPr>
              <a:t>t</a:t>
            </a:r>
            <a:r>
              <a:rPr sz="1200" spc="-105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70" dirty="0">
                <a:solidFill>
                  <a:srgbClr val="CEF3F5"/>
                </a:solidFill>
                <a:latin typeface="Trebuchet MS"/>
                <a:cs typeface="Trebuchet MS"/>
              </a:rPr>
              <a:t>l</a:t>
            </a:r>
            <a:r>
              <a:rPr sz="1200" spc="-105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35" dirty="0">
                <a:solidFill>
                  <a:srgbClr val="CEF3F5"/>
                </a:solidFill>
                <a:latin typeface="Trebuchet MS"/>
                <a:cs typeface="Trebuchet MS"/>
              </a:rPr>
              <a:t>s</a:t>
            </a:r>
            <a:r>
              <a:rPr sz="1200" spc="-70" dirty="0">
                <a:solidFill>
                  <a:srgbClr val="CEF3F5"/>
                </a:solidFill>
                <a:latin typeface="Trebuchet MS"/>
                <a:cs typeface="Trebuchet MS"/>
              </a:rPr>
              <a:t>i</a:t>
            </a:r>
            <a:r>
              <a:rPr sz="1200" spc="-75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1200" spc="-10" dirty="0">
                <a:solidFill>
                  <a:srgbClr val="CEF3F5"/>
                </a:solidFill>
                <a:latin typeface="Trebuchet MS"/>
                <a:cs typeface="Trebuchet MS"/>
              </a:rPr>
              <a:t>R</a:t>
            </a:r>
            <a:r>
              <a:rPr sz="1200" spc="-45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120" dirty="0">
                <a:solidFill>
                  <a:srgbClr val="CEF3F5"/>
                </a:solidFill>
                <a:latin typeface="Trebuchet MS"/>
                <a:cs typeface="Trebuchet MS"/>
              </a:rPr>
              <a:t>w</a:t>
            </a:r>
            <a:r>
              <a:rPr sz="1200" spc="-45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110" dirty="0">
                <a:solidFill>
                  <a:srgbClr val="CEF3F5"/>
                </a:solidFill>
                <a:latin typeface="Trebuchet MS"/>
                <a:cs typeface="Trebuchet MS"/>
              </a:rPr>
              <a:t>t</a:t>
            </a:r>
            <a:r>
              <a:rPr sz="1200" spc="-105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1200" spc="-5" dirty="0">
                <a:solidFill>
                  <a:srgbClr val="CEF3F5"/>
                </a:solidFill>
                <a:latin typeface="Trebuchet MS"/>
                <a:cs typeface="Trebuchet MS"/>
              </a:rPr>
              <a:t>I</a:t>
            </a:r>
            <a:r>
              <a:rPr sz="1200" spc="-95" dirty="0">
                <a:solidFill>
                  <a:srgbClr val="CEF3F5"/>
                </a:solidFill>
                <a:latin typeface="Trebuchet MS"/>
                <a:cs typeface="Trebuchet MS"/>
              </a:rPr>
              <a:t>n</a:t>
            </a:r>
            <a:r>
              <a:rPr sz="1200" spc="-85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135" dirty="0">
                <a:solidFill>
                  <a:srgbClr val="CEF3F5"/>
                </a:solidFill>
                <a:latin typeface="Trebuchet MS"/>
                <a:cs typeface="Trebuchet MS"/>
              </a:rPr>
              <a:t>p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36108" y="1615439"/>
            <a:ext cx="196468" cy="49225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01284" y="1616202"/>
            <a:ext cx="908176" cy="4914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847715" y="2213864"/>
            <a:ext cx="3937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85" dirty="0">
                <a:solidFill>
                  <a:srgbClr val="CEF3F5"/>
                </a:solidFill>
                <a:latin typeface="Trebuchet MS"/>
                <a:cs typeface="Trebuchet MS"/>
              </a:rPr>
              <a:t>P</a:t>
            </a:r>
            <a:r>
              <a:rPr sz="1200" spc="-105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35" dirty="0">
                <a:solidFill>
                  <a:srgbClr val="CEF3F5"/>
                </a:solidFill>
                <a:latin typeface="Trebuchet MS"/>
                <a:cs typeface="Trebuchet MS"/>
              </a:rPr>
              <a:t>s</a:t>
            </a:r>
            <a:r>
              <a:rPr sz="1200" spc="-60" dirty="0">
                <a:solidFill>
                  <a:srgbClr val="CEF3F5"/>
                </a:solidFill>
                <a:latin typeface="Trebuchet MS"/>
                <a:cs typeface="Trebuchet MS"/>
              </a:rPr>
              <a:t>i</a:t>
            </a:r>
            <a:r>
              <a:rPr sz="1200" spc="-145" dirty="0">
                <a:solidFill>
                  <a:srgbClr val="CEF3F5"/>
                </a:solidFill>
                <a:latin typeface="Trebuchet MS"/>
                <a:cs typeface="Trebuchet MS"/>
              </a:rPr>
              <a:t>e</a:t>
            </a:r>
            <a:r>
              <a:rPr sz="1200" spc="-130" dirty="0">
                <a:solidFill>
                  <a:srgbClr val="CEF3F5"/>
                </a:solidFill>
                <a:latin typeface="Trebuchet MS"/>
                <a:cs typeface="Trebuchet MS"/>
              </a:rPr>
              <a:t>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32632" y="2868167"/>
            <a:ext cx="2260600" cy="416559"/>
          </a:xfrm>
          <a:custGeom>
            <a:avLst/>
            <a:gdLst/>
            <a:ahLst/>
            <a:cxnLst/>
            <a:rect l="l" t="t" r="r" b="b"/>
            <a:pathLst>
              <a:path w="2260600" h="416560">
                <a:moveTo>
                  <a:pt x="2260091" y="0"/>
                </a:moveTo>
                <a:lnTo>
                  <a:pt x="69341" y="0"/>
                </a:lnTo>
                <a:lnTo>
                  <a:pt x="42326" y="5441"/>
                </a:lnTo>
                <a:lnTo>
                  <a:pt x="20288" y="20288"/>
                </a:lnTo>
                <a:lnTo>
                  <a:pt x="5441" y="42326"/>
                </a:lnTo>
                <a:lnTo>
                  <a:pt x="0" y="69342"/>
                </a:lnTo>
                <a:lnTo>
                  <a:pt x="0" y="416051"/>
                </a:lnTo>
                <a:lnTo>
                  <a:pt x="2190750" y="416051"/>
                </a:lnTo>
                <a:lnTo>
                  <a:pt x="2217765" y="410610"/>
                </a:lnTo>
                <a:lnTo>
                  <a:pt x="2239803" y="395763"/>
                </a:lnTo>
                <a:lnTo>
                  <a:pt x="2254650" y="373725"/>
                </a:lnTo>
                <a:lnTo>
                  <a:pt x="2260091" y="346709"/>
                </a:lnTo>
                <a:lnTo>
                  <a:pt x="2260091" y="0"/>
                </a:lnTo>
                <a:close/>
              </a:path>
            </a:pathLst>
          </a:custGeom>
          <a:solidFill>
            <a:srgbClr val="9153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647313" y="2947161"/>
            <a:ext cx="209677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300" spc="-204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1300" spc="-16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1300" spc="-70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30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3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300" spc="-14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1300" spc="-175" dirty="0">
                <a:solidFill>
                  <a:srgbClr val="FFFFFF"/>
                </a:solidFill>
                <a:latin typeface="Trebuchet MS"/>
                <a:cs typeface="Trebuchet MS"/>
              </a:rPr>
              <a:t>FO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300" spc="-1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1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300" spc="-45" dirty="0">
                <a:solidFill>
                  <a:srgbClr val="FFFFFF"/>
                </a:solidFill>
                <a:latin typeface="Trebuchet MS"/>
                <a:cs typeface="Trebuchet MS"/>
              </a:rPr>
              <a:t>I </a:t>
            </a:r>
            <a:r>
              <a:rPr sz="1300" spc="-7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1300" spc="-12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1300" spc="-6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1300" spc="-125" dirty="0">
                <a:solidFill>
                  <a:srgbClr val="FFFFFF"/>
                </a:solidFill>
                <a:latin typeface="Trebuchet MS"/>
                <a:cs typeface="Trebuchet MS"/>
              </a:rPr>
              <a:t>AH</a:t>
            </a:r>
            <a:r>
              <a:rPr sz="13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300" spc="-5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1300" spc="-12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1300" spc="-105" dirty="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r>
              <a:rPr sz="1300" spc="-3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1300" spc="-22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07707" y="2726435"/>
            <a:ext cx="809625" cy="676910"/>
            <a:chOff x="6807707" y="2726435"/>
            <a:chExt cx="809625" cy="676910"/>
          </a:xfrm>
        </p:grpSpPr>
        <p:sp>
          <p:nvSpPr>
            <p:cNvPr id="12" name="object 12"/>
            <p:cNvSpPr/>
            <p:nvPr/>
          </p:nvSpPr>
          <p:spPr>
            <a:xfrm>
              <a:off x="6807708" y="2726435"/>
              <a:ext cx="462915" cy="607060"/>
            </a:xfrm>
            <a:custGeom>
              <a:avLst/>
              <a:gdLst/>
              <a:ahLst/>
              <a:cxnLst/>
              <a:rect l="l" t="t" r="r" b="b"/>
              <a:pathLst>
                <a:path w="462915" h="607060">
                  <a:moveTo>
                    <a:pt x="462915" y="247142"/>
                  </a:moveTo>
                  <a:lnTo>
                    <a:pt x="457962" y="239268"/>
                  </a:lnTo>
                  <a:lnTo>
                    <a:pt x="452374" y="224282"/>
                  </a:lnTo>
                  <a:lnTo>
                    <a:pt x="453644" y="210947"/>
                  </a:lnTo>
                  <a:lnTo>
                    <a:pt x="457962" y="198120"/>
                  </a:lnTo>
                  <a:lnTo>
                    <a:pt x="461391" y="184404"/>
                  </a:lnTo>
                  <a:lnTo>
                    <a:pt x="451104" y="136017"/>
                  </a:lnTo>
                  <a:lnTo>
                    <a:pt x="431165" y="92837"/>
                  </a:lnTo>
                  <a:lnTo>
                    <a:pt x="401701" y="56769"/>
                  </a:lnTo>
                  <a:lnTo>
                    <a:pt x="361061" y="28702"/>
                  </a:lnTo>
                  <a:lnTo>
                    <a:pt x="308102" y="9652"/>
                  </a:lnTo>
                  <a:lnTo>
                    <a:pt x="264922" y="2413"/>
                  </a:lnTo>
                  <a:lnTo>
                    <a:pt x="215138" y="0"/>
                  </a:lnTo>
                  <a:lnTo>
                    <a:pt x="193167" y="762"/>
                  </a:lnTo>
                  <a:lnTo>
                    <a:pt x="152654" y="6604"/>
                  </a:lnTo>
                  <a:lnTo>
                    <a:pt x="100838" y="25400"/>
                  </a:lnTo>
                  <a:lnTo>
                    <a:pt x="59690" y="54483"/>
                  </a:lnTo>
                  <a:lnTo>
                    <a:pt x="29210" y="92202"/>
                  </a:lnTo>
                  <a:lnTo>
                    <a:pt x="9525" y="136652"/>
                  </a:lnTo>
                  <a:lnTo>
                    <a:pt x="635" y="186309"/>
                  </a:lnTo>
                  <a:lnTo>
                    <a:pt x="0" y="203708"/>
                  </a:lnTo>
                  <a:lnTo>
                    <a:pt x="889" y="225552"/>
                  </a:lnTo>
                  <a:lnTo>
                    <a:pt x="6858" y="267462"/>
                  </a:lnTo>
                  <a:lnTo>
                    <a:pt x="17272" y="307086"/>
                  </a:lnTo>
                  <a:lnTo>
                    <a:pt x="30353" y="344424"/>
                  </a:lnTo>
                  <a:lnTo>
                    <a:pt x="51435" y="397129"/>
                  </a:lnTo>
                  <a:lnTo>
                    <a:pt x="58039" y="414020"/>
                  </a:lnTo>
                  <a:lnTo>
                    <a:pt x="64135" y="430403"/>
                  </a:lnTo>
                  <a:lnTo>
                    <a:pt x="69342" y="446532"/>
                  </a:lnTo>
                  <a:lnTo>
                    <a:pt x="73660" y="462407"/>
                  </a:lnTo>
                  <a:lnTo>
                    <a:pt x="76708" y="478028"/>
                  </a:lnTo>
                  <a:lnTo>
                    <a:pt x="75057" y="530860"/>
                  </a:lnTo>
                  <a:lnTo>
                    <a:pt x="59690" y="571373"/>
                  </a:lnTo>
                  <a:lnTo>
                    <a:pt x="42037" y="597408"/>
                  </a:lnTo>
                  <a:lnTo>
                    <a:pt x="33655" y="606552"/>
                  </a:lnTo>
                  <a:lnTo>
                    <a:pt x="311912" y="606552"/>
                  </a:lnTo>
                  <a:lnTo>
                    <a:pt x="327406" y="554990"/>
                  </a:lnTo>
                  <a:lnTo>
                    <a:pt x="357505" y="528320"/>
                  </a:lnTo>
                  <a:lnTo>
                    <a:pt x="368554" y="527177"/>
                  </a:lnTo>
                  <a:lnTo>
                    <a:pt x="379603" y="527558"/>
                  </a:lnTo>
                  <a:lnTo>
                    <a:pt x="379095" y="527177"/>
                  </a:lnTo>
                  <a:lnTo>
                    <a:pt x="183896" y="388874"/>
                  </a:lnTo>
                  <a:lnTo>
                    <a:pt x="158496" y="357251"/>
                  </a:lnTo>
                  <a:lnTo>
                    <a:pt x="152146" y="317246"/>
                  </a:lnTo>
                  <a:lnTo>
                    <a:pt x="155702" y="300990"/>
                  </a:lnTo>
                  <a:lnTo>
                    <a:pt x="184531" y="261747"/>
                  </a:lnTo>
                  <a:lnTo>
                    <a:pt x="231013" y="247142"/>
                  </a:lnTo>
                  <a:lnTo>
                    <a:pt x="462915" y="247142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9030" y="2973577"/>
              <a:ext cx="343662" cy="27876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342631" y="2726435"/>
              <a:ext cx="246379" cy="320040"/>
            </a:xfrm>
            <a:custGeom>
              <a:avLst/>
              <a:gdLst/>
              <a:ahLst/>
              <a:cxnLst/>
              <a:rect l="l" t="t" r="r" b="b"/>
              <a:pathLst>
                <a:path w="246379" h="320039">
                  <a:moveTo>
                    <a:pt x="114426" y="0"/>
                  </a:moveTo>
                  <a:lnTo>
                    <a:pt x="73278" y="5587"/>
                  </a:lnTo>
                  <a:lnTo>
                    <a:pt x="28701" y="31750"/>
                  </a:lnTo>
                  <a:lnTo>
                    <a:pt x="4572" y="73787"/>
                  </a:lnTo>
                  <a:lnTo>
                    <a:pt x="0" y="107441"/>
                  </a:lnTo>
                  <a:lnTo>
                    <a:pt x="1524" y="128777"/>
                  </a:lnTo>
                  <a:lnTo>
                    <a:pt x="5461" y="148970"/>
                  </a:lnTo>
                  <a:lnTo>
                    <a:pt x="11175" y="168147"/>
                  </a:lnTo>
                  <a:lnTo>
                    <a:pt x="18034" y="186436"/>
                  </a:lnTo>
                  <a:lnTo>
                    <a:pt x="31750" y="220471"/>
                  </a:lnTo>
                  <a:lnTo>
                    <a:pt x="37211" y="236600"/>
                  </a:lnTo>
                  <a:lnTo>
                    <a:pt x="40767" y="252094"/>
                  </a:lnTo>
                  <a:lnTo>
                    <a:pt x="39877" y="279907"/>
                  </a:lnTo>
                  <a:lnTo>
                    <a:pt x="31750" y="301370"/>
                  </a:lnTo>
                  <a:lnTo>
                    <a:pt x="22351" y="315087"/>
                  </a:lnTo>
                  <a:lnTo>
                    <a:pt x="17907" y="319913"/>
                  </a:lnTo>
                  <a:lnTo>
                    <a:pt x="165735" y="319913"/>
                  </a:lnTo>
                  <a:lnTo>
                    <a:pt x="172847" y="295147"/>
                  </a:lnTo>
                  <a:lnTo>
                    <a:pt x="181610" y="282701"/>
                  </a:lnTo>
                  <a:lnTo>
                    <a:pt x="191516" y="278383"/>
                  </a:lnTo>
                  <a:lnTo>
                    <a:pt x="201802" y="278256"/>
                  </a:lnTo>
                  <a:lnTo>
                    <a:pt x="97790" y="205105"/>
                  </a:lnTo>
                  <a:lnTo>
                    <a:pt x="89789" y="197612"/>
                  </a:lnTo>
                  <a:lnTo>
                    <a:pt x="84200" y="188468"/>
                  </a:lnTo>
                  <a:lnTo>
                    <a:pt x="81152" y="178181"/>
                  </a:lnTo>
                  <a:lnTo>
                    <a:pt x="80899" y="167386"/>
                  </a:lnTo>
                  <a:lnTo>
                    <a:pt x="82676" y="158750"/>
                  </a:lnTo>
                  <a:lnTo>
                    <a:pt x="91440" y="143890"/>
                  </a:lnTo>
                  <a:lnTo>
                    <a:pt x="105791" y="133731"/>
                  </a:lnTo>
                  <a:lnTo>
                    <a:pt x="122809" y="130301"/>
                  </a:lnTo>
                  <a:lnTo>
                    <a:pt x="246125" y="130301"/>
                  </a:lnTo>
                  <a:lnTo>
                    <a:pt x="243459" y="126111"/>
                  </a:lnTo>
                  <a:lnTo>
                    <a:pt x="240411" y="116458"/>
                  </a:lnTo>
                  <a:lnTo>
                    <a:pt x="242316" y="107950"/>
                  </a:lnTo>
                  <a:lnTo>
                    <a:pt x="244983" y="99187"/>
                  </a:lnTo>
                  <a:lnTo>
                    <a:pt x="244475" y="88772"/>
                  </a:lnTo>
                  <a:lnTo>
                    <a:pt x="227457" y="46227"/>
                  </a:lnTo>
                  <a:lnTo>
                    <a:pt x="193548" y="16001"/>
                  </a:lnTo>
                  <a:lnTo>
                    <a:pt x="138302" y="1015"/>
                  </a:lnTo>
                  <a:lnTo>
                    <a:pt x="114426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3690" y="2856737"/>
              <a:ext cx="183133" cy="14706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342631" y="3083051"/>
              <a:ext cx="246379" cy="320040"/>
            </a:xfrm>
            <a:custGeom>
              <a:avLst/>
              <a:gdLst/>
              <a:ahLst/>
              <a:cxnLst/>
              <a:rect l="l" t="t" r="r" b="b"/>
              <a:pathLst>
                <a:path w="246379" h="320039">
                  <a:moveTo>
                    <a:pt x="114426" y="0"/>
                  </a:moveTo>
                  <a:lnTo>
                    <a:pt x="73278" y="5587"/>
                  </a:lnTo>
                  <a:lnTo>
                    <a:pt x="28701" y="31750"/>
                  </a:lnTo>
                  <a:lnTo>
                    <a:pt x="4572" y="73787"/>
                  </a:lnTo>
                  <a:lnTo>
                    <a:pt x="0" y="107442"/>
                  </a:lnTo>
                  <a:lnTo>
                    <a:pt x="1524" y="128778"/>
                  </a:lnTo>
                  <a:lnTo>
                    <a:pt x="5461" y="148971"/>
                  </a:lnTo>
                  <a:lnTo>
                    <a:pt x="11175" y="168148"/>
                  </a:lnTo>
                  <a:lnTo>
                    <a:pt x="18034" y="186436"/>
                  </a:lnTo>
                  <a:lnTo>
                    <a:pt x="31750" y="220472"/>
                  </a:lnTo>
                  <a:lnTo>
                    <a:pt x="37211" y="236600"/>
                  </a:lnTo>
                  <a:lnTo>
                    <a:pt x="40767" y="252095"/>
                  </a:lnTo>
                  <a:lnTo>
                    <a:pt x="39877" y="279908"/>
                  </a:lnTo>
                  <a:lnTo>
                    <a:pt x="31750" y="301371"/>
                  </a:lnTo>
                  <a:lnTo>
                    <a:pt x="22351" y="315087"/>
                  </a:lnTo>
                  <a:lnTo>
                    <a:pt x="17907" y="319913"/>
                  </a:lnTo>
                  <a:lnTo>
                    <a:pt x="165735" y="319913"/>
                  </a:lnTo>
                  <a:lnTo>
                    <a:pt x="172847" y="295148"/>
                  </a:lnTo>
                  <a:lnTo>
                    <a:pt x="181610" y="282702"/>
                  </a:lnTo>
                  <a:lnTo>
                    <a:pt x="191516" y="278384"/>
                  </a:lnTo>
                  <a:lnTo>
                    <a:pt x="201802" y="278256"/>
                  </a:lnTo>
                  <a:lnTo>
                    <a:pt x="97790" y="205105"/>
                  </a:lnTo>
                  <a:lnTo>
                    <a:pt x="89789" y="197612"/>
                  </a:lnTo>
                  <a:lnTo>
                    <a:pt x="84200" y="188468"/>
                  </a:lnTo>
                  <a:lnTo>
                    <a:pt x="81152" y="178181"/>
                  </a:lnTo>
                  <a:lnTo>
                    <a:pt x="80899" y="167259"/>
                  </a:lnTo>
                  <a:lnTo>
                    <a:pt x="82676" y="158750"/>
                  </a:lnTo>
                  <a:lnTo>
                    <a:pt x="91440" y="143891"/>
                  </a:lnTo>
                  <a:lnTo>
                    <a:pt x="105791" y="133731"/>
                  </a:lnTo>
                  <a:lnTo>
                    <a:pt x="122809" y="130302"/>
                  </a:lnTo>
                  <a:lnTo>
                    <a:pt x="246125" y="130302"/>
                  </a:lnTo>
                  <a:lnTo>
                    <a:pt x="243459" y="126111"/>
                  </a:lnTo>
                  <a:lnTo>
                    <a:pt x="240411" y="116459"/>
                  </a:lnTo>
                  <a:lnTo>
                    <a:pt x="242316" y="107950"/>
                  </a:lnTo>
                  <a:lnTo>
                    <a:pt x="244983" y="99187"/>
                  </a:lnTo>
                  <a:lnTo>
                    <a:pt x="244475" y="88773"/>
                  </a:lnTo>
                  <a:lnTo>
                    <a:pt x="227457" y="46228"/>
                  </a:lnTo>
                  <a:lnTo>
                    <a:pt x="193548" y="16002"/>
                  </a:lnTo>
                  <a:lnTo>
                    <a:pt x="138302" y="1016"/>
                  </a:lnTo>
                  <a:lnTo>
                    <a:pt x="114426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3690" y="3213353"/>
              <a:ext cx="183133" cy="147065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861175" y="3404742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25" dirty="0">
                <a:solidFill>
                  <a:srgbClr val="CEF3F5"/>
                </a:solidFill>
                <a:latin typeface="Trebuchet MS"/>
                <a:cs typeface="Trebuchet MS"/>
              </a:rPr>
              <a:t>T</a:t>
            </a:r>
            <a:r>
              <a:rPr sz="1200" spc="-165" dirty="0">
                <a:solidFill>
                  <a:srgbClr val="CEF3F5"/>
                </a:solidFill>
                <a:latin typeface="Trebuchet MS"/>
                <a:cs typeface="Trebuchet MS"/>
              </a:rPr>
              <a:t>e</a:t>
            </a:r>
            <a:r>
              <a:rPr sz="1200" spc="-145" dirty="0">
                <a:solidFill>
                  <a:srgbClr val="CEF3F5"/>
                </a:solidFill>
                <a:latin typeface="Trebuchet MS"/>
                <a:cs typeface="Trebuchet MS"/>
              </a:rPr>
              <a:t>n</a:t>
            </a:r>
            <a:r>
              <a:rPr sz="1200" spc="-130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95" dirty="0">
                <a:solidFill>
                  <a:srgbClr val="CEF3F5"/>
                </a:solidFill>
                <a:latin typeface="Trebuchet MS"/>
                <a:cs typeface="Trebuchet MS"/>
              </a:rPr>
              <a:t>g</a:t>
            </a:r>
            <a:r>
              <a:rPr sz="1200" spc="-120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1200" spc="-165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1200" spc="-15" dirty="0">
                <a:solidFill>
                  <a:srgbClr val="CEF3F5"/>
                </a:solidFill>
                <a:latin typeface="Trebuchet MS"/>
                <a:cs typeface="Trebuchet MS"/>
              </a:rPr>
              <a:t>M</a:t>
            </a:r>
            <a:r>
              <a:rPr sz="1200" spc="-105" dirty="0">
                <a:solidFill>
                  <a:srgbClr val="CEF3F5"/>
                </a:solidFill>
                <a:latin typeface="Trebuchet MS"/>
                <a:cs typeface="Trebuchet MS"/>
              </a:rPr>
              <a:t>e</a:t>
            </a:r>
            <a:r>
              <a:rPr sz="1200" spc="-100" dirty="0">
                <a:solidFill>
                  <a:srgbClr val="CEF3F5"/>
                </a:solidFill>
                <a:latin typeface="Trebuchet MS"/>
                <a:cs typeface="Trebuchet MS"/>
              </a:rPr>
              <a:t>d</a:t>
            </a:r>
            <a:r>
              <a:rPr sz="1200" spc="-25" dirty="0">
                <a:solidFill>
                  <a:srgbClr val="CEF3F5"/>
                </a:solidFill>
                <a:latin typeface="Trebuchet MS"/>
                <a:cs typeface="Trebuchet MS"/>
              </a:rPr>
              <a:t>i</a:t>
            </a:r>
            <a:r>
              <a:rPr sz="1200" spc="-40" dirty="0">
                <a:solidFill>
                  <a:srgbClr val="CEF3F5"/>
                </a:solidFill>
                <a:latin typeface="Trebuchet MS"/>
                <a:cs typeface="Trebuchet MS"/>
              </a:rPr>
              <a:t>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06067" y="2820923"/>
            <a:ext cx="1370330" cy="600710"/>
            <a:chOff x="1306067" y="2820923"/>
            <a:chExt cx="1370330" cy="60071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0974" y="3250691"/>
              <a:ext cx="104647" cy="10515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306068" y="2820923"/>
              <a:ext cx="1370330" cy="600710"/>
            </a:xfrm>
            <a:custGeom>
              <a:avLst/>
              <a:gdLst/>
              <a:ahLst/>
              <a:cxnLst/>
              <a:rect l="l" t="t" r="r" b="b"/>
              <a:pathLst>
                <a:path w="1370330" h="600710">
                  <a:moveTo>
                    <a:pt x="408051" y="257683"/>
                  </a:moveTo>
                  <a:lnTo>
                    <a:pt x="407289" y="254508"/>
                  </a:lnTo>
                  <a:lnTo>
                    <a:pt x="405511" y="251841"/>
                  </a:lnTo>
                  <a:lnTo>
                    <a:pt x="402971" y="250063"/>
                  </a:lnTo>
                  <a:lnTo>
                    <a:pt x="399669" y="249428"/>
                  </a:lnTo>
                  <a:lnTo>
                    <a:pt x="391287" y="249428"/>
                  </a:lnTo>
                  <a:lnTo>
                    <a:pt x="391287" y="292227"/>
                  </a:lnTo>
                  <a:lnTo>
                    <a:pt x="391287" y="332740"/>
                  </a:lnTo>
                  <a:lnTo>
                    <a:pt x="390398" y="336931"/>
                  </a:lnTo>
                  <a:lnTo>
                    <a:pt x="388112" y="340487"/>
                  </a:lnTo>
                  <a:lnTo>
                    <a:pt x="384683" y="342773"/>
                  </a:lnTo>
                  <a:lnTo>
                    <a:pt x="380365" y="343662"/>
                  </a:lnTo>
                  <a:lnTo>
                    <a:pt x="364451" y="343662"/>
                  </a:lnTo>
                  <a:lnTo>
                    <a:pt x="364451" y="281330"/>
                  </a:lnTo>
                  <a:lnTo>
                    <a:pt x="351015" y="281330"/>
                  </a:lnTo>
                  <a:lnTo>
                    <a:pt x="351015" y="343662"/>
                  </a:lnTo>
                  <a:lnTo>
                    <a:pt x="335140" y="343662"/>
                  </a:lnTo>
                  <a:lnTo>
                    <a:pt x="330822" y="342773"/>
                  </a:lnTo>
                  <a:lnTo>
                    <a:pt x="327406" y="340487"/>
                  </a:lnTo>
                  <a:lnTo>
                    <a:pt x="325120" y="336931"/>
                  </a:lnTo>
                  <a:lnTo>
                    <a:pt x="324231" y="332740"/>
                  </a:lnTo>
                  <a:lnTo>
                    <a:pt x="324231" y="292227"/>
                  </a:lnTo>
                  <a:lnTo>
                    <a:pt x="325120" y="287909"/>
                  </a:lnTo>
                  <a:lnTo>
                    <a:pt x="327406" y="284480"/>
                  </a:lnTo>
                  <a:lnTo>
                    <a:pt x="330822" y="282194"/>
                  </a:lnTo>
                  <a:lnTo>
                    <a:pt x="335140" y="281305"/>
                  </a:lnTo>
                  <a:lnTo>
                    <a:pt x="380365" y="281305"/>
                  </a:lnTo>
                  <a:lnTo>
                    <a:pt x="384683" y="282194"/>
                  </a:lnTo>
                  <a:lnTo>
                    <a:pt x="388112" y="284480"/>
                  </a:lnTo>
                  <a:lnTo>
                    <a:pt x="390398" y="287909"/>
                  </a:lnTo>
                  <a:lnTo>
                    <a:pt x="391287" y="292227"/>
                  </a:lnTo>
                  <a:lnTo>
                    <a:pt x="391287" y="249428"/>
                  </a:lnTo>
                  <a:lnTo>
                    <a:pt x="315849" y="249428"/>
                  </a:lnTo>
                  <a:lnTo>
                    <a:pt x="312547" y="250063"/>
                  </a:lnTo>
                  <a:lnTo>
                    <a:pt x="310007" y="251841"/>
                  </a:lnTo>
                  <a:lnTo>
                    <a:pt x="308229" y="254508"/>
                  </a:lnTo>
                  <a:lnTo>
                    <a:pt x="307467" y="257683"/>
                  </a:lnTo>
                  <a:lnTo>
                    <a:pt x="307467" y="487934"/>
                  </a:lnTo>
                  <a:lnTo>
                    <a:pt x="408051" y="487934"/>
                  </a:lnTo>
                  <a:lnTo>
                    <a:pt x="408051" y="343662"/>
                  </a:lnTo>
                  <a:lnTo>
                    <a:pt x="408051" y="281305"/>
                  </a:lnTo>
                  <a:lnTo>
                    <a:pt x="408051" y="257683"/>
                  </a:lnTo>
                  <a:close/>
                </a:path>
                <a:path w="1370330" h="600710">
                  <a:moveTo>
                    <a:pt x="499618" y="196342"/>
                  </a:moveTo>
                  <a:lnTo>
                    <a:pt x="498729" y="191643"/>
                  </a:lnTo>
                  <a:lnTo>
                    <a:pt x="496189" y="187833"/>
                  </a:lnTo>
                  <a:lnTo>
                    <a:pt x="492379" y="185293"/>
                  </a:lnTo>
                  <a:lnTo>
                    <a:pt x="487680" y="184404"/>
                  </a:lnTo>
                  <a:lnTo>
                    <a:pt x="473964" y="184404"/>
                  </a:lnTo>
                  <a:lnTo>
                    <a:pt x="473964" y="210820"/>
                  </a:lnTo>
                  <a:lnTo>
                    <a:pt x="473964" y="232791"/>
                  </a:lnTo>
                  <a:lnTo>
                    <a:pt x="471043" y="235839"/>
                  </a:lnTo>
                  <a:lnTo>
                    <a:pt x="437769" y="235839"/>
                  </a:lnTo>
                  <a:lnTo>
                    <a:pt x="434848" y="232791"/>
                  </a:lnTo>
                  <a:lnTo>
                    <a:pt x="434848" y="210820"/>
                  </a:lnTo>
                  <a:lnTo>
                    <a:pt x="437769" y="207772"/>
                  </a:lnTo>
                  <a:lnTo>
                    <a:pt x="471043" y="207772"/>
                  </a:lnTo>
                  <a:lnTo>
                    <a:pt x="473964" y="210820"/>
                  </a:lnTo>
                  <a:lnTo>
                    <a:pt x="473964" y="184404"/>
                  </a:lnTo>
                  <a:lnTo>
                    <a:pt x="279908" y="184404"/>
                  </a:lnTo>
                  <a:lnTo>
                    <a:pt x="279908" y="210820"/>
                  </a:lnTo>
                  <a:lnTo>
                    <a:pt x="279908" y="232791"/>
                  </a:lnTo>
                  <a:lnTo>
                    <a:pt x="276860" y="235839"/>
                  </a:lnTo>
                  <a:lnTo>
                    <a:pt x="243713" y="235839"/>
                  </a:lnTo>
                  <a:lnTo>
                    <a:pt x="240665" y="232791"/>
                  </a:lnTo>
                  <a:lnTo>
                    <a:pt x="240665" y="210820"/>
                  </a:lnTo>
                  <a:lnTo>
                    <a:pt x="243713" y="207772"/>
                  </a:lnTo>
                  <a:lnTo>
                    <a:pt x="276860" y="207772"/>
                  </a:lnTo>
                  <a:lnTo>
                    <a:pt x="279908" y="210820"/>
                  </a:lnTo>
                  <a:lnTo>
                    <a:pt x="279908" y="184404"/>
                  </a:lnTo>
                  <a:lnTo>
                    <a:pt x="214503" y="184404"/>
                  </a:lnTo>
                  <a:lnTo>
                    <a:pt x="214503" y="291465"/>
                  </a:lnTo>
                  <a:lnTo>
                    <a:pt x="189611" y="305943"/>
                  </a:lnTo>
                  <a:lnTo>
                    <a:pt x="214503" y="320294"/>
                  </a:lnTo>
                  <a:lnTo>
                    <a:pt x="200914" y="344043"/>
                  </a:lnTo>
                  <a:lnTo>
                    <a:pt x="176022" y="329565"/>
                  </a:lnTo>
                  <a:lnTo>
                    <a:pt x="176022" y="358394"/>
                  </a:lnTo>
                  <a:lnTo>
                    <a:pt x="148717" y="358394"/>
                  </a:lnTo>
                  <a:lnTo>
                    <a:pt x="148717" y="344043"/>
                  </a:lnTo>
                  <a:lnTo>
                    <a:pt x="148717" y="329565"/>
                  </a:lnTo>
                  <a:lnTo>
                    <a:pt x="123952" y="344043"/>
                  </a:lnTo>
                  <a:lnTo>
                    <a:pt x="110363" y="320294"/>
                  </a:lnTo>
                  <a:lnTo>
                    <a:pt x="135128" y="305943"/>
                  </a:lnTo>
                  <a:lnTo>
                    <a:pt x="110363" y="291465"/>
                  </a:lnTo>
                  <a:lnTo>
                    <a:pt x="123952" y="267843"/>
                  </a:lnTo>
                  <a:lnTo>
                    <a:pt x="148717" y="282194"/>
                  </a:lnTo>
                  <a:lnTo>
                    <a:pt x="148717" y="267843"/>
                  </a:lnTo>
                  <a:lnTo>
                    <a:pt x="148717" y="253365"/>
                  </a:lnTo>
                  <a:lnTo>
                    <a:pt x="176022" y="253365"/>
                  </a:lnTo>
                  <a:lnTo>
                    <a:pt x="176022" y="282194"/>
                  </a:lnTo>
                  <a:lnTo>
                    <a:pt x="200914" y="267843"/>
                  </a:lnTo>
                  <a:lnTo>
                    <a:pt x="214503" y="291465"/>
                  </a:lnTo>
                  <a:lnTo>
                    <a:pt x="214503" y="184404"/>
                  </a:lnTo>
                  <a:lnTo>
                    <a:pt x="85725" y="184404"/>
                  </a:lnTo>
                  <a:lnTo>
                    <a:pt x="85725" y="210820"/>
                  </a:lnTo>
                  <a:lnTo>
                    <a:pt x="85725" y="232791"/>
                  </a:lnTo>
                  <a:lnTo>
                    <a:pt x="82804" y="235839"/>
                  </a:lnTo>
                  <a:lnTo>
                    <a:pt x="49530" y="235839"/>
                  </a:lnTo>
                  <a:lnTo>
                    <a:pt x="46609" y="232791"/>
                  </a:lnTo>
                  <a:lnTo>
                    <a:pt x="46609" y="210820"/>
                  </a:lnTo>
                  <a:lnTo>
                    <a:pt x="49530" y="207772"/>
                  </a:lnTo>
                  <a:lnTo>
                    <a:pt x="82804" y="207772"/>
                  </a:lnTo>
                  <a:lnTo>
                    <a:pt x="85725" y="210820"/>
                  </a:lnTo>
                  <a:lnTo>
                    <a:pt x="85725" y="184404"/>
                  </a:lnTo>
                  <a:lnTo>
                    <a:pt x="29337" y="184404"/>
                  </a:lnTo>
                  <a:lnTo>
                    <a:pt x="24765" y="185293"/>
                  </a:lnTo>
                  <a:lnTo>
                    <a:pt x="20955" y="187833"/>
                  </a:lnTo>
                  <a:lnTo>
                    <a:pt x="18415" y="191643"/>
                  </a:lnTo>
                  <a:lnTo>
                    <a:pt x="17526" y="196342"/>
                  </a:lnTo>
                  <a:lnTo>
                    <a:pt x="17526" y="461010"/>
                  </a:lnTo>
                  <a:lnTo>
                    <a:pt x="0" y="461010"/>
                  </a:lnTo>
                  <a:lnTo>
                    <a:pt x="0" y="487934"/>
                  </a:lnTo>
                  <a:lnTo>
                    <a:pt x="128524" y="487934"/>
                  </a:lnTo>
                  <a:lnTo>
                    <a:pt x="128524" y="482346"/>
                  </a:lnTo>
                  <a:lnTo>
                    <a:pt x="132080" y="460248"/>
                  </a:lnTo>
                  <a:lnTo>
                    <a:pt x="141986" y="441071"/>
                  </a:lnTo>
                  <a:lnTo>
                    <a:pt x="156972" y="425958"/>
                  </a:lnTo>
                  <a:lnTo>
                    <a:pt x="176149" y="416052"/>
                  </a:lnTo>
                  <a:lnTo>
                    <a:pt x="198120" y="412496"/>
                  </a:lnTo>
                  <a:lnTo>
                    <a:pt x="220091" y="416052"/>
                  </a:lnTo>
                  <a:lnTo>
                    <a:pt x="239141" y="425958"/>
                  </a:lnTo>
                  <a:lnTo>
                    <a:pt x="254127" y="441071"/>
                  </a:lnTo>
                  <a:lnTo>
                    <a:pt x="264033" y="460248"/>
                  </a:lnTo>
                  <a:lnTo>
                    <a:pt x="267589" y="482346"/>
                  </a:lnTo>
                  <a:lnTo>
                    <a:pt x="267589" y="487934"/>
                  </a:lnTo>
                  <a:lnTo>
                    <a:pt x="296926" y="487934"/>
                  </a:lnTo>
                  <a:lnTo>
                    <a:pt x="296926" y="257683"/>
                  </a:lnTo>
                  <a:lnTo>
                    <a:pt x="297815" y="253365"/>
                  </a:lnTo>
                  <a:lnTo>
                    <a:pt x="298450" y="250317"/>
                  </a:lnTo>
                  <a:lnTo>
                    <a:pt x="302387" y="244348"/>
                  </a:lnTo>
                  <a:lnTo>
                    <a:pt x="308483" y="240284"/>
                  </a:lnTo>
                  <a:lnTo>
                    <a:pt x="315849" y="238760"/>
                  </a:lnTo>
                  <a:lnTo>
                    <a:pt x="399669" y="238760"/>
                  </a:lnTo>
                  <a:lnTo>
                    <a:pt x="407035" y="240284"/>
                  </a:lnTo>
                  <a:lnTo>
                    <a:pt x="413131" y="244348"/>
                  </a:lnTo>
                  <a:lnTo>
                    <a:pt x="417195" y="250317"/>
                  </a:lnTo>
                  <a:lnTo>
                    <a:pt x="418592" y="257683"/>
                  </a:lnTo>
                  <a:lnTo>
                    <a:pt x="418592" y="487934"/>
                  </a:lnTo>
                  <a:lnTo>
                    <a:pt x="499618" y="487934"/>
                  </a:lnTo>
                  <a:lnTo>
                    <a:pt x="499618" y="238760"/>
                  </a:lnTo>
                  <a:lnTo>
                    <a:pt x="499618" y="235839"/>
                  </a:lnTo>
                  <a:lnTo>
                    <a:pt x="499618" y="207772"/>
                  </a:lnTo>
                  <a:lnTo>
                    <a:pt x="499618" y="196342"/>
                  </a:lnTo>
                  <a:close/>
                </a:path>
                <a:path w="1370330" h="600710">
                  <a:moveTo>
                    <a:pt x="730504" y="482346"/>
                  </a:moveTo>
                  <a:lnTo>
                    <a:pt x="726313" y="461899"/>
                  </a:lnTo>
                  <a:lnTo>
                    <a:pt x="725170" y="460121"/>
                  </a:lnTo>
                  <a:lnTo>
                    <a:pt x="715137" y="445135"/>
                  </a:lnTo>
                  <a:lnTo>
                    <a:pt x="700278" y="435165"/>
                  </a:lnTo>
                  <a:lnTo>
                    <a:pt x="700278" y="482346"/>
                  </a:lnTo>
                  <a:lnTo>
                    <a:pt x="698500" y="490982"/>
                  </a:lnTo>
                  <a:lnTo>
                    <a:pt x="693801" y="498094"/>
                  </a:lnTo>
                  <a:lnTo>
                    <a:pt x="686689" y="502920"/>
                  </a:lnTo>
                  <a:lnTo>
                    <a:pt x="678053" y="504571"/>
                  </a:lnTo>
                  <a:lnTo>
                    <a:pt x="669417" y="502920"/>
                  </a:lnTo>
                  <a:lnTo>
                    <a:pt x="662432" y="498094"/>
                  </a:lnTo>
                  <a:lnTo>
                    <a:pt x="657606" y="490982"/>
                  </a:lnTo>
                  <a:lnTo>
                    <a:pt x="655955" y="482346"/>
                  </a:lnTo>
                  <a:lnTo>
                    <a:pt x="657606" y="473710"/>
                  </a:lnTo>
                  <a:lnTo>
                    <a:pt x="662432" y="466598"/>
                  </a:lnTo>
                  <a:lnTo>
                    <a:pt x="669417" y="461772"/>
                  </a:lnTo>
                  <a:lnTo>
                    <a:pt x="678053" y="460121"/>
                  </a:lnTo>
                  <a:lnTo>
                    <a:pt x="686689" y="461772"/>
                  </a:lnTo>
                  <a:lnTo>
                    <a:pt x="693801" y="466598"/>
                  </a:lnTo>
                  <a:lnTo>
                    <a:pt x="698500" y="473710"/>
                  </a:lnTo>
                  <a:lnTo>
                    <a:pt x="700278" y="482346"/>
                  </a:lnTo>
                  <a:lnTo>
                    <a:pt x="700278" y="435165"/>
                  </a:lnTo>
                  <a:lnTo>
                    <a:pt x="698500" y="433959"/>
                  </a:lnTo>
                  <a:lnTo>
                    <a:pt x="678053" y="429768"/>
                  </a:lnTo>
                  <a:lnTo>
                    <a:pt x="657733" y="433959"/>
                  </a:lnTo>
                  <a:lnTo>
                    <a:pt x="641096" y="445135"/>
                  </a:lnTo>
                  <a:lnTo>
                    <a:pt x="629920" y="461899"/>
                  </a:lnTo>
                  <a:lnTo>
                    <a:pt x="625729" y="482346"/>
                  </a:lnTo>
                  <a:lnTo>
                    <a:pt x="629920" y="502793"/>
                  </a:lnTo>
                  <a:lnTo>
                    <a:pt x="641096" y="519430"/>
                  </a:lnTo>
                  <a:lnTo>
                    <a:pt x="657733" y="530733"/>
                  </a:lnTo>
                  <a:lnTo>
                    <a:pt x="678053" y="534924"/>
                  </a:lnTo>
                  <a:lnTo>
                    <a:pt x="698500" y="530733"/>
                  </a:lnTo>
                  <a:lnTo>
                    <a:pt x="715137" y="519430"/>
                  </a:lnTo>
                  <a:lnTo>
                    <a:pt x="725170" y="504571"/>
                  </a:lnTo>
                  <a:lnTo>
                    <a:pt x="726313" y="502793"/>
                  </a:lnTo>
                  <a:lnTo>
                    <a:pt x="730504" y="482346"/>
                  </a:lnTo>
                  <a:close/>
                </a:path>
                <a:path w="1370330" h="600710">
                  <a:moveTo>
                    <a:pt x="767842" y="429006"/>
                  </a:moveTo>
                  <a:lnTo>
                    <a:pt x="752475" y="413893"/>
                  </a:lnTo>
                  <a:lnTo>
                    <a:pt x="752221" y="426339"/>
                  </a:lnTo>
                  <a:lnTo>
                    <a:pt x="742188" y="422148"/>
                  </a:lnTo>
                  <a:lnTo>
                    <a:pt x="736981" y="419100"/>
                  </a:lnTo>
                  <a:lnTo>
                    <a:pt x="735711" y="416433"/>
                  </a:lnTo>
                  <a:lnTo>
                    <a:pt x="735076" y="415417"/>
                  </a:lnTo>
                  <a:lnTo>
                    <a:pt x="734822" y="409829"/>
                  </a:lnTo>
                  <a:lnTo>
                    <a:pt x="734822" y="387858"/>
                  </a:lnTo>
                  <a:lnTo>
                    <a:pt x="750189" y="387858"/>
                  </a:lnTo>
                  <a:lnTo>
                    <a:pt x="750189" y="387096"/>
                  </a:lnTo>
                  <a:lnTo>
                    <a:pt x="711708" y="354203"/>
                  </a:lnTo>
                  <a:lnTo>
                    <a:pt x="674370" y="344551"/>
                  </a:lnTo>
                  <a:lnTo>
                    <a:pt x="669290" y="343154"/>
                  </a:lnTo>
                  <a:lnTo>
                    <a:pt x="664464" y="340995"/>
                  </a:lnTo>
                  <a:lnTo>
                    <a:pt x="660019" y="338074"/>
                  </a:lnTo>
                  <a:lnTo>
                    <a:pt x="617855" y="300672"/>
                  </a:lnTo>
                  <a:lnTo>
                    <a:pt x="617855" y="327406"/>
                  </a:lnTo>
                  <a:lnTo>
                    <a:pt x="617855" y="345821"/>
                  </a:lnTo>
                  <a:lnTo>
                    <a:pt x="617220" y="349123"/>
                  </a:lnTo>
                  <a:lnTo>
                    <a:pt x="615696" y="351790"/>
                  </a:lnTo>
                  <a:lnTo>
                    <a:pt x="613283" y="353568"/>
                  </a:lnTo>
                  <a:lnTo>
                    <a:pt x="610489" y="354203"/>
                  </a:lnTo>
                  <a:lnTo>
                    <a:pt x="540639" y="354203"/>
                  </a:lnTo>
                  <a:lnTo>
                    <a:pt x="537845" y="353568"/>
                  </a:lnTo>
                  <a:lnTo>
                    <a:pt x="535432" y="351790"/>
                  </a:lnTo>
                  <a:lnTo>
                    <a:pt x="533908" y="349123"/>
                  </a:lnTo>
                  <a:lnTo>
                    <a:pt x="533273" y="345821"/>
                  </a:lnTo>
                  <a:lnTo>
                    <a:pt x="533273" y="296545"/>
                  </a:lnTo>
                  <a:lnTo>
                    <a:pt x="533908" y="293243"/>
                  </a:lnTo>
                  <a:lnTo>
                    <a:pt x="535432" y="290576"/>
                  </a:lnTo>
                  <a:lnTo>
                    <a:pt x="537845" y="288798"/>
                  </a:lnTo>
                  <a:lnTo>
                    <a:pt x="540639" y="288163"/>
                  </a:lnTo>
                  <a:lnTo>
                    <a:pt x="567182" y="288163"/>
                  </a:lnTo>
                  <a:lnTo>
                    <a:pt x="572389" y="288798"/>
                  </a:lnTo>
                  <a:lnTo>
                    <a:pt x="577215" y="290576"/>
                  </a:lnTo>
                  <a:lnTo>
                    <a:pt x="581787" y="293497"/>
                  </a:lnTo>
                  <a:lnTo>
                    <a:pt x="585597" y="297307"/>
                  </a:lnTo>
                  <a:lnTo>
                    <a:pt x="615823" y="323850"/>
                  </a:lnTo>
                  <a:lnTo>
                    <a:pt x="617093" y="325374"/>
                  </a:lnTo>
                  <a:lnTo>
                    <a:pt x="617855" y="327406"/>
                  </a:lnTo>
                  <a:lnTo>
                    <a:pt x="617855" y="300672"/>
                  </a:lnTo>
                  <a:lnTo>
                    <a:pt x="582168" y="272161"/>
                  </a:lnTo>
                  <a:lnTo>
                    <a:pt x="562229" y="267970"/>
                  </a:lnTo>
                  <a:lnTo>
                    <a:pt x="515747" y="267970"/>
                  </a:lnTo>
                  <a:lnTo>
                    <a:pt x="514604" y="269113"/>
                  </a:lnTo>
                  <a:lnTo>
                    <a:pt x="514604" y="486791"/>
                  </a:lnTo>
                  <a:lnTo>
                    <a:pt x="515747" y="487934"/>
                  </a:lnTo>
                  <a:lnTo>
                    <a:pt x="613029" y="487934"/>
                  </a:lnTo>
                  <a:lnTo>
                    <a:pt x="614172" y="487045"/>
                  </a:lnTo>
                  <a:lnTo>
                    <a:pt x="616458" y="473964"/>
                  </a:lnTo>
                  <a:lnTo>
                    <a:pt x="621284" y="456184"/>
                  </a:lnTo>
                  <a:lnTo>
                    <a:pt x="629412" y="437388"/>
                  </a:lnTo>
                  <a:lnTo>
                    <a:pt x="641223" y="422529"/>
                  </a:lnTo>
                  <a:lnTo>
                    <a:pt x="657606" y="416433"/>
                  </a:lnTo>
                  <a:lnTo>
                    <a:pt x="695198" y="416433"/>
                  </a:lnTo>
                  <a:lnTo>
                    <a:pt x="730631" y="442849"/>
                  </a:lnTo>
                  <a:lnTo>
                    <a:pt x="738632" y="478155"/>
                  </a:lnTo>
                  <a:lnTo>
                    <a:pt x="739648" y="479171"/>
                  </a:lnTo>
                  <a:lnTo>
                    <a:pt x="758825" y="474726"/>
                  </a:lnTo>
                  <a:lnTo>
                    <a:pt x="767842" y="461137"/>
                  </a:lnTo>
                  <a:lnTo>
                    <a:pt x="767842" y="429006"/>
                  </a:lnTo>
                  <a:close/>
                </a:path>
                <a:path w="1370330" h="600710">
                  <a:moveTo>
                    <a:pt x="1263053" y="384060"/>
                  </a:moveTo>
                  <a:lnTo>
                    <a:pt x="1263015" y="332486"/>
                  </a:lnTo>
                  <a:lnTo>
                    <a:pt x="804799" y="332486"/>
                  </a:lnTo>
                  <a:lnTo>
                    <a:pt x="804799" y="384556"/>
                  </a:lnTo>
                  <a:lnTo>
                    <a:pt x="804799" y="600456"/>
                  </a:lnTo>
                  <a:lnTo>
                    <a:pt x="973709" y="600456"/>
                  </a:lnTo>
                  <a:lnTo>
                    <a:pt x="973709" y="384556"/>
                  </a:lnTo>
                  <a:lnTo>
                    <a:pt x="1093470" y="384556"/>
                  </a:lnTo>
                  <a:lnTo>
                    <a:pt x="1093470" y="600329"/>
                  </a:lnTo>
                  <a:lnTo>
                    <a:pt x="1263053" y="600329"/>
                  </a:lnTo>
                  <a:lnTo>
                    <a:pt x="1263053" y="384060"/>
                  </a:lnTo>
                  <a:close/>
                </a:path>
                <a:path w="1370330" h="600710">
                  <a:moveTo>
                    <a:pt x="1369822" y="331851"/>
                  </a:moveTo>
                  <a:lnTo>
                    <a:pt x="1263015" y="226060"/>
                  </a:lnTo>
                  <a:lnTo>
                    <a:pt x="1263015" y="166370"/>
                  </a:lnTo>
                  <a:lnTo>
                    <a:pt x="1263053" y="98793"/>
                  </a:lnTo>
                  <a:lnTo>
                    <a:pt x="1202817" y="98793"/>
                  </a:lnTo>
                  <a:lnTo>
                    <a:pt x="1202817" y="166370"/>
                  </a:lnTo>
                  <a:lnTo>
                    <a:pt x="1034669" y="0"/>
                  </a:lnTo>
                  <a:lnTo>
                    <a:pt x="699516" y="331851"/>
                  </a:lnTo>
                  <a:lnTo>
                    <a:pt x="1369822" y="331851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872488" y="3462020"/>
            <a:ext cx="273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5" dirty="0">
                <a:solidFill>
                  <a:srgbClr val="CEF3F5"/>
                </a:solidFill>
                <a:latin typeface="Trebuchet MS"/>
                <a:cs typeface="Trebuchet MS"/>
              </a:rPr>
              <a:t>U</a:t>
            </a:r>
            <a:r>
              <a:rPr sz="1200" spc="-155" dirty="0">
                <a:solidFill>
                  <a:srgbClr val="CEF3F5"/>
                </a:solidFill>
                <a:latin typeface="Trebuchet MS"/>
                <a:cs typeface="Trebuchet MS"/>
              </a:rPr>
              <a:t>G</a:t>
            </a:r>
            <a:r>
              <a:rPr sz="1200" spc="-105" dirty="0">
                <a:solidFill>
                  <a:srgbClr val="CEF3F5"/>
                </a:solidFill>
                <a:latin typeface="Trebuchet MS"/>
                <a:cs typeface="Trebuchet MS"/>
              </a:rPr>
              <a:t>D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060192" y="3991355"/>
            <a:ext cx="1208405" cy="586740"/>
            <a:chOff x="3060192" y="3991355"/>
            <a:chExt cx="1208405" cy="586740"/>
          </a:xfrm>
        </p:grpSpPr>
        <p:sp>
          <p:nvSpPr>
            <p:cNvPr id="24" name="object 24"/>
            <p:cNvSpPr/>
            <p:nvPr/>
          </p:nvSpPr>
          <p:spPr>
            <a:xfrm>
              <a:off x="3060192" y="3991355"/>
              <a:ext cx="931544" cy="539750"/>
            </a:xfrm>
            <a:custGeom>
              <a:avLst/>
              <a:gdLst/>
              <a:ahLst/>
              <a:cxnLst/>
              <a:rect l="l" t="t" r="r" b="b"/>
              <a:pathLst>
                <a:path w="931545" h="539750">
                  <a:moveTo>
                    <a:pt x="342328" y="281139"/>
                  </a:moveTo>
                  <a:lnTo>
                    <a:pt x="312928" y="281139"/>
                  </a:lnTo>
                  <a:lnTo>
                    <a:pt x="312928" y="305371"/>
                  </a:lnTo>
                  <a:lnTo>
                    <a:pt x="342328" y="305371"/>
                  </a:lnTo>
                  <a:lnTo>
                    <a:pt x="342328" y="281139"/>
                  </a:lnTo>
                  <a:close/>
                </a:path>
                <a:path w="931545" h="539750">
                  <a:moveTo>
                    <a:pt x="366572" y="305384"/>
                  </a:moveTo>
                  <a:lnTo>
                    <a:pt x="288671" y="305384"/>
                  </a:lnTo>
                  <a:lnTo>
                    <a:pt x="288671" y="334772"/>
                  </a:lnTo>
                  <a:lnTo>
                    <a:pt x="312928" y="334772"/>
                  </a:lnTo>
                  <a:lnTo>
                    <a:pt x="312928" y="359003"/>
                  </a:lnTo>
                  <a:lnTo>
                    <a:pt x="342328" y="359003"/>
                  </a:lnTo>
                  <a:lnTo>
                    <a:pt x="342328" y="334772"/>
                  </a:lnTo>
                  <a:lnTo>
                    <a:pt x="366572" y="334772"/>
                  </a:lnTo>
                  <a:lnTo>
                    <a:pt x="366572" y="305384"/>
                  </a:lnTo>
                  <a:close/>
                </a:path>
                <a:path w="931545" h="539750">
                  <a:moveTo>
                    <a:pt x="551929" y="436791"/>
                  </a:moveTo>
                  <a:lnTo>
                    <a:pt x="501650" y="436791"/>
                  </a:lnTo>
                  <a:lnTo>
                    <a:pt x="501650" y="479806"/>
                  </a:lnTo>
                  <a:lnTo>
                    <a:pt x="551929" y="479806"/>
                  </a:lnTo>
                  <a:lnTo>
                    <a:pt x="551929" y="436791"/>
                  </a:lnTo>
                  <a:close/>
                </a:path>
                <a:path w="931545" h="539750">
                  <a:moveTo>
                    <a:pt x="655294" y="436791"/>
                  </a:moveTo>
                  <a:lnTo>
                    <a:pt x="601853" y="436791"/>
                  </a:lnTo>
                  <a:lnTo>
                    <a:pt x="601853" y="479806"/>
                  </a:lnTo>
                  <a:lnTo>
                    <a:pt x="655294" y="479806"/>
                  </a:lnTo>
                  <a:lnTo>
                    <a:pt x="655294" y="436791"/>
                  </a:lnTo>
                  <a:close/>
                </a:path>
                <a:path w="931545" h="539750">
                  <a:moveTo>
                    <a:pt x="655320" y="480314"/>
                  </a:moveTo>
                  <a:lnTo>
                    <a:pt x="451866" y="480314"/>
                  </a:lnTo>
                  <a:lnTo>
                    <a:pt x="451866" y="437134"/>
                  </a:lnTo>
                  <a:lnTo>
                    <a:pt x="401574" y="437134"/>
                  </a:lnTo>
                  <a:lnTo>
                    <a:pt x="401574" y="480314"/>
                  </a:lnTo>
                  <a:lnTo>
                    <a:pt x="401574" y="538734"/>
                  </a:lnTo>
                  <a:lnTo>
                    <a:pt x="655320" y="538734"/>
                  </a:lnTo>
                  <a:lnTo>
                    <a:pt x="655320" y="480314"/>
                  </a:lnTo>
                  <a:close/>
                </a:path>
                <a:path w="931545" h="539750">
                  <a:moveTo>
                    <a:pt x="655320" y="116382"/>
                  </a:moveTo>
                  <a:lnTo>
                    <a:pt x="601853" y="116382"/>
                  </a:lnTo>
                  <a:lnTo>
                    <a:pt x="601853" y="164261"/>
                  </a:lnTo>
                  <a:lnTo>
                    <a:pt x="601853" y="207276"/>
                  </a:lnTo>
                  <a:lnTo>
                    <a:pt x="601853" y="255104"/>
                  </a:lnTo>
                  <a:lnTo>
                    <a:pt x="601853" y="298119"/>
                  </a:lnTo>
                  <a:lnTo>
                    <a:pt x="601853" y="345948"/>
                  </a:lnTo>
                  <a:lnTo>
                    <a:pt x="601853" y="388962"/>
                  </a:lnTo>
                  <a:lnTo>
                    <a:pt x="551929" y="388962"/>
                  </a:lnTo>
                  <a:lnTo>
                    <a:pt x="551929" y="345948"/>
                  </a:lnTo>
                  <a:lnTo>
                    <a:pt x="601853" y="345948"/>
                  </a:lnTo>
                  <a:lnTo>
                    <a:pt x="601853" y="298119"/>
                  </a:lnTo>
                  <a:lnTo>
                    <a:pt x="551929" y="298119"/>
                  </a:lnTo>
                  <a:lnTo>
                    <a:pt x="551929" y="255104"/>
                  </a:lnTo>
                  <a:lnTo>
                    <a:pt x="601853" y="255104"/>
                  </a:lnTo>
                  <a:lnTo>
                    <a:pt x="601853" y="207276"/>
                  </a:lnTo>
                  <a:lnTo>
                    <a:pt x="551929" y="207276"/>
                  </a:lnTo>
                  <a:lnTo>
                    <a:pt x="551929" y="164261"/>
                  </a:lnTo>
                  <a:lnTo>
                    <a:pt x="601853" y="164261"/>
                  </a:lnTo>
                  <a:lnTo>
                    <a:pt x="601853" y="116382"/>
                  </a:lnTo>
                  <a:lnTo>
                    <a:pt x="551929" y="116382"/>
                  </a:lnTo>
                  <a:lnTo>
                    <a:pt x="551929" y="73914"/>
                  </a:lnTo>
                  <a:lnTo>
                    <a:pt x="551942" y="26924"/>
                  </a:lnTo>
                  <a:lnTo>
                    <a:pt x="501650" y="26924"/>
                  </a:lnTo>
                  <a:lnTo>
                    <a:pt x="501650" y="73914"/>
                  </a:lnTo>
                  <a:lnTo>
                    <a:pt x="501650" y="116382"/>
                  </a:lnTo>
                  <a:lnTo>
                    <a:pt x="501650" y="388962"/>
                  </a:lnTo>
                  <a:lnTo>
                    <a:pt x="451866" y="388962"/>
                  </a:lnTo>
                  <a:lnTo>
                    <a:pt x="451866" y="382587"/>
                  </a:lnTo>
                  <a:lnTo>
                    <a:pt x="451866" y="345948"/>
                  </a:lnTo>
                  <a:lnTo>
                    <a:pt x="501650" y="345948"/>
                  </a:lnTo>
                  <a:lnTo>
                    <a:pt x="501650" y="298119"/>
                  </a:lnTo>
                  <a:lnTo>
                    <a:pt x="451866" y="298119"/>
                  </a:lnTo>
                  <a:lnTo>
                    <a:pt x="451866" y="257543"/>
                  </a:lnTo>
                  <a:lnTo>
                    <a:pt x="451866" y="255104"/>
                  </a:lnTo>
                  <a:lnTo>
                    <a:pt x="501650" y="255104"/>
                  </a:lnTo>
                  <a:lnTo>
                    <a:pt x="501650" y="207276"/>
                  </a:lnTo>
                  <a:lnTo>
                    <a:pt x="451802" y="207276"/>
                  </a:lnTo>
                  <a:lnTo>
                    <a:pt x="451802" y="164261"/>
                  </a:lnTo>
                  <a:lnTo>
                    <a:pt x="501650" y="164261"/>
                  </a:lnTo>
                  <a:lnTo>
                    <a:pt x="501650" y="116382"/>
                  </a:lnTo>
                  <a:lnTo>
                    <a:pt x="451802" y="116382"/>
                  </a:lnTo>
                  <a:lnTo>
                    <a:pt x="451802" y="73914"/>
                  </a:lnTo>
                  <a:lnTo>
                    <a:pt x="501650" y="73914"/>
                  </a:lnTo>
                  <a:lnTo>
                    <a:pt x="501650" y="26924"/>
                  </a:lnTo>
                  <a:lnTo>
                    <a:pt x="401574" y="26924"/>
                  </a:lnTo>
                  <a:lnTo>
                    <a:pt x="401574" y="73914"/>
                  </a:lnTo>
                  <a:lnTo>
                    <a:pt x="401574" y="116382"/>
                  </a:lnTo>
                  <a:lnTo>
                    <a:pt x="401574" y="164261"/>
                  </a:lnTo>
                  <a:lnTo>
                    <a:pt x="401574" y="207276"/>
                  </a:lnTo>
                  <a:lnTo>
                    <a:pt x="390144" y="207276"/>
                  </a:lnTo>
                  <a:lnTo>
                    <a:pt x="390144" y="320065"/>
                  </a:lnTo>
                  <a:lnTo>
                    <a:pt x="386969" y="339826"/>
                  </a:lnTo>
                  <a:lnTo>
                    <a:pt x="378079" y="356984"/>
                  </a:lnTo>
                  <a:lnTo>
                    <a:pt x="364490" y="370522"/>
                  </a:lnTo>
                  <a:lnTo>
                    <a:pt x="347345" y="379399"/>
                  </a:lnTo>
                  <a:lnTo>
                    <a:pt x="327660" y="382587"/>
                  </a:lnTo>
                  <a:lnTo>
                    <a:pt x="307848" y="379399"/>
                  </a:lnTo>
                  <a:lnTo>
                    <a:pt x="290703" y="370522"/>
                  </a:lnTo>
                  <a:lnTo>
                    <a:pt x="277114" y="356984"/>
                  </a:lnTo>
                  <a:lnTo>
                    <a:pt x="271526" y="345948"/>
                  </a:lnTo>
                  <a:lnTo>
                    <a:pt x="268338" y="339826"/>
                  </a:lnTo>
                  <a:lnTo>
                    <a:pt x="265163" y="320065"/>
                  </a:lnTo>
                  <a:lnTo>
                    <a:pt x="268338" y="300316"/>
                  </a:lnTo>
                  <a:lnTo>
                    <a:pt x="269494" y="298119"/>
                  </a:lnTo>
                  <a:lnTo>
                    <a:pt x="277114" y="283146"/>
                  </a:lnTo>
                  <a:lnTo>
                    <a:pt x="290703" y="269608"/>
                  </a:lnTo>
                  <a:lnTo>
                    <a:pt x="307848" y="260731"/>
                  </a:lnTo>
                  <a:lnTo>
                    <a:pt x="327660" y="257543"/>
                  </a:lnTo>
                  <a:lnTo>
                    <a:pt x="347345" y="260731"/>
                  </a:lnTo>
                  <a:lnTo>
                    <a:pt x="364490" y="269608"/>
                  </a:lnTo>
                  <a:lnTo>
                    <a:pt x="378079" y="283146"/>
                  </a:lnTo>
                  <a:lnTo>
                    <a:pt x="386969" y="300316"/>
                  </a:lnTo>
                  <a:lnTo>
                    <a:pt x="390144" y="320065"/>
                  </a:lnTo>
                  <a:lnTo>
                    <a:pt x="390144" y="207276"/>
                  </a:lnTo>
                  <a:lnTo>
                    <a:pt x="351726" y="207276"/>
                  </a:lnTo>
                  <a:lnTo>
                    <a:pt x="351726" y="164261"/>
                  </a:lnTo>
                  <a:lnTo>
                    <a:pt x="401574" y="164261"/>
                  </a:lnTo>
                  <a:lnTo>
                    <a:pt x="401574" y="116382"/>
                  </a:lnTo>
                  <a:lnTo>
                    <a:pt x="351726" y="116382"/>
                  </a:lnTo>
                  <a:lnTo>
                    <a:pt x="351726" y="73914"/>
                  </a:lnTo>
                  <a:lnTo>
                    <a:pt x="401574" y="73914"/>
                  </a:lnTo>
                  <a:lnTo>
                    <a:pt x="401574" y="26924"/>
                  </a:lnTo>
                  <a:lnTo>
                    <a:pt x="301498" y="26924"/>
                  </a:lnTo>
                  <a:lnTo>
                    <a:pt x="301498" y="73914"/>
                  </a:lnTo>
                  <a:lnTo>
                    <a:pt x="301498" y="116382"/>
                  </a:lnTo>
                  <a:lnTo>
                    <a:pt x="301498" y="164261"/>
                  </a:lnTo>
                  <a:lnTo>
                    <a:pt x="301498" y="207276"/>
                  </a:lnTo>
                  <a:lnTo>
                    <a:pt x="251650" y="207276"/>
                  </a:lnTo>
                  <a:lnTo>
                    <a:pt x="251650" y="164261"/>
                  </a:lnTo>
                  <a:lnTo>
                    <a:pt x="301498" y="164261"/>
                  </a:lnTo>
                  <a:lnTo>
                    <a:pt x="301498" y="116382"/>
                  </a:lnTo>
                  <a:lnTo>
                    <a:pt x="251650" y="116382"/>
                  </a:lnTo>
                  <a:lnTo>
                    <a:pt x="251650" y="73914"/>
                  </a:lnTo>
                  <a:lnTo>
                    <a:pt x="301498" y="73914"/>
                  </a:lnTo>
                  <a:lnTo>
                    <a:pt x="301498" y="26924"/>
                  </a:lnTo>
                  <a:lnTo>
                    <a:pt x="101346" y="26924"/>
                  </a:lnTo>
                  <a:lnTo>
                    <a:pt x="101346" y="73914"/>
                  </a:lnTo>
                  <a:lnTo>
                    <a:pt x="101346" y="115824"/>
                  </a:lnTo>
                  <a:lnTo>
                    <a:pt x="151511" y="115824"/>
                  </a:lnTo>
                  <a:lnTo>
                    <a:pt x="151511" y="73914"/>
                  </a:lnTo>
                  <a:lnTo>
                    <a:pt x="201422" y="73914"/>
                  </a:lnTo>
                  <a:lnTo>
                    <a:pt x="201422" y="388962"/>
                  </a:lnTo>
                  <a:lnTo>
                    <a:pt x="151574" y="388962"/>
                  </a:lnTo>
                  <a:lnTo>
                    <a:pt x="151574" y="345948"/>
                  </a:lnTo>
                  <a:lnTo>
                    <a:pt x="201422" y="345948"/>
                  </a:lnTo>
                  <a:lnTo>
                    <a:pt x="201422" y="298119"/>
                  </a:lnTo>
                  <a:lnTo>
                    <a:pt x="151574" y="298119"/>
                  </a:lnTo>
                  <a:lnTo>
                    <a:pt x="151574" y="255104"/>
                  </a:lnTo>
                  <a:lnTo>
                    <a:pt x="201422" y="255104"/>
                  </a:lnTo>
                  <a:lnTo>
                    <a:pt x="201422" y="207276"/>
                  </a:lnTo>
                  <a:lnTo>
                    <a:pt x="151574" y="207276"/>
                  </a:lnTo>
                  <a:lnTo>
                    <a:pt x="151574" y="164261"/>
                  </a:lnTo>
                  <a:lnTo>
                    <a:pt x="201422" y="164261"/>
                  </a:lnTo>
                  <a:lnTo>
                    <a:pt x="201422" y="116382"/>
                  </a:lnTo>
                  <a:lnTo>
                    <a:pt x="101346" y="116382"/>
                  </a:lnTo>
                  <a:lnTo>
                    <a:pt x="101346" y="164261"/>
                  </a:lnTo>
                  <a:lnTo>
                    <a:pt x="101346" y="207276"/>
                  </a:lnTo>
                  <a:lnTo>
                    <a:pt x="101346" y="255104"/>
                  </a:lnTo>
                  <a:lnTo>
                    <a:pt x="101346" y="298119"/>
                  </a:lnTo>
                  <a:lnTo>
                    <a:pt x="101346" y="345948"/>
                  </a:lnTo>
                  <a:lnTo>
                    <a:pt x="101346" y="388962"/>
                  </a:lnTo>
                  <a:lnTo>
                    <a:pt x="51562" y="388962"/>
                  </a:lnTo>
                  <a:lnTo>
                    <a:pt x="51562" y="345948"/>
                  </a:lnTo>
                  <a:lnTo>
                    <a:pt x="101346" y="345948"/>
                  </a:lnTo>
                  <a:lnTo>
                    <a:pt x="101346" y="298119"/>
                  </a:lnTo>
                  <a:lnTo>
                    <a:pt x="51562" y="298119"/>
                  </a:lnTo>
                  <a:lnTo>
                    <a:pt x="51562" y="255104"/>
                  </a:lnTo>
                  <a:lnTo>
                    <a:pt x="101346" y="255104"/>
                  </a:lnTo>
                  <a:lnTo>
                    <a:pt x="101346" y="207276"/>
                  </a:lnTo>
                  <a:lnTo>
                    <a:pt x="51562" y="207276"/>
                  </a:lnTo>
                  <a:lnTo>
                    <a:pt x="51562" y="164261"/>
                  </a:lnTo>
                  <a:lnTo>
                    <a:pt x="101346" y="164261"/>
                  </a:lnTo>
                  <a:lnTo>
                    <a:pt x="101346" y="116382"/>
                  </a:lnTo>
                  <a:lnTo>
                    <a:pt x="0" y="116382"/>
                  </a:lnTo>
                  <a:lnTo>
                    <a:pt x="0" y="539254"/>
                  </a:lnTo>
                  <a:lnTo>
                    <a:pt x="251701" y="539254"/>
                  </a:lnTo>
                  <a:lnTo>
                    <a:pt x="251701" y="479806"/>
                  </a:lnTo>
                  <a:lnTo>
                    <a:pt x="251650" y="436791"/>
                  </a:lnTo>
                  <a:lnTo>
                    <a:pt x="201422" y="436791"/>
                  </a:lnTo>
                  <a:lnTo>
                    <a:pt x="201422" y="479806"/>
                  </a:lnTo>
                  <a:lnTo>
                    <a:pt x="151574" y="479806"/>
                  </a:lnTo>
                  <a:lnTo>
                    <a:pt x="151574" y="436791"/>
                  </a:lnTo>
                  <a:lnTo>
                    <a:pt x="101346" y="436791"/>
                  </a:lnTo>
                  <a:lnTo>
                    <a:pt x="101346" y="479806"/>
                  </a:lnTo>
                  <a:lnTo>
                    <a:pt x="51562" y="479806"/>
                  </a:lnTo>
                  <a:lnTo>
                    <a:pt x="51562" y="436778"/>
                  </a:lnTo>
                  <a:lnTo>
                    <a:pt x="301498" y="436778"/>
                  </a:lnTo>
                  <a:lnTo>
                    <a:pt x="301498" y="539254"/>
                  </a:lnTo>
                  <a:lnTo>
                    <a:pt x="351726" y="539254"/>
                  </a:lnTo>
                  <a:lnTo>
                    <a:pt x="351726" y="436778"/>
                  </a:lnTo>
                  <a:lnTo>
                    <a:pt x="655320" y="436778"/>
                  </a:lnTo>
                  <a:lnTo>
                    <a:pt x="655320" y="388962"/>
                  </a:lnTo>
                  <a:lnTo>
                    <a:pt x="655294" y="345948"/>
                  </a:lnTo>
                  <a:lnTo>
                    <a:pt x="655320" y="298119"/>
                  </a:lnTo>
                  <a:lnTo>
                    <a:pt x="655294" y="255104"/>
                  </a:lnTo>
                  <a:lnTo>
                    <a:pt x="655320" y="207276"/>
                  </a:lnTo>
                  <a:lnTo>
                    <a:pt x="655294" y="164261"/>
                  </a:lnTo>
                  <a:lnTo>
                    <a:pt x="655320" y="116382"/>
                  </a:lnTo>
                  <a:close/>
                </a:path>
                <a:path w="931545" h="539750">
                  <a:moveTo>
                    <a:pt x="931037" y="64693"/>
                  </a:moveTo>
                  <a:lnTo>
                    <a:pt x="716026" y="64693"/>
                  </a:lnTo>
                  <a:lnTo>
                    <a:pt x="716026" y="32245"/>
                  </a:lnTo>
                  <a:lnTo>
                    <a:pt x="927481" y="32245"/>
                  </a:lnTo>
                  <a:lnTo>
                    <a:pt x="895350" y="0"/>
                  </a:lnTo>
                  <a:lnTo>
                    <a:pt x="684276" y="0"/>
                  </a:lnTo>
                  <a:lnTo>
                    <a:pt x="684276" y="330695"/>
                  </a:lnTo>
                  <a:lnTo>
                    <a:pt x="931037" y="330695"/>
                  </a:lnTo>
                  <a:lnTo>
                    <a:pt x="931037" y="298437"/>
                  </a:lnTo>
                  <a:lnTo>
                    <a:pt x="716026" y="298437"/>
                  </a:lnTo>
                  <a:lnTo>
                    <a:pt x="716026" y="265976"/>
                  </a:lnTo>
                  <a:lnTo>
                    <a:pt x="931037" y="265976"/>
                  </a:lnTo>
                  <a:lnTo>
                    <a:pt x="931037" y="251701"/>
                  </a:lnTo>
                  <a:lnTo>
                    <a:pt x="716026" y="251701"/>
                  </a:lnTo>
                  <a:lnTo>
                    <a:pt x="716026" y="219240"/>
                  </a:lnTo>
                  <a:lnTo>
                    <a:pt x="931037" y="219240"/>
                  </a:lnTo>
                  <a:lnTo>
                    <a:pt x="931037" y="204927"/>
                  </a:lnTo>
                  <a:lnTo>
                    <a:pt x="716026" y="204927"/>
                  </a:lnTo>
                  <a:lnTo>
                    <a:pt x="716026" y="172478"/>
                  </a:lnTo>
                  <a:lnTo>
                    <a:pt x="931037" y="172478"/>
                  </a:lnTo>
                  <a:lnTo>
                    <a:pt x="931037" y="158191"/>
                  </a:lnTo>
                  <a:lnTo>
                    <a:pt x="716026" y="158191"/>
                  </a:lnTo>
                  <a:lnTo>
                    <a:pt x="716026" y="125742"/>
                  </a:lnTo>
                  <a:lnTo>
                    <a:pt x="931037" y="125742"/>
                  </a:lnTo>
                  <a:lnTo>
                    <a:pt x="931037" y="111429"/>
                  </a:lnTo>
                  <a:lnTo>
                    <a:pt x="716026" y="111429"/>
                  </a:lnTo>
                  <a:lnTo>
                    <a:pt x="716026" y="79006"/>
                  </a:lnTo>
                  <a:lnTo>
                    <a:pt x="931037" y="79006"/>
                  </a:lnTo>
                  <a:lnTo>
                    <a:pt x="931037" y="64693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20490" y="4023601"/>
              <a:ext cx="70738" cy="26619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020312" y="3991355"/>
              <a:ext cx="248285" cy="330835"/>
            </a:xfrm>
            <a:custGeom>
              <a:avLst/>
              <a:gdLst/>
              <a:ahLst/>
              <a:cxnLst/>
              <a:rect l="l" t="t" r="r" b="b"/>
              <a:pathLst>
                <a:path w="248285" h="330835">
                  <a:moveTo>
                    <a:pt x="212343" y="0"/>
                  </a:moveTo>
                  <a:lnTo>
                    <a:pt x="0" y="0"/>
                  </a:lnTo>
                  <a:lnTo>
                    <a:pt x="0" y="330695"/>
                  </a:lnTo>
                  <a:lnTo>
                    <a:pt x="248285" y="330695"/>
                  </a:lnTo>
                  <a:lnTo>
                    <a:pt x="248285" y="298437"/>
                  </a:lnTo>
                  <a:lnTo>
                    <a:pt x="32003" y="298437"/>
                  </a:lnTo>
                  <a:lnTo>
                    <a:pt x="32003" y="265976"/>
                  </a:lnTo>
                  <a:lnTo>
                    <a:pt x="248285" y="265976"/>
                  </a:lnTo>
                  <a:lnTo>
                    <a:pt x="248285" y="251701"/>
                  </a:lnTo>
                  <a:lnTo>
                    <a:pt x="32003" y="251701"/>
                  </a:lnTo>
                  <a:lnTo>
                    <a:pt x="32003" y="219240"/>
                  </a:lnTo>
                  <a:lnTo>
                    <a:pt x="248285" y="219240"/>
                  </a:lnTo>
                  <a:lnTo>
                    <a:pt x="248285" y="204927"/>
                  </a:lnTo>
                  <a:lnTo>
                    <a:pt x="32003" y="204927"/>
                  </a:lnTo>
                  <a:lnTo>
                    <a:pt x="32003" y="172478"/>
                  </a:lnTo>
                  <a:lnTo>
                    <a:pt x="248285" y="172478"/>
                  </a:lnTo>
                  <a:lnTo>
                    <a:pt x="248285" y="158191"/>
                  </a:lnTo>
                  <a:lnTo>
                    <a:pt x="32003" y="158191"/>
                  </a:lnTo>
                  <a:lnTo>
                    <a:pt x="32003" y="125742"/>
                  </a:lnTo>
                  <a:lnTo>
                    <a:pt x="248285" y="125742"/>
                  </a:lnTo>
                  <a:lnTo>
                    <a:pt x="248285" y="111429"/>
                  </a:lnTo>
                  <a:lnTo>
                    <a:pt x="32003" y="111429"/>
                  </a:lnTo>
                  <a:lnTo>
                    <a:pt x="32003" y="79006"/>
                  </a:lnTo>
                  <a:lnTo>
                    <a:pt x="248285" y="79006"/>
                  </a:lnTo>
                  <a:lnTo>
                    <a:pt x="248285" y="64693"/>
                  </a:lnTo>
                  <a:lnTo>
                    <a:pt x="32003" y="64693"/>
                  </a:lnTo>
                  <a:lnTo>
                    <a:pt x="32003" y="32245"/>
                  </a:lnTo>
                  <a:lnTo>
                    <a:pt x="244601" y="32245"/>
                  </a:lnTo>
                  <a:lnTo>
                    <a:pt x="212343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7350" y="4023601"/>
              <a:ext cx="71247" cy="2661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858768" y="4419523"/>
              <a:ext cx="267970" cy="158750"/>
            </a:xfrm>
            <a:custGeom>
              <a:avLst/>
              <a:gdLst/>
              <a:ahLst/>
              <a:cxnLst/>
              <a:rect l="l" t="t" r="r" b="b"/>
              <a:pathLst>
                <a:path w="267970" h="158750">
                  <a:moveTo>
                    <a:pt x="265811" y="0"/>
                  </a:moveTo>
                  <a:lnTo>
                    <a:pt x="2159" y="0"/>
                  </a:lnTo>
                  <a:lnTo>
                    <a:pt x="0" y="2158"/>
                  </a:lnTo>
                  <a:lnTo>
                    <a:pt x="0" y="132130"/>
                  </a:lnTo>
                  <a:lnTo>
                    <a:pt x="2159" y="134264"/>
                  </a:lnTo>
                  <a:lnTo>
                    <a:pt x="50927" y="134264"/>
                  </a:lnTo>
                  <a:lnTo>
                    <a:pt x="50927" y="158521"/>
                  </a:lnTo>
                  <a:lnTo>
                    <a:pt x="217043" y="158521"/>
                  </a:lnTo>
                  <a:lnTo>
                    <a:pt x="217043" y="144043"/>
                  </a:lnTo>
                  <a:lnTo>
                    <a:pt x="65278" y="144043"/>
                  </a:lnTo>
                  <a:lnTo>
                    <a:pt x="65278" y="79273"/>
                  </a:lnTo>
                  <a:lnTo>
                    <a:pt x="267970" y="79273"/>
                  </a:lnTo>
                  <a:lnTo>
                    <a:pt x="267970" y="35051"/>
                  </a:lnTo>
                  <a:lnTo>
                    <a:pt x="236474" y="35051"/>
                  </a:lnTo>
                  <a:lnTo>
                    <a:pt x="233553" y="32169"/>
                  </a:lnTo>
                  <a:lnTo>
                    <a:pt x="233553" y="25069"/>
                  </a:lnTo>
                  <a:lnTo>
                    <a:pt x="236474" y="22174"/>
                  </a:lnTo>
                  <a:lnTo>
                    <a:pt x="267970" y="22174"/>
                  </a:lnTo>
                  <a:lnTo>
                    <a:pt x="267970" y="2158"/>
                  </a:lnTo>
                  <a:lnTo>
                    <a:pt x="265811" y="0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42842" y="4498797"/>
              <a:ext cx="183896" cy="6477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906647" y="4364989"/>
              <a:ext cx="220345" cy="90170"/>
            </a:xfrm>
            <a:custGeom>
              <a:avLst/>
              <a:gdLst/>
              <a:ahLst/>
              <a:cxnLst/>
              <a:rect l="l" t="t" r="r" b="b"/>
              <a:pathLst>
                <a:path w="220345" h="90170">
                  <a:moveTo>
                    <a:pt x="172085" y="0"/>
                  </a:moveTo>
                  <a:lnTo>
                    <a:pt x="0" y="0"/>
                  </a:lnTo>
                  <a:lnTo>
                    <a:pt x="0" y="13970"/>
                  </a:lnTo>
                  <a:lnTo>
                    <a:pt x="0" y="54610"/>
                  </a:lnTo>
                  <a:lnTo>
                    <a:pt x="14351" y="54610"/>
                  </a:lnTo>
                  <a:lnTo>
                    <a:pt x="14351" y="13970"/>
                  </a:lnTo>
                  <a:lnTo>
                    <a:pt x="172085" y="13970"/>
                  </a:lnTo>
                  <a:lnTo>
                    <a:pt x="172085" y="0"/>
                  </a:lnTo>
                  <a:close/>
                </a:path>
                <a:path w="220345" h="90170">
                  <a:moveTo>
                    <a:pt x="172186" y="14211"/>
                  </a:moveTo>
                  <a:lnTo>
                    <a:pt x="157734" y="14211"/>
                  </a:lnTo>
                  <a:lnTo>
                    <a:pt x="157734" y="54533"/>
                  </a:lnTo>
                  <a:lnTo>
                    <a:pt x="172186" y="54533"/>
                  </a:lnTo>
                  <a:lnTo>
                    <a:pt x="172186" y="14211"/>
                  </a:lnTo>
                  <a:close/>
                </a:path>
                <a:path w="220345" h="90170">
                  <a:moveTo>
                    <a:pt x="220091" y="76708"/>
                  </a:moveTo>
                  <a:lnTo>
                    <a:pt x="195707" y="76708"/>
                  </a:lnTo>
                  <a:lnTo>
                    <a:pt x="198501" y="79603"/>
                  </a:lnTo>
                  <a:lnTo>
                    <a:pt x="198501" y="86702"/>
                  </a:lnTo>
                  <a:lnTo>
                    <a:pt x="195707" y="89585"/>
                  </a:lnTo>
                  <a:lnTo>
                    <a:pt x="220091" y="89585"/>
                  </a:lnTo>
                  <a:lnTo>
                    <a:pt x="220091" y="76708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655564" y="3622574"/>
            <a:ext cx="735965" cy="1001394"/>
            <a:chOff x="5655564" y="3622574"/>
            <a:chExt cx="735965" cy="1001394"/>
          </a:xfrm>
        </p:grpSpPr>
        <p:sp>
          <p:nvSpPr>
            <p:cNvPr id="32" name="object 32"/>
            <p:cNvSpPr/>
            <p:nvPr/>
          </p:nvSpPr>
          <p:spPr>
            <a:xfrm>
              <a:off x="5676900" y="3953878"/>
              <a:ext cx="554990" cy="275590"/>
            </a:xfrm>
            <a:custGeom>
              <a:avLst/>
              <a:gdLst/>
              <a:ahLst/>
              <a:cxnLst/>
              <a:rect l="l" t="t" r="r" b="b"/>
              <a:pathLst>
                <a:path w="554989" h="275589">
                  <a:moveTo>
                    <a:pt x="319125" y="155689"/>
                  </a:moveTo>
                  <a:lnTo>
                    <a:pt x="293116" y="155689"/>
                  </a:lnTo>
                  <a:lnTo>
                    <a:pt x="293116" y="129667"/>
                  </a:lnTo>
                  <a:lnTo>
                    <a:pt x="261493" y="129667"/>
                  </a:lnTo>
                  <a:lnTo>
                    <a:pt x="261493" y="155689"/>
                  </a:lnTo>
                  <a:lnTo>
                    <a:pt x="235458" y="155689"/>
                  </a:lnTo>
                  <a:lnTo>
                    <a:pt x="235458" y="187299"/>
                  </a:lnTo>
                  <a:lnTo>
                    <a:pt x="261493" y="187299"/>
                  </a:lnTo>
                  <a:lnTo>
                    <a:pt x="261493" y="213360"/>
                  </a:lnTo>
                  <a:lnTo>
                    <a:pt x="293116" y="213360"/>
                  </a:lnTo>
                  <a:lnTo>
                    <a:pt x="293116" y="187299"/>
                  </a:lnTo>
                  <a:lnTo>
                    <a:pt x="319125" y="187299"/>
                  </a:lnTo>
                  <a:lnTo>
                    <a:pt x="319125" y="155689"/>
                  </a:lnTo>
                  <a:close/>
                </a:path>
                <a:path w="554989" h="275589">
                  <a:moveTo>
                    <a:pt x="554736" y="185737"/>
                  </a:moveTo>
                  <a:lnTo>
                    <a:pt x="537083" y="143179"/>
                  </a:lnTo>
                  <a:lnTo>
                    <a:pt x="530733" y="133515"/>
                  </a:lnTo>
                  <a:lnTo>
                    <a:pt x="524129" y="122021"/>
                  </a:lnTo>
                  <a:lnTo>
                    <a:pt x="518414" y="110426"/>
                  </a:lnTo>
                  <a:lnTo>
                    <a:pt x="517525" y="108686"/>
                  </a:lnTo>
                  <a:lnTo>
                    <a:pt x="513715" y="99174"/>
                  </a:lnTo>
                  <a:lnTo>
                    <a:pt x="338328" y="99174"/>
                  </a:lnTo>
                  <a:lnTo>
                    <a:pt x="338328" y="171488"/>
                  </a:lnTo>
                  <a:lnTo>
                    <a:pt x="336169" y="187718"/>
                  </a:lnTo>
                  <a:lnTo>
                    <a:pt x="308102" y="224205"/>
                  </a:lnTo>
                  <a:lnTo>
                    <a:pt x="277368" y="232549"/>
                  </a:lnTo>
                  <a:lnTo>
                    <a:pt x="261112" y="230365"/>
                  </a:lnTo>
                  <a:lnTo>
                    <a:pt x="224663" y="202311"/>
                  </a:lnTo>
                  <a:lnTo>
                    <a:pt x="216281" y="171488"/>
                  </a:lnTo>
                  <a:lnTo>
                    <a:pt x="218440" y="155257"/>
                  </a:lnTo>
                  <a:lnTo>
                    <a:pt x="246507" y="118770"/>
                  </a:lnTo>
                  <a:lnTo>
                    <a:pt x="277368" y="110426"/>
                  </a:lnTo>
                  <a:lnTo>
                    <a:pt x="293497" y="112610"/>
                  </a:lnTo>
                  <a:lnTo>
                    <a:pt x="330073" y="140665"/>
                  </a:lnTo>
                  <a:lnTo>
                    <a:pt x="338328" y="171488"/>
                  </a:lnTo>
                  <a:lnTo>
                    <a:pt x="338328" y="99174"/>
                  </a:lnTo>
                  <a:lnTo>
                    <a:pt x="197231" y="99174"/>
                  </a:lnTo>
                  <a:lnTo>
                    <a:pt x="194945" y="97917"/>
                  </a:lnTo>
                  <a:lnTo>
                    <a:pt x="183134" y="89687"/>
                  </a:lnTo>
                  <a:lnTo>
                    <a:pt x="174371" y="79603"/>
                  </a:lnTo>
                  <a:lnTo>
                    <a:pt x="168910" y="68135"/>
                  </a:lnTo>
                  <a:lnTo>
                    <a:pt x="167005" y="55778"/>
                  </a:lnTo>
                  <a:lnTo>
                    <a:pt x="168021" y="46545"/>
                  </a:lnTo>
                  <a:lnTo>
                    <a:pt x="171069" y="37731"/>
                  </a:lnTo>
                  <a:lnTo>
                    <a:pt x="176149" y="29552"/>
                  </a:lnTo>
                  <a:lnTo>
                    <a:pt x="182880" y="22174"/>
                  </a:lnTo>
                  <a:lnTo>
                    <a:pt x="492633" y="22174"/>
                  </a:lnTo>
                  <a:lnTo>
                    <a:pt x="483235" y="10515"/>
                  </a:lnTo>
                  <a:lnTo>
                    <a:pt x="470535" y="2794"/>
                  </a:lnTo>
                  <a:lnTo>
                    <a:pt x="455422" y="0"/>
                  </a:lnTo>
                  <a:lnTo>
                    <a:pt x="99314" y="0"/>
                  </a:lnTo>
                  <a:lnTo>
                    <a:pt x="62103" y="22186"/>
                  </a:lnTo>
                  <a:lnTo>
                    <a:pt x="53721" y="57594"/>
                  </a:lnTo>
                  <a:lnTo>
                    <a:pt x="49022" y="76492"/>
                  </a:lnTo>
                  <a:lnTo>
                    <a:pt x="30607" y="122021"/>
                  </a:lnTo>
                  <a:lnTo>
                    <a:pt x="11811" y="151053"/>
                  </a:lnTo>
                  <a:lnTo>
                    <a:pt x="6604" y="158877"/>
                  </a:lnTo>
                  <a:lnTo>
                    <a:pt x="2921" y="167386"/>
                  </a:lnTo>
                  <a:lnTo>
                    <a:pt x="635" y="176403"/>
                  </a:lnTo>
                  <a:lnTo>
                    <a:pt x="0" y="185737"/>
                  </a:lnTo>
                  <a:lnTo>
                    <a:pt x="635" y="256438"/>
                  </a:lnTo>
                  <a:lnTo>
                    <a:pt x="508" y="274980"/>
                  </a:lnTo>
                  <a:lnTo>
                    <a:pt x="554228" y="274980"/>
                  </a:lnTo>
                  <a:lnTo>
                    <a:pt x="554228" y="232549"/>
                  </a:lnTo>
                  <a:lnTo>
                    <a:pt x="554736" y="185737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53557" y="3976052"/>
              <a:ext cx="337057" cy="770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59780" y="3886199"/>
              <a:ext cx="188849" cy="6767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5677408" y="3622585"/>
              <a:ext cx="714375" cy="657225"/>
            </a:xfrm>
            <a:custGeom>
              <a:avLst/>
              <a:gdLst/>
              <a:ahLst/>
              <a:cxnLst/>
              <a:rect l="l" t="t" r="r" b="b"/>
              <a:pathLst>
                <a:path w="714375" h="657225">
                  <a:moveTo>
                    <a:pt x="553720" y="617397"/>
                  </a:moveTo>
                  <a:lnTo>
                    <a:pt x="0" y="617397"/>
                  </a:lnTo>
                  <a:lnTo>
                    <a:pt x="4064" y="632790"/>
                  </a:lnTo>
                  <a:lnTo>
                    <a:pt x="13335" y="645261"/>
                  </a:lnTo>
                  <a:lnTo>
                    <a:pt x="26416" y="653630"/>
                  </a:lnTo>
                  <a:lnTo>
                    <a:pt x="42164" y="656678"/>
                  </a:lnTo>
                  <a:lnTo>
                    <a:pt x="511429" y="656678"/>
                  </a:lnTo>
                  <a:lnTo>
                    <a:pt x="527304" y="653630"/>
                  </a:lnTo>
                  <a:lnTo>
                    <a:pt x="540385" y="645261"/>
                  </a:lnTo>
                  <a:lnTo>
                    <a:pt x="549529" y="632790"/>
                  </a:lnTo>
                  <a:lnTo>
                    <a:pt x="553720" y="617397"/>
                  </a:lnTo>
                  <a:close/>
                </a:path>
                <a:path w="714375" h="657225">
                  <a:moveTo>
                    <a:pt x="714121" y="71831"/>
                  </a:moveTo>
                  <a:lnTo>
                    <a:pt x="667156" y="71831"/>
                  </a:lnTo>
                  <a:lnTo>
                    <a:pt x="667156" y="16090"/>
                  </a:lnTo>
                  <a:lnTo>
                    <a:pt x="686054" y="16090"/>
                  </a:lnTo>
                  <a:lnTo>
                    <a:pt x="686054" y="0"/>
                  </a:lnTo>
                  <a:lnTo>
                    <a:pt x="612648" y="0"/>
                  </a:lnTo>
                  <a:lnTo>
                    <a:pt x="612648" y="16090"/>
                  </a:lnTo>
                  <a:lnTo>
                    <a:pt x="631698" y="16090"/>
                  </a:lnTo>
                  <a:lnTo>
                    <a:pt x="631698" y="71831"/>
                  </a:lnTo>
                  <a:lnTo>
                    <a:pt x="584708" y="71831"/>
                  </a:lnTo>
                  <a:lnTo>
                    <a:pt x="584708" y="87972"/>
                  </a:lnTo>
                  <a:lnTo>
                    <a:pt x="612902" y="87972"/>
                  </a:lnTo>
                  <a:lnTo>
                    <a:pt x="612902" y="388645"/>
                  </a:lnTo>
                  <a:lnTo>
                    <a:pt x="627126" y="395693"/>
                  </a:lnTo>
                  <a:lnTo>
                    <a:pt x="636524" y="463042"/>
                  </a:lnTo>
                  <a:lnTo>
                    <a:pt x="644525" y="473163"/>
                  </a:lnTo>
                  <a:lnTo>
                    <a:pt x="644525" y="569912"/>
                  </a:lnTo>
                  <a:lnTo>
                    <a:pt x="654050" y="560628"/>
                  </a:lnTo>
                  <a:lnTo>
                    <a:pt x="654050" y="473392"/>
                  </a:lnTo>
                  <a:lnTo>
                    <a:pt x="662305" y="463042"/>
                  </a:lnTo>
                  <a:lnTo>
                    <a:pt x="671703" y="395693"/>
                  </a:lnTo>
                  <a:lnTo>
                    <a:pt x="685927" y="388645"/>
                  </a:lnTo>
                  <a:lnTo>
                    <a:pt x="685927" y="369506"/>
                  </a:lnTo>
                  <a:lnTo>
                    <a:pt x="649351" y="369506"/>
                  </a:lnTo>
                  <a:lnTo>
                    <a:pt x="649351" y="360413"/>
                  </a:lnTo>
                  <a:lnTo>
                    <a:pt x="685927" y="360413"/>
                  </a:lnTo>
                  <a:lnTo>
                    <a:pt x="685927" y="346176"/>
                  </a:lnTo>
                  <a:lnTo>
                    <a:pt x="667385" y="346176"/>
                  </a:lnTo>
                  <a:lnTo>
                    <a:pt x="667385" y="337083"/>
                  </a:lnTo>
                  <a:lnTo>
                    <a:pt x="685927" y="337083"/>
                  </a:lnTo>
                  <a:lnTo>
                    <a:pt x="685927" y="322846"/>
                  </a:lnTo>
                  <a:lnTo>
                    <a:pt x="667385" y="322846"/>
                  </a:lnTo>
                  <a:lnTo>
                    <a:pt x="667385" y="313753"/>
                  </a:lnTo>
                  <a:lnTo>
                    <a:pt x="685927" y="313753"/>
                  </a:lnTo>
                  <a:lnTo>
                    <a:pt x="685927" y="299478"/>
                  </a:lnTo>
                  <a:lnTo>
                    <a:pt x="667385" y="299478"/>
                  </a:lnTo>
                  <a:lnTo>
                    <a:pt x="667385" y="290423"/>
                  </a:lnTo>
                  <a:lnTo>
                    <a:pt x="685927" y="290423"/>
                  </a:lnTo>
                  <a:lnTo>
                    <a:pt x="685927" y="276148"/>
                  </a:lnTo>
                  <a:lnTo>
                    <a:pt x="649351" y="276148"/>
                  </a:lnTo>
                  <a:lnTo>
                    <a:pt x="649351" y="267093"/>
                  </a:lnTo>
                  <a:lnTo>
                    <a:pt x="685927" y="267093"/>
                  </a:lnTo>
                  <a:lnTo>
                    <a:pt x="685927" y="252818"/>
                  </a:lnTo>
                  <a:lnTo>
                    <a:pt x="667385" y="252818"/>
                  </a:lnTo>
                  <a:lnTo>
                    <a:pt x="667385" y="243801"/>
                  </a:lnTo>
                  <a:lnTo>
                    <a:pt x="685927" y="243801"/>
                  </a:lnTo>
                  <a:lnTo>
                    <a:pt x="685927" y="229450"/>
                  </a:lnTo>
                  <a:lnTo>
                    <a:pt x="667385" y="229450"/>
                  </a:lnTo>
                  <a:lnTo>
                    <a:pt x="667385" y="220433"/>
                  </a:lnTo>
                  <a:lnTo>
                    <a:pt x="685927" y="220433"/>
                  </a:lnTo>
                  <a:lnTo>
                    <a:pt x="685927" y="206209"/>
                  </a:lnTo>
                  <a:lnTo>
                    <a:pt x="667385" y="206209"/>
                  </a:lnTo>
                  <a:lnTo>
                    <a:pt x="667385" y="197065"/>
                  </a:lnTo>
                  <a:lnTo>
                    <a:pt x="685927" y="197065"/>
                  </a:lnTo>
                  <a:lnTo>
                    <a:pt x="685927" y="182841"/>
                  </a:lnTo>
                  <a:lnTo>
                    <a:pt x="649351" y="182841"/>
                  </a:lnTo>
                  <a:lnTo>
                    <a:pt x="649351" y="173697"/>
                  </a:lnTo>
                  <a:lnTo>
                    <a:pt x="685927" y="173697"/>
                  </a:lnTo>
                  <a:lnTo>
                    <a:pt x="685927" y="159473"/>
                  </a:lnTo>
                  <a:lnTo>
                    <a:pt x="667385" y="159473"/>
                  </a:lnTo>
                  <a:lnTo>
                    <a:pt x="667385" y="150456"/>
                  </a:lnTo>
                  <a:lnTo>
                    <a:pt x="685927" y="150456"/>
                  </a:lnTo>
                  <a:lnTo>
                    <a:pt x="685927" y="136105"/>
                  </a:lnTo>
                  <a:lnTo>
                    <a:pt x="667385" y="136105"/>
                  </a:lnTo>
                  <a:lnTo>
                    <a:pt x="667385" y="127088"/>
                  </a:lnTo>
                  <a:lnTo>
                    <a:pt x="685927" y="127088"/>
                  </a:lnTo>
                  <a:lnTo>
                    <a:pt x="685927" y="112864"/>
                  </a:lnTo>
                  <a:lnTo>
                    <a:pt x="667385" y="112864"/>
                  </a:lnTo>
                  <a:lnTo>
                    <a:pt x="667385" y="103720"/>
                  </a:lnTo>
                  <a:lnTo>
                    <a:pt x="685927" y="103720"/>
                  </a:lnTo>
                  <a:lnTo>
                    <a:pt x="685927" y="87972"/>
                  </a:lnTo>
                  <a:lnTo>
                    <a:pt x="714121" y="87972"/>
                  </a:lnTo>
                  <a:lnTo>
                    <a:pt x="714121" y="71831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02808" y="4317491"/>
              <a:ext cx="300100" cy="30614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655564" y="3688079"/>
              <a:ext cx="681355" cy="856615"/>
            </a:xfrm>
            <a:custGeom>
              <a:avLst/>
              <a:gdLst/>
              <a:ahLst/>
              <a:cxnLst/>
              <a:rect l="l" t="t" r="r" b="b"/>
              <a:pathLst>
                <a:path w="681354" h="856614">
                  <a:moveTo>
                    <a:pt x="576072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576072" y="152400"/>
                  </a:lnTo>
                  <a:lnTo>
                    <a:pt x="576072" y="0"/>
                  </a:lnTo>
                  <a:close/>
                </a:path>
                <a:path w="681354" h="856614">
                  <a:moveTo>
                    <a:pt x="680847" y="726668"/>
                  </a:moveTo>
                  <a:lnTo>
                    <a:pt x="674370" y="721283"/>
                  </a:lnTo>
                  <a:lnTo>
                    <a:pt x="661670" y="714476"/>
                  </a:lnTo>
                  <a:lnTo>
                    <a:pt x="647700" y="710158"/>
                  </a:lnTo>
                  <a:lnTo>
                    <a:pt x="632714" y="708660"/>
                  </a:lnTo>
                  <a:lnTo>
                    <a:pt x="449326" y="708660"/>
                  </a:lnTo>
                  <a:lnTo>
                    <a:pt x="407670" y="721283"/>
                  </a:lnTo>
                  <a:lnTo>
                    <a:pt x="380746" y="753783"/>
                  </a:lnTo>
                  <a:lnTo>
                    <a:pt x="374904" y="782485"/>
                  </a:lnTo>
                  <a:lnTo>
                    <a:pt x="376428" y="797344"/>
                  </a:lnTo>
                  <a:lnTo>
                    <a:pt x="396748" y="834656"/>
                  </a:lnTo>
                  <a:lnTo>
                    <a:pt x="434340" y="854786"/>
                  </a:lnTo>
                  <a:lnTo>
                    <a:pt x="449326" y="856284"/>
                  </a:lnTo>
                  <a:lnTo>
                    <a:pt x="632714" y="856284"/>
                  </a:lnTo>
                  <a:lnTo>
                    <a:pt x="647700" y="854786"/>
                  </a:lnTo>
                  <a:lnTo>
                    <a:pt x="661670" y="850480"/>
                  </a:lnTo>
                  <a:lnTo>
                    <a:pt x="674370" y="843673"/>
                  </a:lnTo>
                  <a:lnTo>
                    <a:pt x="680847" y="838276"/>
                  </a:lnTo>
                  <a:lnTo>
                    <a:pt x="539115" y="838276"/>
                  </a:lnTo>
                  <a:lnTo>
                    <a:pt x="539115" y="726668"/>
                  </a:lnTo>
                  <a:lnTo>
                    <a:pt x="680847" y="726668"/>
                  </a:lnTo>
                  <a:close/>
                </a:path>
              </a:pathLst>
            </a:custGeom>
            <a:solidFill>
              <a:srgbClr val="9153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288278" y="4414748"/>
              <a:ext cx="74422" cy="111607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5765672" y="4686706"/>
            <a:ext cx="5302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20" dirty="0">
                <a:solidFill>
                  <a:srgbClr val="CEF3F5"/>
                </a:solidFill>
                <a:latin typeface="Trebuchet MS"/>
                <a:cs typeface="Trebuchet MS"/>
              </a:rPr>
              <a:t>Tindakan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387597" y="4625441"/>
            <a:ext cx="4756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CEF3F5"/>
                </a:solidFill>
                <a:latin typeface="Trebuchet MS"/>
                <a:cs typeface="Trebuchet MS"/>
              </a:rPr>
              <a:t>Laporan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4577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PENDEKATAN</a:t>
            </a:r>
            <a:r>
              <a:rPr spc="-195" dirty="0"/>
              <a:t> </a:t>
            </a:r>
            <a:r>
              <a:rPr spc="-240" dirty="0"/>
              <a:t>BERORIENTASI</a:t>
            </a:r>
            <a:r>
              <a:rPr spc="-195" dirty="0"/>
              <a:t> </a:t>
            </a:r>
            <a:r>
              <a:rPr spc="-320" dirty="0"/>
              <a:t>OBJEK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4618" y="2977388"/>
            <a:ext cx="2930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75" dirty="0">
                <a:solidFill>
                  <a:srgbClr val="868FFF"/>
                </a:solidFill>
                <a:latin typeface="Trebuchet MS"/>
                <a:cs typeface="Trebuchet MS"/>
              </a:rPr>
              <a:t>ATRIBUT/PROPERTI/KARATERISTIK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7955" y="2961258"/>
            <a:ext cx="163766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85" dirty="0">
                <a:solidFill>
                  <a:srgbClr val="35C2DF"/>
                </a:solidFill>
                <a:latin typeface="Trebuchet MS"/>
                <a:cs typeface="Trebuchet MS"/>
              </a:rPr>
              <a:t>PERILAKU/METHOD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64321" y="3302507"/>
            <a:ext cx="388620" cy="489584"/>
          </a:xfrm>
          <a:custGeom>
            <a:avLst/>
            <a:gdLst/>
            <a:ahLst/>
            <a:cxnLst/>
            <a:rect l="l" t="t" r="r" b="b"/>
            <a:pathLst>
              <a:path w="388619" h="489585">
                <a:moveTo>
                  <a:pt x="322846" y="408813"/>
                </a:moveTo>
                <a:lnTo>
                  <a:pt x="316369" y="402336"/>
                </a:lnTo>
                <a:lnTo>
                  <a:pt x="279539" y="402336"/>
                </a:lnTo>
                <a:lnTo>
                  <a:pt x="271411" y="402336"/>
                </a:lnTo>
                <a:lnTo>
                  <a:pt x="264934" y="408813"/>
                </a:lnTo>
                <a:lnTo>
                  <a:pt x="264934" y="424815"/>
                </a:lnTo>
                <a:lnTo>
                  <a:pt x="271411" y="431292"/>
                </a:lnTo>
                <a:lnTo>
                  <a:pt x="316369" y="431292"/>
                </a:lnTo>
                <a:lnTo>
                  <a:pt x="322846" y="424815"/>
                </a:lnTo>
                <a:lnTo>
                  <a:pt x="322846" y="408813"/>
                </a:lnTo>
                <a:close/>
              </a:path>
              <a:path w="388619" h="489585">
                <a:moveTo>
                  <a:pt x="388073" y="330111"/>
                </a:moveTo>
                <a:lnTo>
                  <a:pt x="382612" y="313905"/>
                </a:lnTo>
                <a:lnTo>
                  <a:pt x="375869" y="305689"/>
                </a:lnTo>
                <a:lnTo>
                  <a:pt x="371741" y="300672"/>
                </a:lnTo>
                <a:lnTo>
                  <a:pt x="359664" y="293839"/>
                </a:lnTo>
                <a:lnTo>
                  <a:pt x="359664" y="334251"/>
                </a:lnTo>
                <a:lnTo>
                  <a:pt x="359295" y="341122"/>
                </a:lnTo>
                <a:lnTo>
                  <a:pt x="359295" y="341249"/>
                </a:lnTo>
                <a:lnTo>
                  <a:pt x="359168" y="341503"/>
                </a:lnTo>
                <a:lnTo>
                  <a:pt x="359130" y="341757"/>
                </a:lnTo>
                <a:lnTo>
                  <a:pt x="334657" y="460502"/>
                </a:lnTo>
                <a:lnTo>
                  <a:pt x="207784" y="460502"/>
                </a:lnTo>
                <a:lnTo>
                  <a:pt x="207784" y="366141"/>
                </a:lnTo>
                <a:lnTo>
                  <a:pt x="226326" y="384683"/>
                </a:lnTo>
                <a:lnTo>
                  <a:pt x="229120" y="387350"/>
                </a:lnTo>
                <a:lnTo>
                  <a:pt x="232676" y="388874"/>
                </a:lnTo>
                <a:lnTo>
                  <a:pt x="238010" y="388874"/>
                </a:lnTo>
                <a:lnTo>
                  <a:pt x="242201" y="388366"/>
                </a:lnTo>
                <a:lnTo>
                  <a:pt x="246011" y="386080"/>
                </a:lnTo>
                <a:lnTo>
                  <a:pt x="248424" y="382524"/>
                </a:lnTo>
                <a:lnTo>
                  <a:pt x="259359" y="366141"/>
                </a:lnTo>
                <a:lnTo>
                  <a:pt x="268770" y="352044"/>
                </a:lnTo>
                <a:lnTo>
                  <a:pt x="299732" y="305689"/>
                </a:lnTo>
                <a:lnTo>
                  <a:pt x="347484" y="319278"/>
                </a:lnTo>
                <a:lnTo>
                  <a:pt x="353390" y="322732"/>
                </a:lnTo>
                <a:lnTo>
                  <a:pt x="357581" y="327926"/>
                </a:lnTo>
                <a:lnTo>
                  <a:pt x="359664" y="334251"/>
                </a:lnTo>
                <a:lnTo>
                  <a:pt x="359664" y="293839"/>
                </a:lnTo>
                <a:lnTo>
                  <a:pt x="356374" y="291973"/>
                </a:lnTo>
                <a:lnTo>
                  <a:pt x="355739" y="291719"/>
                </a:lnTo>
                <a:lnTo>
                  <a:pt x="302145" y="276479"/>
                </a:lnTo>
                <a:lnTo>
                  <a:pt x="293928" y="268605"/>
                </a:lnTo>
                <a:lnTo>
                  <a:pt x="278587" y="253873"/>
                </a:lnTo>
                <a:lnTo>
                  <a:pt x="275348" y="250774"/>
                </a:lnTo>
                <a:lnTo>
                  <a:pt x="275348" y="290576"/>
                </a:lnTo>
                <a:lnTo>
                  <a:pt x="234327" y="352044"/>
                </a:lnTo>
                <a:lnTo>
                  <a:pt x="211975" y="329692"/>
                </a:lnTo>
                <a:lnTo>
                  <a:pt x="227977" y="305562"/>
                </a:lnTo>
                <a:lnTo>
                  <a:pt x="252488" y="268605"/>
                </a:lnTo>
                <a:lnTo>
                  <a:pt x="275348" y="290576"/>
                </a:lnTo>
                <a:lnTo>
                  <a:pt x="275348" y="250774"/>
                </a:lnTo>
                <a:lnTo>
                  <a:pt x="264426" y="240284"/>
                </a:lnTo>
                <a:lnTo>
                  <a:pt x="264426" y="231267"/>
                </a:lnTo>
                <a:lnTo>
                  <a:pt x="264426" y="230505"/>
                </a:lnTo>
                <a:lnTo>
                  <a:pt x="277012" y="215239"/>
                </a:lnTo>
                <a:lnTo>
                  <a:pt x="286245" y="197980"/>
                </a:lnTo>
                <a:lnTo>
                  <a:pt x="291947" y="179273"/>
                </a:lnTo>
                <a:lnTo>
                  <a:pt x="293890" y="159639"/>
                </a:lnTo>
                <a:lnTo>
                  <a:pt x="293890" y="100330"/>
                </a:lnTo>
                <a:lnTo>
                  <a:pt x="286550" y="62649"/>
                </a:lnTo>
                <a:lnTo>
                  <a:pt x="265188" y="30657"/>
                </a:lnTo>
                <a:lnTo>
                  <a:pt x="265188" y="95504"/>
                </a:lnTo>
                <a:lnTo>
                  <a:pt x="265188" y="159639"/>
                </a:lnTo>
                <a:lnTo>
                  <a:pt x="259549" y="187502"/>
                </a:lnTo>
                <a:lnTo>
                  <a:pt x="244182" y="210273"/>
                </a:lnTo>
                <a:lnTo>
                  <a:pt x="227977" y="221221"/>
                </a:lnTo>
                <a:lnTo>
                  <a:pt x="227977" y="253873"/>
                </a:lnTo>
                <a:lnTo>
                  <a:pt x="193560" y="305562"/>
                </a:lnTo>
                <a:lnTo>
                  <a:pt x="179082" y="283908"/>
                </a:lnTo>
                <a:lnTo>
                  <a:pt x="179082" y="366141"/>
                </a:lnTo>
                <a:lnTo>
                  <a:pt x="179082" y="460502"/>
                </a:lnTo>
                <a:lnTo>
                  <a:pt x="52082" y="460502"/>
                </a:lnTo>
                <a:lnTo>
                  <a:pt x="28841" y="341122"/>
                </a:lnTo>
                <a:lnTo>
                  <a:pt x="28397" y="334251"/>
                </a:lnTo>
                <a:lnTo>
                  <a:pt x="30441" y="327926"/>
                </a:lnTo>
                <a:lnTo>
                  <a:pt x="34607" y="322732"/>
                </a:lnTo>
                <a:lnTo>
                  <a:pt x="40525" y="319278"/>
                </a:lnTo>
                <a:lnTo>
                  <a:pt x="87134" y="305689"/>
                </a:lnTo>
                <a:lnTo>
                  <a:pt x="138442" y="382524"/>
                </a:lnTo>
                <a:lnTo>
                  <a:pt x="140855" y="386080"/>
                </a:lnTo>
                <a:lnTo>
                  <a:pt x="144792" y="388366"/>
                </a:lnTo>
                <a:lnTo>
                  <a:pt x="148983" y="388747"/>
                </a:lnTo>
                <a:lnTo>
                  <a:pt x="149491" y="388874"/>
                </a:lnTo>
                <a:lnTo>
                  <a:pt x="154190" y="388874"/>
                </a:lnTo>
                <a:lnTo>
                  <a:pt x="157873" y="387350"/>
                </a:lnTo>
                <a:lnTo>
                  <a:pt x="179082" y="366141"/>
                </a:lnTo>
                <a:lnTo>
                  <a:pt x="179082" y="283908"/>
                </a:lnTo>
                <a:lnTo>
                  <a:pt x="175018" y="277825"/>
                </a:lnTo>
                <a:lnTo>
                  <a:pt x="175018" y="329692"/>
                </a:lnTo>
                <a:lnTo>
                  <a:pt x="152666" y="352044"/>
                </a:lnTo>
                <a:lnTo>
                  <a:pt x="121729" y="305689"/>
                </a:lnTo>
                <a:lnTo>
                  <a:pt x="111645" y="290576"/>
                </a:lnTo>
                <a:lnTo>
                  <a:pt x="134378" y="268605"/>
                </a:lnTo>
                <a:lnTo>
                  <a:pt x="175018" y="329692"/>
                </a:lnTo>
                <a:lnTo>
                  <a:pt x="175018" y="277825"/>
                </a:lnTo>
                <a:lnTo>
                  <a:pt x="168859" y="268605"/>
                </a:lnTo>
                <a:lnTo>
                  <a:pt x="159016" y="253873"/>
                </a:lnTo>
                <a:lnTo>
                  <a:pt x="167462" y="256540"/>
                </a:lnTo>
                <a:lnTo>
                  <a:pt x="176034" y="258445"/>
                </a:lnTo>
                <a:lnTo>
                  <a:pt x="184696" y="259588"/>
                </a:lnTo>
                <a:lnTo>
                  <a:pt x="193433" y="259969"/>
                </a:lnTo>
                <a:lnTo>
                  <a:pt x="202184" y="259588"/>
                </a:lnTo>
                <a:lnTo>
                  <a:pt x="210883" y="258445"/>
                </a:lnTo>
                <a:lnTo>
                  <a:pt x="219506" y="256540"/>
                </a:lnTo>
                <a:lnTo>
                  <a:pt x="227977" y="253873"/>
                </a:lnTo>
                <a:lnTo>
                  <a:pt x="227977" y="221221"/>
                </a:lnTo>
                <a:lnTo>
                  <a:pt x="221411" y="225640"/>
                </a:lnTo>
                <a:lnTo>
                  <a:pt x="193560" y="231267"/>
                </a:lnTo>
                <a:lnTo>
                  <a:pt x="165557" y="225640"/>
                </a:lnTo>
                <a:lnTo>
                  <a:pt x="142709" y="210273"/>
                </a:lnTo>
                <a:lnTo>
                  <a:pt x="127317" y="187502"/>
                </a:lnTo>
                <a:lnTo>
                  <a:pt x="121678" y="159639"/>
                </a:lnTo>
                <a:lnTo>
                  <a:pt x="121678" y="114681"/>
                </a:lnTo>
                <a:lnTo>
                  <a:pt x="193560" y="114681"/>
                </a:lnTo>
                <a:lnTo>
                  <a:pt x="212928" y="112712"/>
                </a:lnTo>
                <a:lnTo>
                  <a:pt x="231432" y="107124"/>
                </a:lnTo>
                <a:lnTo>
                  <a:pt x="248564" y="98107"/>
                </a:lnTo>
                <a:lnTo>
                  <a:pt x="263626" y="85979"/>
                </a:lnTo>
                <a:lnTo>
                  <a:pt x="263791" y="85852"/>
                </a:lnTo>
                <a:lnTo>
                  <a:pt x="264807" y="90678"/>
                </a:lnTo>
                <a:lnTo>
                  <a:pt x="265188" y="95504"/>
                </a:lnTo>
                <a:lnTo>
                  <a:pt x="265188" y="30657"/>
                </a:lnTo>
                <a:lnTo>
                  <a:pt x="263652" y="28702"/>
                </a:lnTo>
                <a:lnTo>
                  <a:pt x="263537" y="28562"/>
                </a:lnTo>
                <a:lnTo>
                  <a:pt x="250837" y="19037"/>
                </a:lnTo>
                <a:lnTo>
                  <a:pt x="250837" y="57277"/>
                </a:lnTo>
                <a:lnTo>
                  <a:pt x="239306" y="69354"/>
                </a:lnTo>
                <a:lnTo>
                  <a:pt x="225526" y="78346"/>
                </a:lnTo>
                <a:lnTo>
                  <a:pt x="210070" y="83985"/>
                </a:lnTo>
                <a:lnTo>
                  <a:pt x="193560" y="85979"/>
                </a:lnTo>
                <a:lnTo>
                  <a:pt x="123202" y="85979"/>
                </a:lnTo>
                <a:lnTo>
                  <a:pt x="132283" y="62992"/>
                </a:lnTo>
                <a:lnTo>
                  <a:pt x="148132" y="44869"/>
                </a:lnTo>
                <a:lnTo>
                  <a:pt x="169113" y="32981"/>
                </a:lnTo>
                <a:lnTo>
                  <a:pt x="193560" y="28702"/>
                </a:lnTo>
                <a:lnTo>
                  <a:pt x="210096" y="30632"/>
                </a:lnTo>
                <a:lnTo>
                  <a:pt x="225577" y="36233"/>
                </a:lnTo>
                <a:lnTo>
                  <a:pt x="239369" y="45212"/>
                </a:lnTo>
                <a:lnTo>
                  <a:pt x="250837" y="57277"/>
                </a:lnTo>
                <a:lnTo>
                  <a:pt x="250837" y="19037"/>
                </a:lnTo>
                <a:lnTo>
                  <a:pt x="242862" y="13042"/>
                </a:lnTo>
                <a:lnTo>
                  <a:pt x="219087" y="3352"/>
                </a:lnTo>
                <a:lnTo>
                  <a:pt x="193433" y="0"/>
                </a:lnTo>
                <a:lnTo>
                  <a:pt x="186829" y="228"/>
                </a:lnTo>
                <a:lnTo>
                  <a:pt x="137007" y="17360"/>
                </a:lnTo>
                <a:lnTo>
                  <a:pt x="98399" y="67818"/>
                </a:lnTo>
                <a:lnTo>
                  <a:pt x="92976" y="100330"/>
                </a:lnTo>
                <a:lnTo>
                  <a:pt x="92976" y="159639"/>
                </a:lnTo>
                <a:lnTo>
                  <a:pt x="94932" y="179273"/>
                </a:lnTo>
                <a:lnTo>
                  <a:pt x="100660" y="197980"/>
                </a:lnTo>
                <a:lnTo>
                  <a:pt x="109905" y="215239"/>
                </a:lnTo>
                <a:lnTo>
                  <a:pt x="122440" y="230505"/>
                </a:lnTo>
                <a:lnTo>
                  <a:pt x="122440" y="240284"/>
                </a:lnTo>
                <a:lnTo>
                  <a:pt x="84848" y="276479"/>
                </a:lnTo>
                <a:lnTo>
                  <a:pt x="32270" y="291846"/>
                </a:lnTo>
                <a:lnTo>
                  <a:pt x="31762" y="291973"/>
                </a:lnTo>
                <a:lnTo>
                  <a:pt x="16383" y="300672"/>
                </a:lnTo>
                <a:lnTo>
                  <a:pt x="5499" y="313905"/>
                </a:lnTo>
                <a:lnTo>
                  <a:pt x="0" y="330111"/>
                </a:lnTo>
                <a:lnTo>
                  <a:pt x="774" y="347726"/>
                </a:lnTo>
                <a:lnTo>
                  <a:pt x="26187" y="477774"/>
                </a:lnTo>
                <a:lnTo>
                  <a:pt x="27444" y="484378"/>
                </a:lnTo>
                <a:lnTo>
                  <a:pt x="33413" y="489204"/>
                </a:lnTo>
                <a:lnTo>
                  <a:pt x="41033" y="489204"/>
                </a:lnTo>
                <a:lnTo>
                  <a:pt x="41414" y="489077"/>
                </a:lnTo>
                <a:lnTo>
                  <a:pt x="41795" y="489077"/>
                </a:lnTo>
                <a:lnTo>
                  <a:pt x="42176" y="489204"/>
                </a:lnTo>
                <a:lnTo>
                  <a:pt x="353199" y="489204"/>
                </a:lnTo>
                <a:lnTo>
                  <a:pt x="353352" y="489077"/>
                </a:lnTo>
                <a:lnTo>
                  <a:pt x="359168" y="484378"/>
                </a:lnTo>
                <a:lnTo>
                  <a:pt x="360464" y="477647"/>
                </a:lnTo>
                <a:lnTo>
                  <a:pt x="363994" y="460502"/>
                </a:lnTo>
                <a:lnTo>
                  <a:pt x="387235" y="347726"/>
                </a:lnTo>
                <a:lnTo>
                  <a:pt x="388073" y="330111"/>
                </a:lnTo>
                <a:close/>
              </a:path>
            </a:pathLst>
          </a:custGeom>
          <a:solidFill>
            <a:srgbClr val="868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2362961" y="2008632"/>
            <a:ext cx="4491990" cy="935355"/>
            <a:chOff x="2362961" y="2008632"/>
            <a:chExt cx="4491990" cy="935355"/>
          </a:xfrm>
        </p:grpSpPr>
        <p:sp>
          <p:nvSpPr>
            <p:cNvPr id="7" name="object 7"/>
            <p:cNvSpPr/>
            <p:nvPr/>
          </p:nvSpPr>
          <p:spPr>
            <a:xfrm>
              <a:off x="4267200" y="2008632"/>
              <a:ext cx="655320" cy="655320"/>
            </a:xfrm>
            <a:custGeom>
              <a:avLst/>
              <a:gdLst/>
              <a:ahLst/>
              <a:cxnLst/>
              <a:rect l="l" t="t" r="r" b="b"/>
              <a:pathLst>
                <a:path w="655320" h="655319">
                  <a:moveTo>
                    <a:pt x="327660" y="0"/>
                  </a:moveTo>
                  <a:lnTo>
                    <a:pt x="279237" y="3552"/>
                  </a:lnTo>
                  <a:lnTo>
                    <a:pt x="233022" y="13871"/>
                  </a:lnTo>
                  <a:lnTo>
                    <a:pt x="189521" y="30451"/>
                  </a:lnTo>
                  <a:lnTo>
                    <a:pt x="149239" y="52784"/>
                  </a:lnTo>
                  <a:lnTo>
                    <a:pt x="112685" y="80364"/>
                  </a:lnTo>
                  <a:lnTo>
                    <a:pt x="80364" y="112685"/>
                  </a:lnTo>
                  <a:lnTo>
                    <a:pt x="52784" y="149239"/>
                  </a:lnTo>
                  <a:lnTo>
                    <a:pt x="30451" y="189521"/>
                  </a:lnTo>
                  <a:lnTo>
                    <a:pt x="13871" y="233022"/>
                  </a:lnTo>
                  <a:lnTo>
                    <a:pt x="3552" y="279237"/>
                  </a:lnTo>
                  <a:lnTo>
                    <a:pt x="0" y="327660"/>
                  </a:lnTo>
                  <a:lnTo>
                    <a:pt x="3552" y="376082"/>
                  </a:lnTo>
                  <a:lnTo>
                    <a:pt x="13871" y="422297"/>
                  </a:lnTo>
                  <a:lnTo>
                    <a:pt x="30451" y="465798"/>
                  </a:lnTo>
                  <a:lnTo>
                    <a:pt x="52784" y="506080"/>
                  </a:lnTo>
                  <a:lnTo>
                    <a:pt x="80364" y="542634"/>
                  </a:lnTo>
                  <a:lnTo>
                    <a:pt x="112685" y="574955"/>
                  </a:lnTo>
                  <a:lnTo>
                    <a:pt x="149239" y="602535"/>
                  </a:lnTo>
                  <a:lnTo>
                    <a:pt x="189521" y="624868"/>
                  </a:lnTo>
                  <a:lnTo>
                    <a:pt x="233022" y="641448"/>
                  </a:lnTo>
                  <a:lnTo>
                    <a:pt x="279237" y="651767"/>
                  </a:lnTo>
                  <a:lnTo>
                    <a:pt x="327660" y="655319"/>
                  </a:lnTo>
                  <a:lnTo>
                    <a:pt x="376082" y="651767"/>
                  </a:lnTo>
                  <a:lnTo>
                    <a:pt x="422297" y="641448"/>
                  </a:lnTo>
                  <a:lnTo>
                    <a:pt x="465798" y="624868"/>
                  </a:lnTo>
                  <a:lnTo>
                    <a:pt x="506080" y="602535"/>
                  </a:lnTo>
                  <a:lnTo>
                    <a:pt x="542634" y="574955"/>
                  </a:lnTo>
                  <a:lnTo>
                    <a:pt x="574955" y="542634"/>
                  </a:lnTo>
                  <a:lnTo>
                    <a:pt x="602535" y="506080"/>
                  </a:lnTo>
                  <a:lnTo>
                    <a:pt x="624868" y="465798"/>
                  </a:lnTo>
                  <a:lnTo>
                    <a:pt x="641448" y="422297"/>
                  </a:lnTo>
                  <a:lnTo>
                    <a:pt x="651767" y="376082"/>
                  </a:lnTo>
                  <a:lnTo>
                    <a:pt x="655320" y="327660"/>
                  </a:lnTo>
                  <a:lnTo>
                    <a:pt x="651767" y="279237"/>
                  </a:lnTo>
                  <a:lnTo>
                    <a:pt x="641448" y="233022"/>
                  </a:lnTo>
                  <a:lnTo>
                    <a:pt x="624868" y="189521"/>
                  </a:lnTo>
                  <a:lnTo>
                    <a:pt x="602535" y="149239"/>
                  </a:lnTo>
                  <a:lnTo>
                    <a:pt x="574955" y="112685"/>
                  </a:lnTo>
                  <a:lnTo>
                    <a:pt x="542634" y="80364"/>
                  </a:lnTo>
                  <a:lnTo>
                    <a:pt x="506080" y="52784"/>
                  </a:lnTo>
                  <a:lnTo>
                    <a:pt x="465798" y="30451"/>
                  </a:lnTo>
                  <a:lnTo>
                    <a:pt x="422297" y="13871"/>
                  </a:lnTo>
                  <a:lnTo>
                    <a:pt x="376082" y="3552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C7AD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62962" y="2298953"/>
              <a:ext cx="4491990" cy="644525"/>
            </a:xfrm>
            <a:custGeom>
              <a:avLst/>
              <a:gdLst/>
              <a:ahLst/>
              <a:cxnLst/>
              <a:rect l="l" t="t" r="r" b="b"/>
              <a:pathLst>
                <a:path w="4491990" h="644525">
                  <a:moveTo>
                    <a:pt x="1943227" y="38100"/>
                  </a:moveTo>
                  <a:lnTo>
                    <a:pt x="1919973" y="2997"/>
                  </a:lnTo>
                  <a:lnTo>
                    <a:pt x="1905127" y="0"/>
                  </a:lnTo>
                  <a:lnTo>
                    <a:pt x="1890331" y="2997"/>
                  </a:lnTo>
                  <a:lnTo>
                    <a:pt x="1878215" y="11150"/>
                  </a:lnTo>
                  <a:lnTo>
                    <a:pt x="1870024" y="23253"/>
                  </a:lnTo>
                  <a:lnTo>
                    <a:pt x="1868944" y="28575"/>
                  </a:lnTo>
                  <a:lnTo>
                    <a:pt x="32893" y="28575"/>
                  </a:lnTo>
                  <a:lnTo>
                    <a:pt x="28575" y="32893"/>
                  </a:lnTo>
                  <a:lnTo>
                    <a:pt x="28575" y="570255"/>
                  </a:lnTo>
                  <a:lnTo>
                    <a:pt x="23241" y="571334"/>
                  </a:lnTo>
                  <a:lnTo>
                    <a:pt x="11137" y="579526"/>
                  </a:lnTo>
                  <a:lnTo>
                    <a:pt x="2984" y="591642"/>
                  </a:lnTo>
                  <a:lnTo>
                    <a:pt x="0" y="606425"/>
                  </a:lnTo>
                  <a:lnTo>
                    <a:pt x="2984" y="621284"/>
                  </a:lnTo>
                  <a:lnTo>
                    <a:pt x="11137" y="633387"/>
                  </a:lnTo>
                  <a:lnTo>
                    <a:pt x="23241" y="641540"/>
                  </a:lnTo>
                  <a:lnTo>
                    <a:pt x="38100" y="644525"/>
                  </a:lnTo>
                  <a:lnTo>
                    <a:pt x="52946" y="641540"/>
                  </a:lnTo>
                  <a:lnTo>
                    <a:pt x="65049" y="633387"/>
                  </a:lnTo>
                  <a:lnTo>
                    <a:pt x="73202" y="621284"/>
                  </a:lnTo>
                  <a:lnTo>
                    <a:pt x="76200" y="606425"/>
                  </a:lnTo>
                  <a:lnTo>
                    <a:pt x="73202" y="591642"/>
                  </a:lnTo>
                  <a:lnTo>
                    <a:pt x="65049" y="579526"/>
                  </a:lnTo>
                  <a:lnTo>
                    <a:pt x="52946" y="571334"/>
                  </a:lnTo>
                  <a:lnTo>
                    <a:pt x="47625" y="570255"/>
                  </a:lnTo>
                  <a:lnTo>
                    <a:pt x="47625" y="568325"/>
                  </a:lnTo>
                  <a:lnTo>
                    <a:pt x="47625" y="47625"/>
                  </a:lnTo>
                  <a:lnTo>
                    <a:pt x="1868944" y="47625"/>
                  </a:lnTo>
                  <a:lnTo>
                    <a:pt x="1870024" y="52959"/>
                  </a:lnTo>
                  <a:lnTo>
                    <a:pt x="1878215" y="65062"/>
                  </a:lnTo>
                  <a:lnTo>
                    <a:pt x="1890331" y="73215"/>
                  </a:lnTo>
                  <a:lnTo>
                    <a:pt x="1905127" y="76200"/>
                  </a:lnTo>
                  <a:lnTo>
                    <a:pt x="1919973" y="73215"/>
                  </a:lnTo>
                  <a:lnTo>
                    <a:pt x="1932076" y="65062"/>
                  </a:lnTo>
                  <a:lnTo>
                    <a:pt x="1940229" y="52959"/>
                  </a:lnTo>
                  <a:lnTo>
                    <a:pt x="1941309" y="47625"/>
                  </a:lnTo>
                  <a:lnTo>
                    <a:pt x="1943227" y="38100"/>
                  </a:lnTo>
                  <a:close/>
                </a:path>
                <a:path w="4491990" h="644525">
                  <a:moveTo>
                    <a:pt x="4491736" y="590423"/>
                  </a:moveTo>
                  <a:lnTo>
                    <a:pt x="4488739" y="575640"/>
                  </a:lnTo>
                  <a:lnTo>
                    <a:pt x="4480585" y="563524"/>
                  </a:lnTo>
                  <a:lnTo>
                    <a:pt x="4468482" y="555332"/>
                  </a:lnTo>
                  <a:lnTo>
                    <a:pt x="4463161" y="554253"/>
                  </a:lnTo>
                  <a:lnTo>
                    <a:pt x="4463161" y="552323"/>
                  </a:lnTo>
                  <a:lnTo>
                    <a:pt x="4463161" y="47625"/>
                  </a:lnTo>
                  <a:lnTo>
                    <a:pt x="4463161" y="38100"/>
                  </a:lnTo>
                  <a:lnTo>
                    <a:pt x="4463161" y="32893"/>
                  </a:lnTo>
                  <a:lnTo>
                    <a:pt x="4458843" y="28575"/>
                  </a:lnTo>
                  <a:lnTo>
                    <a:pt x="2596502" y="28575"/>
                  </a:lnTo>
                  <a:lnTo>
                    <a:pt x="2595422" y="23253"/>
                  </a:lnTo>
                  <a:lnTo>
                    <a:pt x="2587269" y="11150"/>
                  </a:lnTo>
                  <a:lnTo>
                    <a:pt x="2575166" y="2997"/>
                  </a:lnTo>
                  <a:lnTo>
                    <a:pt x="2560320" y="0"/>
                  </a:lnTo>
                  <a:lnTo>
                    <a:pt x="2545461" y="2997"/>
                  </a:lnTo>
                  <a:lnTo>
                    <a:pt x="2533358" y="11150"/>
                  </a:lnTo>
                  <a:lnTo>
                    <a:pt x="2525204" y="23253"/>
                  </a:lnTo>
                  <a:lnTo>
                    <a:pt x="2522220" y="38100"/>
                  </a:lnTo>
                  <a:lnTo>
                    <a:pt x="2525204" y="52959"/>
                  </a:lnTo>
                  <a:lnTo>
                    <a:pt x="2533358" y="65062"/>
                  </a:lnTo>
                  <a:lnTo>
                    <a:pt x="2545461" y="73215"/>
                  </a:lnTo>
                  <a:lnTo>
                    <a:pt x="2560320" y="76200"/>
                  </a:lnTo>
                  <a:lnTo>
                    <a:pt x="2575166" y="73215"/>
                  </a:lnTo>
                  <a:lnTo>
                    <a:pt x="2587269" y="65062"/>
                  </a:lnTo>
                  <a:lnTo>
                    <a:pt x="2595422" y="52959"/>
                  </a:lnTo>
                  <a:lnTo>
                    <a:pt x="2596502" y="47625"/>
                  </a:lnTo>
                  <a:lnTo>
                    <a:pt x="4444111" y="47625"/>
                  </a:lnTo>
                  <a:lnTo>
                    <a:pt x="4444111" y="554253"/>
                  </a:lnTo>
                  <a:lnTo>
                    <a:pt x="4438777" y="555332"/>
                  </a:lnTo>
                  <a:lnTo>
                    <a:pt x="4426674" y="563524"/>
                  </a:lnTo>
                  <a:lnTo>
                    <a:pt x="4418520" y="575640"/>
                  </a:lnTo>
                  <a:lnTo>
                    <a:pt x="4415536" y="590423"/>
                  </a:lnTo>
                  <a:lnTo>
                    <a:pt x="4418520" y="605282"/>
                  </a:lnTo>
                  <a:lnTo>
                    <a:pt x="4426674" y="617385"/>
                  </a:lnTo>
                  <a:lnTo>
                    <a:pt x="4438777" y="625538"/>
                  </a:lnTo>
                  <a:lnTo>
                    <a:pt x="4453636" y="628523"/>
                  </a:lnTo>
                  <a:lnTo>
                    <a:pt x="4468482" y="625538"/>
                  </a:lnTo>
                  <a:lnTo>
                    <a:pt x="4480585" y="617385"/>
                  </a:lnTo>
                  <a:lnTo>
                    <a:pt x="4488739" y="605282"/>
                  </a:lnTo>
                  <a:lnTo>
                    <a:pt x="4491736" y="590423"/>
                  </a:lnTo>
                  <a:close/>
                </a:path>
              </a:pathLst>
            </a:custGeom>
            <a:solidFill>
              <a:srgbClr val="CEF3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419447" y="2092451"/>
              <a:ext cx="351155" cy="489584"/>
            </a:xfrm>
            <a:custGeom>
              <a:avLst/>
              <a:gdLst/>
              <a:ahLst/>
              <a:cxnLst/>
              <a:rect l="l" t="t" r="r" b="b"/>
              <a:pathLst>
                <a:path w="351154" h="489585">
                  <a:moveTo>
                    <a:pt x="291236" y="408813"/>
                  </a:moveTo>
                  <a:lnTo>
                    <a:pt x="284759" y="402336"/>
                  </a:lnTo>
                  <a:lnTo>
                    <a:pt x="247802" y="402336"/>
                  </a:lnTo>
                  <a:lnTo>
                    <a:pt x="239801" y="402336"/>
                  </a:lnTo>
                  <a:lnTo>
                    <a:pt x="233324" y="408813"/>
                  </a:lnTo>
                  <a:lnTo>
                    <a:pt x="233324" y="424815"/>
                  </a:lnTo>
                  <a:lnTo>
                    <a:pt x="239801" y="431292"/>
                  </a:lnTo>
                  <a:lnTo>
                    <a:pt x="284759" y="431292"/>
                  </a:lnTo>
                  <a:lnTo>
                    <a:pt x="291236" y="424815"/>
                  </a:lnTo>
                  <a:lnTo>
                    <a:pt x="291236" y="408813"/>
                  </a:lnTo>
                  <a:close/>
                </a:path>
                <a:path w="351154" h="489585">
                  <a:moveTo>
                    <a:pt x="350824" y="360362"/>
                  </a:moveTo>
                  <a:lnTo>
                    <a:pt x="340956" y="335534"/>
                  </a:lnTo>
                  <a:lnTo>
                    <a:pt x="331317" y="325247"/>
                  </a:lnTo>
                  <a:lnTo>
                    <a:pt x="322694" y="316052"/>
                  </a:lnTo>
                  <a:lnTo>
                    <a:pt x="322605" y="365798"/>
                  </a:lnTo>
                  <a:lnTo>
                    <a:pt x="322580" y="371106"/>
                  </a:lnTo>
                  <a:lnTo>
                    <a:pt x="322478" y="382397"/>
                  </a:lnTo>
                  <a:lnTo>
                    <a:pt x="306857" y="460502"/>
                  </a:lnTo>
                  <a:lnTo>
                    <a:pt x="43967" y="460502"/>
                  </a:lnTo>
                  <a:lnTo>
                    <a:pt x="28219" y="382397"/>
                  </a:lnTo>
                  <a:lnTo>
                    <a:pt x="28117" y="365798"/>
                  </a:lnTo>
                  <a:lnTo>
                    <a:pt x="34036" y="350888"/>
                  </a:lnTo>
                  <a:lnTo>
                    <a:pt x="44983" y="339204"/>
                  </a:lnTo>
                  <a:lnTo>
                    <a:pt x="59969" y="332232"/>
                  </a:lnTo>
                  <a:lnTo>
                    <a:pt x="88925" y="324993"/>
                  </a:lnTo>
                  <a:lnTo>
                    <a:pt x="105041" y="345706"/>
                  </a:lnTo>
                  <a:lnTo>
                    <a:pt x="125590" y="361289"/>
                  </a:lnTo>
                  <a:lnTo>
                    <a:pt x="149453" y="371119"/>
                  </a:lnTo>
                  <a:lnTo>
                    <a:pt x="175412" y="374523"/>
                  </a:lnTo>
                  <a:lnTo>
                    <a:pt x="175666" y="374523"/>
                  </a:lnTo>
                  <a:lnTo>
                    <a:pt x="225412" y="361315"/>
                  </a:lnTo>
                  <a:lnTo>
                    <a:pt x="262026" y="325247"/>
                  </a:lnTo>
                  <a:lnTo>
                    <a:pt x="290728" y="332232"/>
                  </a:lnTo>
                  <a:lnTo>
                    <a:pt x="305777" y="339267"/>
                  </a:lnTo>
                  <a:lnTo>
                    <a:pt x="316738" y="350989"/>
                  </a:lnTo>
                  <a:lnTo>
                    <a:pt x="322605" y="365798"/>
                  </a:lnTo>
                  <a:lnTo>
                    <a:pt x="322605" y="316014"/>
                  </a:lnTo>
                  <a:lnTo>
                    <a:pt x="297713" y="304419"/>
                  </a:lnTo>
                  <a:lnTo>
                    <a:pt x="260375" y="295275"/>
                  </a:lnTo>
                  <a:lnTo>
                    <a:pt x="260248" y="295275"/>
                  </a:lnTo>
                  <a:lnTo>
                    <a:pt x="258724" y="294640"/>
                  </a:lnTo>
                  <a:lnTo>
                    <a:pt x="257327" y="294259"/>
                  </a:lnTo>
                  <a:lnTo>
                    <a:pt x="255549" y="294132"/>
                  </a:lnTo>
                  <a:lnTo>
                    <a:pt x="245516" y="291719"/>
                  </a:lnTo>
                  <a:lnTo>
                    <a:pt x="245516" y="277876"/>
                  </a:lnTo>
                  <a:lnTo>
                    <a:pt x="245516" y="276987"/>
                  </a:lnTo>
                  <a:lnTo>
                    <a:pt x="245516" y="258318"/>
                  </a:lnTo>
                  <a:lnTo>
                    <a:pt x="245833" y="257937"/>
                  </a:lnTo>
                  <a:lnTo>
                    <a:pt x="258495" y="242963"/>
                  </a:lnTo>
                  <a:lnTo>
                    <a:pt x="268097" y="225475"/>
                  </a:lnTo>
                  <a:lnTo>
                    <a:pt x="274066" y="206438"/>
                  </a:lnTo>
                  <a:lnTo>
                    <a:pt x="276123" y="186436"/>
                  </a:lnTo>
                  <a:lnTo>
                    <a:pt x="276123" y="122047"/>
                  </a:lnTo>
                  <a:lnTo>
                    <a:pt x="275361" y="115062"/>
                  </a:lnTo>
                  <a:lnTo>
                    <a:pt x="275247" y="114554"/>
                  </a:lnTo>
                  <a:lnTo>
                    <a:pt x="273837" y="108204"/>
                  </a:lnTo>
                  <a:lnTo>
                    <a:pt x="294411" y="90220"/>
                  </a:lnTo>
                  <a:lnTo>
                    <a:pt x="298145" y="80899"/>
                  </a:lnTo>
                  <a:lnTo>
                    <a:pt x="304088" y="66065"/>
                  </a:lnTo>
                  <a:lnTo>
                    <a:pt x="302196" y="40106"/>
                  </a:lnTo>
                  <a:lnTo>
                    <a:pt x="295287" y="28702"/>
                  </a:lnTo>
                  <a:lnTo>
                    <a:pt x="288061" y="16764"/>
                  </a:lnTo>
                  <a:lnTo>
                    <a:pt x="278942" y="9385"/>
                  </a:lnTo>
                  <a:lnTo>
                    <a:pt x="275996" y="7848"/>
                  </a:lnTo>
                  <a:lnTo>
                    <a:pt x="275996" y="57810"/>
                  </a:lnTo>
                  <a:lnTo>
                    <a:pt x="274434" y="66598"/>
                  </a:lnTo>
                  <a:lnTo>
                    <a:pt x="270256" y="74510"/>
                  </a:lnTo>
                  <a:lnTo>
                    <a:pt x="263677" y="80899"/>
                  </a:lnTo>
                  <a:lnTo>
                    <a:pt x="263550" y="80518"/>
                  </a:lnTo>
                  <a:lnTo>
                    <a:pt x="263296" y="80264"/>
                  </a:lnTo>
                  <a:lnTo>
                    <a:pt x="263169" y="79883"/>
                  </a:lnTo>
                  <a:lnTo>
                    <a:pt x="262026" y="77978"/>
                  </a:lnTo>
                  <a:lnTo>
                    <a:pt x="254419" y="66890"/>
                  </a:lnTo>
                  <a:lnTo>
                    <a:pt x="247421" y="59143"/>
                  </a:lnTo>
                  <a:lnTo>
                    <a:pt x="247421" y="124206"/>
                  </a:lnTo>
                  <a:lnTo>
                    <a:pt x="247421" y="186436"/>
                  </a:lnTo>
                  <a:lnTo>
                    <a:pt x="241769" y="214274"/>
                  </a:lnTo>
                  <a:lnTo>
                    <a:pt x="232435" y="228066"/>
                  </a:lnTo>
                  <a:lnTo>
                    <a:pt x="232435" y="318008"/>
                  </a:lnTo>
                  <a:lnTo>
                    <a:pt x="220484" y="330250"/>
                  </a:lnTo>
                  <a:lnTo>
                    <a:pt x="206603" y="338988"/>
                  </a:lnTo>
                  <a:lnTo>
                    <a:pt x="191401" y="344208"/>
                  </a:lnTo>
                  <a:lnTo>
                    <a:pt x="175539" y="345948"/>
                  </a:lnTo>
                  <a:lnTo>
                    <a:pt x="159639" y="344195"/>
                  </a:lnTo>
                  <a:lnTo>
                    <a:pt x="144399" y="338886"/>
                  </a:lnTo>
                  <a:lnTo>
                    <a:pt x="130479" y="330047"/>
                  </a:lnTo>
                  <a:lnTo>
                    <a:pt x="125615" y="324993"/>
                  </a:lnTo>
                  <a:lnTo>
                    <a:pt x="118516" y="317627"/>
                  </a:lnTo>
                  <a:lnTo>
                    <a:pt x="121691" y="316738"/>
                  </a:lnTo>
                  <a:lnTo>
                    <a:pt x="128041" y="315214"/>
                  </a:lnTo>
                  <a:lnTo>
                    <a:pt x="132613" y="309499"/>
                  </a:lnTo>
                  <a:lnTo>
                    <a:pt x="132613" y="276987"/>
                  </a:lnTo>
                  <a:lnTo>
                    <a:pt x="142989" y="281228"/>
                  </a:lnTo>
                  <a:lnTo>
                    <a:pt x="153708" y="284251"/>
                  </a:lnTo>
                  <a:lnTo>
                    <a:pt x="164630" y="286042"/>
                  </a:lnTo>
                  <a:lnTo>
                    <a:pt x="175666" y="286639"/>
                  </a:lnTo>
                  <a:lnTo>
                    <a:pt x="186143" y="286092"/>
                  </a:lnTo>
                  <a:lnTo>
                    <a:pt x="196570" y="284454"/>
                  </a:lnTo>
                  <a:lnTo>
                    <a:pt x="206819" y="281711"/>
                  </a:lnTo>
                  <a:lnTo>
                    <a:pt x="216814" y="277876"/>
                  </a:lnTo>
                  <a:lnTo>
                    <a:pt x="216814" y="309499"/>
                  </a:lnTo>
                  <a:lnTo>
                    <a:pt x="221259" y="315214"/>
                  </a:lnTo>
                  <a:lnTo>
                    <a:pt x="227736" y="316865"/>
                  </a:lnTo>
                  <a:lnTo>
                    <a:pt x="232435" y="318008"/>
                  </a:lnTo>
                  <a:lnTo>
                    <a:pt x="232435" y="228066"/>
                  </a:lnTo>
                  <a:lnTo>
                    <a:pt x="226377" y="237007"/>
                  </a:lnTo>
                  <a:lnTo>
                    <a:pt x="203530" y="252323"/>
                  </a:lnTo>
                  <a:lnTo>
                    <a:pt x="175539" y="257937"/>
                  </a:lnTo>
                  <a:lnTo>
                    <a:pt x="147624" y="252323"/>
                  </a:lnTo>
                  <a:lnTo>
                    <a:pt x="124866" y="237007"/>
                  </a:lnTo>
                  <a:lnTo>
                    <a:pt x="109524" y="214274"/>
                  </a:lnTo>
                  <a:lnTo>
                    <a:pt x="103911" y="186436"/>
                  </a:lnTo>
                  <a:lnTo>
                    <a:pt x="103911" y="143383"/>
                  </a:lnTo>
                  <a:lnTo>
                    <a:pt x="175539" y="143383"/>
                  </a:lnTo>
                  <a:lnTo>
                    <a:pt x="195021" y="141414"/>
                  </a:lnTo>
                  <a:lnTo>
                    <a:pt x="213563" y="135826"/>
                  </a:lnTo>
                  <a:lnTo>
                    <a:pt x="230682" y="126809"/>
                  </a:lnTo>
                  <a:lnTo>
                    <a:pt x="245732" y="114681"/>
                  </a:lnTo>
                  <a:lnTo>
                    <a:pt x="245897" y="114554"/>
                  </a:lnTo>
                  <a:lnTo>
                    <a:pt x="246786" y="119380"/>
                  </a:lnTo>
                  <a:lnTo>
                    <a:pt x="247421" y="124206"/>
                  </a:lnTo>
                  <a:lnTo>
                    <a:pt x="247421" y="59143"/>
                  </a:lnTo>
                  <a:lnTo>
                    <a:pt x="245859" y="57404"/>
                  </a:lnTo>
                  <a:lnTo>
                    <a:pt x="245427" y="56934"/>
                  </a:lnTo>
                  <a:lnTo>
                    <a:pt x="235178" y="48260"/>
                  </a:lnTo>
                  <a:lnTo>
                    <a:pt x="233070" y="46926"/>
                  </a:lnTo>
                  <a:lnTo>
                    <a:pt x="233070" y="85979"/>
                  </a:lnTo>
                  <a:lnTo>
                    <a:pt x="221526" y="98056"/>
                  </a:lnTo>
                  <a:lnTo>
                    <a:pt x="207683" y="107048"/>
                  </a:lnTo>
                  <a:lnTo>
                    <a:pt x="192151" y="112687"/>
                  </a:lnTo>
                  <a:lnTo>
                    <a:pt x="175539" y="114681"/>
                  </a:lnTo>
                  <a:lnTo>
                    <a:pt x="105308" y="114681"/>
                  </a:lnTo>
                  <a:lnTo>
                    <a:pt x="114388" y="91694"/>
                  </a:lnTo>
                  <a:lnTo>
                    <a:pt x="130225" y="73571"/>
                  </a:lnTo>
                  <a:lnTo>
                    <a:pt x="151168" y="61683"/>
                  </a:lnTo>
                  <a:lnTo>
                    <a:pt x="175539" y="57404"/>
                  </a:lnTo>
                  <a:lnTo>
                    <a:pt x="192151" y="59334"/>
                  </a:lnTo>
                  <a:lnTo>
                    <a:pt x="207683" y="64935"/>
                  </a:lnTo>
                  <a:lnTo>
                    <a:pt x="221526" y="73914"/>
                  </a:lnTo>
                  <a:lnTo>
                    <a:pt x="233070" y="85979"/>
                  </a:lnTo>
                  <a:lnTo>
                    <a:pt x="233070" y="46926"/>
                  </a:lnTo>
                  <a:lnTo>
                    <a:pt x="223799" y="41021"/>
                  </a:lnTo>
                  <a:lnTo>
                    <a:pt x="228409" y="35890"/>
                  </a:lnTo>
                  <a:lnTo>
                    <a:pt x="234086" y="32004"/>
                  </a:lnTo>
                  <a:lnTo>
                    <a:pt x="237083" y="30861"/>
                  </a:lnTo>
                  <a:lnTo>
                    <a:pt x="240512" y="29565"/>
                  </a:lnTo>
                  <a:lnTo>
                    <a:pt x="247421" y="28702"/>
                  </a:lnTo>
                  <a:lnTo>
                    <a:pt x="256400" y="30162"/>
                  </a:lnTo>
                  <a:lnTo>
                    <a:pt x="264312" y="34264"/>
                  </a:lnTo>
                  <a:lnTo>
                    <a:pt x="270598" y="40601"/>
                  </a:lnTo>
                  <a:lnTo>
                    <a:pt x="274726" y="48768"/>
                  </a:lnTo>
                  <a:lnTo>
                    <a:pt x="275996" y="57810"/>
                  </a:lnTo>
                  <a:lnTo>
                    <a:pt x="275996" y="7848"/>
                  </a:lnTo>
                  <a:lnTo>
                    <a:pt x="268935" y="4152"/>
                  </a:lnTo>
                  <a:lnTo>
                    <a:pt x="258368" y="1041"/>
                  </a:lnTo>
                  <a:lnTo>
                    <a:pt x="247548" y="0"/>
                  </a:lnTo>
                  <a:lnTo>
                    <a:pt x="232422" y="2006"/>
                  </a:lnTo>
                  <a:lnTo>
                    <a:pt x="218300" y="7912"/>
                  </a:lnTo>
                  <a:lnTo>
                    <a:pt x="206032" y="17576"/>
                  </a:lnTo>
                  <a:lnTo>
                    <a:pt x="196494" y="30861"/>
                  </a:lnTo>
                  <a:lnTo>
                    <a:pt x="189382" y="29464"/>
                  </a:lnTo>
                  <a:lnTo>
                    <a:pt x="182397" y="28702"/>
                  </a:lnTo>
                  <a:lnTo>
                    <a:pt x="175412" y="28702"/>
                  </a:lnTo>
                  <a:lnTo>
                    <a:pt x="136982" y="36436"/>
                  </a:lnTo>
                  <a:lnTo>
                    <a:pt x="105067" y="57683"/>
                  </a:lnTo>
                  <a:lnTo>
                    <a:pt x="83273" y="89522"/>
                  </a:lnTo>
                  <a:lnTo>
                    <a:pt x="75209" y="129032"/>
                  </a:lnTo>
                  <a:lnTo>
                    <a:pt x="75209" y="186436"/>
                  </a:lnTo>
                  <a:lnTo>
                    <a:pt x="77050" y="205790"/>
                  </a:lnTo>
                  <a:lnTo>
                    <a:pt x="82600" y="224243"/>
                  </a:lnTo>
                  <a:lnTo>
                    <a:pt x="91630" y="241287"/>
                  </a:lnTo>
                  <a:lnTo>
                    <a:pt x="103911" y="256413"/>
                  </a:lnTo>
                  <a:lnTo>
                    <a:pt x="103911" y="291719"/>
                  </a:lnTo>
                  <a:lnTo>
                    <a:pt x="52984" y="304419"/>
                  </a:lnTo>
                  <a:lnTo>
                    <a:pt x="28003" y="316128"/>
                  </a:lnTo>
                  <a:lnTo>
                    <a:pt x="9804" y="335635"/>
                  </a:lnTo>
                  <a:lnTo>
                    <a:pt x="0" y="360362"/>
                  </a:lnTo>
                  <a:lnTo>
                    <a:pt x="38" y="371106"/>
                  </a:lnTo>
                  <a:lnTo>
                    <a:pt x="152" y="387985"/>
                  </a:lnTo>
                  <a:lnTo>
                    <a:pt x="18059" y="477647"/>
                  </a:lnTo>
                  <a:lnTo>
                    <a:pt x="19456" y="484378"/>
                  </a:lnTo>
                  <a:lnTo>
                    <a:pt x="25298" y="489204"/>
                  </a:lnTo>
                  <a:lnTo>
                    <a:pt x="325526" y="489204"/>
                  </a:lnTo>
                  <a:lnTo>
                    <a:pt x="331368" y="484378"/>
                  </a:lnTo>
                  <a:lnTo>
                    <a:pt x="332765" y="477647"/>
                  </a:lnTo>
                  <a:lnTo>
                    <a:pt x="336181" y="460502"/>
                  </a:lnTo>
                  <a:lnTo>
                    <a:pt x="350672" y="387985"/>
                  </a:lnTo>
                  <a:lnTo>
                    <a:pt x="350824" y="360362"/>
                  </a:lnTo>
                  <a:close/>
                </a:path>
              </a:pathLst>
            </a:custGeom>
            <a:solidFill>
              <a:srgbClr val="091D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6639915" y="3296411"/>
            <a:ext cx="351155" cy="489584"/>
          </a:xfrm>
          <a:custGeom>
            <a:avLst/>
            <a:gdLst/>
            <a:ahLst/>
            <a:cxnLst/>
            <a:rect l="l" t="t" r="r" b="b"/>
            <a:pathLst>
              <a:path w="351154" h="489585">
                <a:moveTo>
                  <a:pt x="291236" y="410337"/>
                </a:moveTo>
                <a:lnTo>
                  <a:pt x="284759" y="403860"/>
                </a:lnTo>
                <a:lnTo>
                  <a:pt x="247802" y="403860"/>
                </a:lnTo>
                <a:lnTo>
                  <a:pt x="239801" y="403860"/>
                </a:lnTo>
                <a:lnTo>
                  <a:pt x="233324" y="410337"/>
                </a:lnTo>
                <a:lnTo>
                  <a:pt x="233324" y="426339"/>
                </a:lnTo>
                <a:lnTo>
                  <a:pt x="239801" y="432816"/>
                </a:lnTo>
                <a:lnTo>
                  <a:pt x="284759" y="432816"/>
                </a:lnTo>
                <a:lnTo>
                  <a:pt x="291236" y="426339"/>
                </a:lnTo>
                <a:lnTo>
                  <a:pt x="291236" y="410337"/>
                </a:lnTo>
                <a:close/>
              </a:path>
              <a:path w="351154" h="489585">
                <a:moveTo>
                  <a:pt x="350824" y="360362"/>
                </a:moveTo>
                <a:lnTo>
                  <a:pt x="340956" y="335534"/>
                </a:lnTo>
                <a:lnTo>
                  <a:pt x="331317" y="325247"/>
                </a:lnTo>
                <a:lnTo>
                  <a:pt x="322694" y="316052"/>
                </a:lnTo>
                <a:lnTo>
                  <a:pt x="322605" y="365798"/>
                </a:lnTo>
                <a:lnTo>
                  <a:pt x="322580" y="371106"/>
                </a:lnTo>
                <a:lnTo>
                  <a:pt x="322478" y="382397"/>
                </a:lnTo>
                <a:lnTo>
                  <a:pt x="306857" y="460502"/>
                </a:lnTo>
                <a:lnTo>
                  <a:pt x="43967" y="460502"/>
                </a:lnTo>
                <a:lnTo>
                  <a:pt x="28219" y="382397"/>
                </a:lnTo>
                <a:lnTo>
                  <a:pt x="28117" y="365798"/>
                </a:lnTo>
                <a:lnTo>
                  <a:pt x="34036" y="350888"/>
                </a:lnTo>
                <a:lnTo>
                  <a:pt x="44983" y="339204"/>
                </a:lnTo>
                <a:lnTo>
                  <a:pt x="59969" y="332232"/>
                </a:lnTo>
                <a:lnTo>
                  <a:pt x="88925" y="324993"/>
                </a:lnTo>
                <a:lnTo>
                  <a:pt x="105041" y="345706"/>
                </a:lnTo>
                <a:lnTo>
                  <a:pt x="125590" y="361289"/>
                </a:lnTo>
                <a:lnTo>
                  <a:pt x="149453" y="371119"/>
                </a:lnTo>
                <a:lnTo>
                  <a:pt x="175412" y="374523"/>
                </a:lnTo>
                <a:lnTo>
                  <a:pt x="175666" y="374523"/>
                </a:lnTo>
                <a:lnTo>
                  <a:pt x="225412" y="361315"/>
                </a:lnTo>
                <a:lnTo>
                  <a:pt x="262026" y="325247"/>
                </a:lnTo>
                <a:lnTo>
                  <a:pt x="290728" y="332232"/>
                </a:lnTo>
                <a:lnTo>
                  <a:pt x="305777" y="339267"/>
                </a:lnTo>
                <a:lnTo>
                  <a:pt x="316738" y="350989"/>
                </a:lnTo>
                <a:lnTo>
                  <a:pt x="322605" y="365798"/>
                </a:lnTo>
                <a:lnTo>
                  <a:pt x="322605" y="316014"/>
                </a:lnTo>
                <a:lnTo>
                  <a:pt x="297713" y="304419"/>
                </a:lnTo>
                <a:lnTo>
                  <a:pt x="260375" y="295275"/>
                </a:lnTo>
                <a:lnTo>
                  <a:pt x="260248" y="295275"/>
                </a:lnTo>
                <a:lnTo>
                  <a:pt x="258724" y="294640"/>
                </a:lnTo>
                <a:lnTo>
                  <a:pt x="257327" y="294259"/>
                </a:lnTo>
                <a:lnTo>
                  <a:pt x="255549" y="294132"/>
                </a:lnTo>
                <a:lnTo>
                  <a:pt x="245516" y="291719"/>
                </a:lnTo>
                <a:lnTo>
                  <a:pt x="245516" y="277876"/>
                </a:lnTo>
                <a:lnTo>
                  <a:pt x="245516" y="276987"/>
                </a:lnTo>
                <a:lnTo>
                  <a:pt x="245516" y="258318"/>
                </a:lnTo>
                <a:lnTo>
                  <a:pt x="245833" y="257937"/>
                </a:lnTo>
                <a:lnTo>
                  <a:pt x="258495" y="242963"/>
                </a:lnTo>
                <a:lnTo>
                  <a:pt x="268097" y="225475"/>
                </a:lnTo>
                <a:lnTo>
                  <a:pt x="274066" y="206438"/>
                </a:lnTo>
                <a:lnTo>
                  <a:pt x="276123" y="186448"/>
                </a:lnTo>
                <a:lnTo>
                  <a:pt x="276123" y="122047"/>
                </a:lnTo>
                <a:lnTo>
                  <a:pt x="275361" y="115062"/>
                </a:lnTo>
                <a:lnTo>
                  <a:pt x="275247" y="114554"/>
                </a:lnTo>
                <a:lnTo>
                  <a:pt x="273837" y="108204"/>
                </a:lnTo>
                <a:lnTo>
                  <a:pt x="294411" y="90220"/>
                </a:lnTo>
                <a:lnTo>
                  <a:pt x="298145" y="80899"/>
                </a:lnTo>
                <a:lnTo>
                  <a:pt x="304088" y="66065"/>
                </a:lnTo>
                <a:lnTo>
                  <a:pt x="302196" y="40106"/>
                </a:lnTo>
                <a:lnTo>
                  <a:pt x="295287" y="28702"/>
                </a:lnTo>
                <a:lnTo>
                  <a:pt x="288061" y="16764"/>
                </a:lnTo>
                <a:lnTo>
                  <a:pt x="278942" y="9385"/>
                </a:lnTo>
                <a:lnTo>
                  <a:pt x="275996" y="7848"/>
                </a:lnTo>
                <a:lnTo>
                  <a:pt x="275996" y="57810"/>
                </a:lnTo>
                <a:lnTo>
                  <a:pt x="274434" y="66598"/>
                </a:lnTo>
                <a:lnTo>
                  <a:pt x="270256" y="74510"/>
                </a:lnTo>
                <a:lnTo>
                  <a:pt x="263677" y="80899"/>
                </a:lnTo>
                <a:lnTo>
                  <a:pt x="263550" y="80518"/>
                </a:lnTo>
                <a:lnTo>
                  <a:pt x="263296" y="80264"/>
                </a:lnTo>
                <a:lnTo>
                  <a:pt x="263169" y="79883"/>
                </a:lnTo>
                <a:lnTo>
                  <a:pt x="262026" y="77978"/>
                </a:lnTo>
                <a:lnTo>
                  <a:pt x="254419" y="66890"/>
                </a:lnTo>
                <a:lnTo>
                  <a:pt x="247421" y="59143"/>
                </a:lnTo>
                <a:lnTo>
                  <a:pt x="247421" y="124206"/>
                </a:lnTo>
                <a:lnTo>
                  <a:pt x="247421" y="186448"/>
                </a:lnTo>
                <a:lnTo>
                  <a:pt x="241769" y="214274"/>
                </a:lnTo>
                <a:lnTo>
                  <a:pt x="232435" y="228066"/>
                </a:lnTo>
                <a:lnTo>
                  <a:pt x="232435" y="318008"/>
                </a:lnTo>
                <a:lnTo>
                  <a:pt x="220484" y="330250"/>
                </a:lnTo>
                <a:lnTo>
                  <a:pt x="206603" y="338988"/>
                </a:lnTo>
                <a:lnTo>
                  <a:pt x="191401" y="344208"/>
                </a:lnTo>
                <a:lnTo>
                  <a:pt x="175539" y="345948"/>
                </a:lnTo>
                <a:lnTo>
                  <a:pt x="159639" y="344195"/>
                </a:lnTo>
                <a:lnTo>
                  <a:pt x="144399" y="338886"/>
                </a:lnTo>
                <a:lnTo>
                  <a:pt x="130479" y="330047"/>
                </a:lnTo>
                <a:lnTo>
                  <a:pt x="125615" y="324993"/>
                </a:lnTo>
                <a:lnTo>
                  <a:pt x="118516" y="317627"/>
                </a:lnTo>
                <a:lnTo>
                  <a:pt x="121691" y="316738"/>
                </a:lnTo>
                <a:lnTo>
                  <a:pt x="128041" y="315214"/>
                </a:lnTo>
                <a:lnTo>
                  <a:pt x="132613" y="309499"/>
                </a:lnTo>
                <a:lnTo>
                  <a:pt x="132613" y="276987"/>
                </a:lnTo>
                <a:lnTo>
                  <a:pt x="142989" y="281228"/>
                </a:lnTo>
                <a:lnTo>
                  <a:pt x="153708" y="284251"/>
                </a:lnTo>
                <a:lnTo>
                  <a:pt x="164630" y="286042"/>
                </a:lnTo>
                <a:lnTo>
                  <a:pt x="175666" y="286639"/>
                </a:lnTo>
                <a:lnTo>
                  <a:pt x="186143" y="286092"/>
                </a:lnTo>
                <a:lnTo>
                  <a:pt x="196570" y="284454"/>
                </a:lnTo>
                <a:lnTo>
                  <a:pt x="206819" y="281711"/>
                </a:lnTo>
                <a:lnTo>
                  <a:pt x="216814" y="277876"/>
                </a:lnTo>
                <a:lnTo>
                  <a:pt x="216814" y="309499"/>
                </a:lnTo>
                <a:lnTo>
                  <a:pt x="221259" y="315214"/>
                </a:lnTo>
                <a:lnTo>
                  <a:pt x="227736" y="316865"/>
                </a:lnTo>
                <a:lnTo>
                  <a:pt x="232435" y="318008"/>
                </a:lnTo>
                <a:lnTo>
                  <a:pt x="232435" y="228066"/>
                </a:lnTo>
                <a:lnTo>
                  <a:pt x="226377" y="237007"/>
                </a:lnTo>
                <a:lnTo>
                  <a:pt x="203530" y="252323"/>
                </a:lnTo>
                <a:lnTo>
                  <a:pt x="175539" y="257937"/>
                </a:lnTo>
                <a:lnTo>
                  <a:pt x="147624" y="252323"/>
                </a:lnTo>
                <a:lnTo>
                  <a:pt x="124866" y="237007"/>
                </a:lnTo>
                <a:lnTo>
                  <a:pt x="109524" y="214274"/>
                </a:lnTo>
                <a:lnTo>
                  <a:pt x="103911" y="186448"/>
                </a:lnTo>
                <a:lnTo>
                  <a:pt x="103911" y="143383"/>
                </a:lnTo>
                <a:lnTo>
                  <a:pt x="175539" y="143383"/>
                </a:lnTo>
                <a:lnTo>
                  <a:pt x="195033" y="141414"/>
                </a:lnTo>
                <a:lnTo>
                  <a:pt x="213575" y="135826"/>
                </a:lnTo>
                <a:lnTo>
                  <a:pt x="230682" y="126809"/>
                </a:lnTo>
                <a:lnTo>
                  <a:pt x="245732" y="114681"/>
                </a:lnTo>
                <a:lnTo>
                  <a:pt x="245897" y="114554"/>
                </a:lnTo>
                <a:lnTo>
                  <a:pt x="246786" y="119380"/>
                </a:lnTo>
                <a:lnTo>
                  <a:pt x="247421" y="124206"/>
                </a:lnTo>
                <a:lnTo>
                  <a:pt x="247421" y="59143"/>
                </a:lnTo>
                <a:lnTo>
                  <a:pt x="245859" y="57404"/>
                </a:lnTo>
                <a:lnTo>
                  <a:pt x="245427" y="56934"/>
                </a:lnTo>
                <a:lnTo>
                  <a:pt x="235178" y="48260"/>
                </a:lnTo>
                <a:lnTo>
                  <a:pt x="233070" y="46926"/>
                </a:lnTo>
                <a:lnTo>
                  <a:pt x="233070" y="85979"/>
                </a:lnTo>
                <a:lnTo>
                  <a:pt x="221526" y="98056"/>
                </a:lnTo>
                <a:lnTo>
                  <a:pt x="207683" y="107048"/>
                </a:lnTo>
                <a:lnTo>
                  <a:pt x="192151" y="112687"/>
                </a:lnTo>
                <a:lnTo>
                  <a:pt x="175539" y="114681"/>
                </a:lnTo>
                <a:lnTo>
                  <a:pt x="105308" y="114681"/>
                </a:lnTo>
                <a:lnTo>
                  <a:pt x="114388" y="91694"/>
                </a:lnTo>
                <a:lnTo>
                  <a:pt x="130225" y="73571"/>
                </a:lnTo>
                <a:lnTo>
                  <a:pt x="151168" y="61683"/>
                </a:lnTo>
                <a:lnTo>
                  <a:pt x="175539" y="57404"/>
                </a:lnTo>
                <a:lnTo>
                  <a:pt x="192151" y="59334"/>
                </a:lnTo>
                <a:lnTo>
                  <a:pt x="207683" y="64935"/>
                </a:lnTo>
                <a:lnTo>
                  <a:pt x="221526" y="73914"/>
                </a:lnTo>
                <a:lnTo>
                  <a:pt x="233070" y="85979"/>
                </a:lnTo>
                <a:lnTo>
                  <a:pt x="233070" y="46926"/>
                </a:lnTo>
                <a:lnTo>
                  <a:pt x="223799" y="41021"/>
                </a:lnTo>
                <a:lnTo>
                  <a:pt x="228409" y="35890"/>
                </a:lnTo>
                <a:lnTo>
                  <a:pt x="234086" y="32004"/>
                </a:lnTo>
                <a:lnTo>
                  <a:pt x="237083" y="30861"/>
                </a:lnTo>
                <a:lnTo>
                  <a:pt x="240512" y="29565"/>
                </a:lnTo>
                <a:lnTo>
                  <a:pt x="247421" y="28702"/>
                </a:lnTo>
                <a:lnTo>
                  <a:pt x="256400" y="30162"/>
                </a:lnTo>
                <a:lnTo>
                  <a:pt x="264312" y="34264"/>
                </a:lnTo>
                <a:lnTo>
                  <a:pt x="270598" y="40601"/>
                </a:lnTo>
                <a:lnTo>
                  <a:pt x="274726" y="48768"/>
                </a:lnTo>
                <a:lnTo>
                  <a:pt x="275996" y="57810"/>
                </a:lnTo>
                <a:lnTo>
                  <a:pt x="275996" y="7848"/>
                </a:lnTo>
                <a:lnTo>
                  <a:pt x="268947" y="4152"/>
                </a:lnTo>
                <a:lnTo>
                  <a:pt x="258368" y="1041"/>
                </a:lnTo>
                <a:lnTo>
                  <a:pt x="247548" y="0"/>
                </a:lnTo>
                <a:lnTo>
                  <a:pt x="232422" y="2006"/>
                </a:lnTo>
                <a:lnTo>
                  <a:pt x="218300" y="7912"/>
                </a:lnTo>
                <a:lnTo>
                  <a:pt x="206032" y="17576"/>
                </a:lnTo>
                <a:lnTo>
                  <a:pt x="196494" y="30861"/>
                </a:lnTo>
                <a:lnTo>
                  <a:pt x="189382" y="29464"/>
                </a:lnTo>
                <a:lnTo>
                  <a:pt x="182397" y="28702"/>
                </a:lnTo>
                <a:lnTo>
                  <a:pt x="175412" y="28702"/>
                </a:lnTo>
                <a:lnTo>
                  <a:pt x="136982" y="36436"/>
                </a:lnTo>
                <a:lnTo>
                  <a:pt x="105067" y="57683"/>
                </a:lnTo>
                <a:lnTo>
                  <a:pt x="83273" y="89522"/>
                </a:lnTo>
                <a:lnTo>
                  <a:pt x="75209" y="129032"/>
                </a:lnTo>
                <a:lnTo>
                  <a:pt x="75209" y="186448"/>
                </a:lnTo>
                <a:lnTo>
                  <a:pt x="77050" y="205790"/>
                </a:lnTo>
                <a:lnTo>
                  <a:pt x="82600" y="224243"/>
                </a:lnTo>
                <a:lnTo>
                  <a:pt x="91630" y="241287"/>
                </a:lnTo>
                <a:lnTo>
                  <a:pt x="103911" y="256413"/>
                </a:lnTo>
                <a:lnTo>
                  <a:pt x="103911" y="291719"/>
                </a:lnTo>
                <a:lnTo>
                  <a:pt x="52984" y="304419"/>
                </a:lnTo>
                <a:lnTo>
                  <a:pt x="28003" y="316128"/>
                </a:lnTo>
                <a:lnTo>
                  <a:pt x="9804" y="335635"/>
                </a:lnTo>
                <a:lnTo>
                  <a:pt x="0" y="360362"/>
                </a:lnTo>
                <a:lnTo>
                  <a:pt x="38" y="371106"/>
                </a:lnTo>
                <a:lnTo>
                  <a:pt x="152" y="387985"/>
                </a:lnTo>
                <a:lnTo>
                  <a:pt x="18059" y="477647"/>
                </a:lnTo>
                <a:lnTo>
                  <a:pt x="19456" y="484378"/>
                </a:lnTo>
                <a:lnTo>
                  <a:pt x="25298" y="489204"/>
                </a:lnTo>
                <a:lnTo>
                  <a:pt x="325526" y="489204"/>
                </a:lnTo>
                <a:lnTo>
                  <a:pt x="331368" y="484378"/>
                </a:lnTo>
                <a:lnTo>
                  <a:pt x="332765" y="477647"/>
                </a:lnTo>
                <a:lnTo>
                  <a:pt x="336181" y="460502"/>
                </a:lnTo>
                <a:lnTo>
                  <a:pt x="350672" y="387985"/>
                </a:lnTo>
                <a:lnTo>
                  <a:pt x="350824" y="360362"/>
                </a:lnTo>
                <a:close/>
              </a:path>
            </a:pathLst>
          </a:custGeom>
          <a:solidFill>
            <a:srgbClr val="35C2D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87982" y="3937508"/>
            <a:ext cx="1025525" cy="12125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spc="-15" dirty="0">
                <a:solidFill>
                  <a:srgbClr val="CEF3F5"/>
                </a:solidFill>
                <a:latin typeface="Roboto"/>
                <a:cs typeface="Roboto"/>
              </a:rPr>
              <a:t>NIK</a:t>
            </a:r>
            <a:endParaRPr sz="1300" dirty="0">
              <a:latin typeface="Roboto"/>
              <a:cs typeface="Roboto"/>
            </a:endParaRPr>
          </a:p>
          <a:p>
            <a:pPr marL="12700" marR="5080" indent="-1270" algn="ctr">
              <a:lnSpc>
                <a:spcPct val="100000"/>
              </a:lnSpc>
            </a:pPr>
            <a:r>
              <a:rPr sz="1300" spc="-10" dirty="0">
                <a:solidFill>
                  <a:srgbClr val="CEF3F5"/>
                </a:solidFill>
                <a:latin typeface="Roboto"/>
                <a:cs typeface="Roboto"/>
              </a:rPr>
              <a:t>Nama </a:t>
            </a:r>
            <a:r>
              <a:rPr sz="13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lang="id-ID" sz="1300" spc="6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300" spc="65" dirty="0" err="1">
                <a:solidFill>
                  <a:srgbClr val="CEF3F5"/>
                </a:solidFill>
                <a:latin typeface="Roboto"/>
                <a:cs typeface="Roboto"/>
              </a:rPr>
              <a:t>empat</a:t>
            </a:r>
            <a:r>
              <a:rPr sz="1300" spc="6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300" spc="5" dirty="0">
                <a:solidFill>
                  <a:srgbClr val="CEF3F5"/>
                </a:solidFill>
                <a:latin typeface="Roboto"/>
                <a:cs typeface="Roboto"/>
              </a:rPr>
              <a:t>Lahi</a:t>
            </a:r>
            <a:r>
              <a:rPr lang="id-ID" sz="13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3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300" spc="-3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lang="id-ID" sz="1300" spc="50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300" spc="50" dirty="0" err="1">
                <a:solidFill>
                  <a:srgbClr val="CEF3F5"/>
                </a:solidFill>
                <a:latin typeface="Roboto"/>
                <a:cs typeface="Roboto"/>
              </a:rPr>
              <a:t>anggal</a:t>
            </a:r>
            <a:r>
              <a:rPr sz="1300" spc="-6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300" spc="5" dirty="0">
                <a:solidFill>
                  <a:srgbClr val="CEF3F5"/>
                </a:solidFill>
                <a:latin typeface="Roboto"/>
                <a:cs typeface="Roboto"/>
              </a:rPr>
              <a:t>Lahi</a:t>
            </a:r>
            <a:r>
              <a:rPr lang="id-ID" sz="13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endParaRPr sz="130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23253" y="3910685"/>
            <a:ext cx="1315720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5" dirty="0">
                <a:solidFill>
                  <a:srgbClr val="CEF3F5"/>
                </a:solidFill>
                <a:latin typeface="Roboto"/>
                <a:cs typeface="Roboto"/>
              </a:rPr>
              <a:t>Ambil</a:t>
            </a:r>
            <a:r>
              <a:rPr sz="1300" spc="-4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CEF3F5"/>
                </a:solidFill>
                <a:latin typeface="Roboto"/>
                <a:cs typeface="Roboto"/>
              </a:rPr>
              <a:t>Data</a:t>
            </a:r>
            <a:r>
              <a:rPr sz="13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CEF3F5"/>
                </a:solidFill>
                <a:latin typeface="Roboto"/>
                <a:cs typeface="Roboto"/>
              </a:rPr>
              <a:t>Nama</a:t>
            </a:r>
            <a:endParaRPr sz="1300" dirty="0">
              <a:latin typeface="Roboto"/>
              <a:cs typeface="Roboto"/>
            </a:endParaRPr>
          </a:p>
          <a:p>
            <a:pPr marL="33655">
              <a:lnSpc>
                <a:spcPct val="100000"/>
              </a:lnSpc>
              <a:spcBef>
                <a:spcPts val="5"/>
              </a:spcBef>
            </a:pPr>
            <a:r>
              <a:rPr sz="1300" spc="-5" dirty="0">
                <a:solidFill>
                  <a:srgbClr val="CEF3F5"/>
                </a:solidFill>
                <a:latin typeface="Roboto"/>
                <a:cs typeface="Roboto"/>
              </a:rPr>
              <a:t>Ambil</a:t>
            </a:r>
            <a:r>
              <a:rPr sz="1300" spc="-5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300" spc="-20" dirty="0">
                <a:solidFill>
                  <a:srgbClr val="CEF3F5"/>
                </a:solidFill>
                <a:latin typeface="Roboto"/>
                <a:cs typeface="Roboto"/>
              </a:rPr>
              <a:t>Data</a:t>
            </a:r>
            <a:r>
              <a:rPr sz="13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300" spc="10" dirty="0" err="1">
                <a:solidFill>
                  <a:srgbClr val="CEF3F5"/>
                </a:solidFill>
                <a:latin typeface="Roboto"/>
                <a:cs typeface="Roboto"/>
              </a:rPr>
              <a:t>Umu</a:t>
            </a:r>
            <a:r>
              <a:rPr lang="id-ID" sz="1300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endParaRPr sz="1300" dirty="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94759" y="1381505"/>
            <a:ext cx="562610" cy="5086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>
              <a:lnSpc>
                <a:spcPts val="2140"/>
              </a:lnSpc>
              <a:spcBef>
                <a:spcPts val="100"/>
              </a:spcBef>
            </a:pPr>
            <a:r>
              <a:rPr sz="1800" spc="-204" dirty="0">
                <a:solidFill>
                  <a:srgbClr val="C7ADF8"/>
                </a:solidFill>
                <a:latin typeface="Trebuchet MS"/>
                <a:cs typeface="Trebuchet MS"/>
              </a:rPr>
              <a:t>OBJEK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ts val="1660"/>
              </a:lnSpc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Pasien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46223" y="2023059"/>
            <a:ext cx="154559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0014">
              <a:lnSpc>
                <a:spcPct val="100000"/>
              </a:lnSpc>
              <a:spcBef>
                <a:spcPts val="95"/>
              </a:spcBef>
            </a:pPr>
            <a:r>
              <a:rPr sz="2800" spc="-280" dirty="0">
                <a:solidFill>
                  <a:srgbClr val="CEF3F5"/>
                </a:solidFill>
                <a:latin typeface="Trebuchet MS"/>
                <a:cs typeface="Trebuchet MS"/>
              </a:rPr>
              <a:t>Men</a:t>
            </a:r>
            <a:r>
              <a:rPr sz="2800" spc="-254" dirty="0">
                <a:solidFill>
                  <a:srgbClr val="CEF3F5"/>
                </a:solidFill>
                <a:latin typeface="Trebuchet MS"/>
                <a:cs typeface="Trebuchet MS"/>
              </a:rPr>
              <a:t>a</a:t>
            </a:r>
            <a:r>
              <a:rPr sz="2800" spc="-440" dirty="0">
                <a:solidFill>
                  <a:srgbClr val="CEF3F5"/>
                </a:solidFill>
                <a:latin typeface="Trebuchet MS"/>
                <a:cs typeface="Trebuchet MS"/>
              </a:rPr>
              <a:t>m</a:t>
            </a:r>
            <a:r>
              <a:rPr sz="2800" spc="-310" dirty="0">
                <a:solidFill>
                  <a:srgbClr val="CEF3F5"/>
                </a:solidFill>
                <a:latin typeface="Trebuchet MS"/>
                <a:cs typeface="Trebuchet MS"/>
              </a:rPr>
              <a:t>b</a:t>
            </a:r>
            <a:r>
              <a:rPr sz="2800" spc="-225" dirty="0">
                <a:solidFill>
                  <a:srgbClr val="CEF3F5"/>
                </a:solidFill>
                <a:latin typeface="Trebuchet MS"/>
                <a:cs typeface="Trebuchet MS"/>
              </a:rPr>
              <a:t>ah  </a:t>
            </a:r>
            <a:r>
              <a:rPr sz="2800" spc="-265" dirty="0">
                <a:solidFill>
                  <a:srgbClr val="CEF3F5"/>
                </a:solidFill>
                <a:latin typeface="Trebuchet MS"/>
                <a:cs typeface="Trebuchet MS"/>
              </a:rPr>
              <a:t>Data</a:t>
            </a:r>
            <a:r>
              <a:rPr sz="2800" spc="-204" dirty="0">
                <a:solidFill>
                  <a:srgbClr val="CEF3F5"/>
                </a:solidFill>
                <a:latin typeface="Trebuchet MS"/>
                <a:cs typeface="Trebuchet MS"/>
              </a:rPr>
              <a:t> </a:t>
            </a:r>
            <a:r>
              <a:rPr sz="2800" spc="-210" dirty="0">
                <a:solidFill>
                  <a:srgbClr val="CEF3F5"/>
                </a:solidFill>
                <a:latin typeface="Trebuchet MS"/>
                <a:cs typeface="Trebuchet MS"/>
              </a:rPr>
              <a:t>Pas</a:t>
            </a:r>
            <a:r>
              <a:rPr sz="2800" spc="-135" dirty="0">
                <a:solidFill>
                  <a:srgbClr val="CEF3F5"/>
                </a:solidFill>
                <a:latin typeface="Trebuchet MS"/>
                <a:cs typeface="Trebuchet MS"/>
              </a:rPr>
              <a:t>i</a:t>
            </a:r>
            <a:r>
              <a:rPr sz="2800" spc="-330" dirty="0">
                <a:solidFill>
                  <a:srgbClr val="CEF3F5"/>
                </a:solidFill>
                <a:latin typeface="Trebuchet MS"/>
                <a:cs typeface="Trebuchet MS"/>
              </a:rPr>
              <a:t>en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20971" y="1799285"/>
            <a:ext cx="4107815" cy="1398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317500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329565" algn="l"/>
                <a:tab pos="330200" algn="l"/>
              </a:tabLst>
            </a:pPr>
            <a:r>
              <a:rPr lang="id-ID" sz="1400" spc="4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400" spc="45" dirty="0" err="1">
                <a:solidFill>
                  <a:srgbClr val="CEF3F5"/>
                </a:solidFill>
                <a:latin typeface="Roboto"/>
                <a:cs typeface="Roboto"/>
              </a:rPr>
              <a:t>ampilkan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halaman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yang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b="1" spc="-5" dirty="0" err="1">
                <a:solidFill>
                  <a:srgbClr val="9153F8"/>
                </a:solidFill>
                <a:latin typeface="Roboto"/>
                <a:cs typeface="Roboto"/>
              </a:rPr>
              <a:t>dibuat</a:t>
            </a:r>
            <a:r>
              <a:rPr sz="1400" b="1" spc="-10" dirty="0">
                <a:solidFill>
                  <a:srgbClr val="9153F8"/>
                </a:solidFill>
                <a:latin typeface="Roboto"/>
                <a:cs typeface="Roboto"/>
              </a:rPr>
              <a:t> </a:t>
            </a:r>
            <a:r>
              <a:rPr sz="1400" b="1" spc="30" dirty="0">
                <a:solidFill>
                  <a:srgbClr val="9153F8"/>
                </a:solidFill>
                <a:latin typeface="Roboto"/>
                <a:cs typeface="Roboto"/>
              </a:rPr>
              <a:t>da</a:t>
            </a:r>
            <a:r>
              <a:rPr lang="id-ID" sz="1400" b="1" spc="30" dirty="0">
                <a:solidFill>
                  <a:srgbClr val="9153F8"/>
                </a:solidFill>
                <a:latin typeface="Roboto"/>
                <a:cs typeface="Roboto"/>
              </a:rPr>
              <a:t>r</a:t>
            </a:r>
            <a:r>
              <a:rPr sz="1400" b="1" spc="30" dirty="0" err="1">
                <a:solidFill>
                  <a:srgbClr val="9153F8"/>
                </a:solidFill>
                <a:latin typeface="Roboto"/>
                <a:cs typeface="Roboto"/>
              </a:rPr>
              <a:t>i</a:t>
            </a:r>
            <a:r>
              <a:rPr sz="1400" b="1" spc="-20" dirty="0">
                <a:solidFill>
                  <a:srgbClr val="9153F8"/>
                </a:solidFill>
                <a:latin typeface="Roboto"/>
                <a:cs typeface="Roboto"/>
              </a:rPr>
              <a:t> </a:t>
            </a:r>
            <a:r>
              <a:rPr sz="1400" b="1" spc="-5" dirty="0">
                <a:solidFill>
                  <a:srgbClr val="9153F8"/>
                </a:solidFill>
                <a:latin typeface="Roboto"/>
                <a:cs typeface="Roboto"/>
              </a:rPr>
              <a:t>objek</a:t>
            </a:r>
            <a:endParaRPr sz="1400" dirty="0">
              <a:latin typeface="Roboto"/>
              <a:cs typeface="Roboto"/>
            </a:endParaRPr>
          </a:p>
          <a:p>
            <a:pPr marL="329565">
              <a:lnSpc>
                <a:spcPct val="100000"/>
              </a:lnSpc>
              <a:spcBef>
                <a:spcPts val="5"/>
              </a:spcBef>
            </a:pPr>
            <a:r>
              <a:rPr sz="1400" spc="-20" dirty="0" err="1">
                <a:solidFill>
                  <a:srgbClr val="CEF3F5"/>
                </a:solidFill>
                <a:latin typeface="Roboto"/>
                <a:cs typeface="Roboto"/>
              </a:rPr>
              <a:t>untuk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i="1" spc="10" dirty="0" err="1">
                <a:solidFill>
                  <a:srgbClr val="CEF3F5"/>
                </a:solidFill>
                <a:latin typeface="Roboto"/>
                <a:cs typeface="Roboto"/>
              </a:rPr>
              <a:t>fo</a:t>
            </a:r>
            <a:r>
              <a:rPr lang="id-ID" sz="1400" i="1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10" dirty="0">
                <a:solidFill>
                  <a:srgbClr val="CEF3F5"/>
                </a:solidFill>
                <a:latin typeface="Roboto"/>
                <a:cs typeface="Roboto"/>
              </a:rPr>
              <a:t>m</a:t>
            </a:r>
            <a:r>
              <a:rPr sz="1400" i="1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data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 err="1">
                <a:solidFill>
                  <a:srgbClr val="CEF3F5"/>
                </a:solidFill>
                <a:latin typeface="Roboto"/>
                <a:cs typeface="Roboto"/>
              </a:rPr>
              <a:t>pasien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20" dirty="0" err="1">
                <a:solidFill>
                  <a:srgbClr val="CEF3F5"/>
                </a:solidFill>
                <a:latin typeface="Roboto"/>
                <a:cs typeface="Roboto"/>
              </a:rPr>
              <a:t>ba</a:t>
            </a:r>
            <a:r>
              <a:rPr lang="id-ID" sz="1400" spc="2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20" dirty="0">
                <a:solidFill>
                  <a:srgbClr val="CEF3F5"/>
                </a:solidFill>
                <a:latin typeface="Roboto"/>
                <a:cs typeface="Roboto"/>
              </a:rPr>
              <a:t>u</a:t>
            </a:r>
            <a:endParaRPr sz="1400" dirty="0">
              <a:latin typeface="Roboto"/>
              <a:cs typeface="Roboto"/>
            </a:endParaRPr>
          </a:p>
          <a:p>
            <a:pPr marL="329565" marR="5080" indent="-317500">
              <a:lnSpc>
                <a:spcPct val="100000"/>
              </a:lnSpc>
              <a:spcBef>
                <a:spcPts val="1200"/>
              </a:spcBef>
              <a:buFont typeface="Times New Roman"/>
              <a:buChar char="●"/>
              <a:tabLst>
                <a:tab pos="329565" algn="l"/>
                <a:tab pos="330200" algn="l"/>
              </a:tabLst>
            </a:pP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Isi </a:t>
            </a:r>
            <a:r>
              <a:rPr sz="1400" i="1" spc="10" dirty="0" err="1">
                <a:solidFill>
                  <a:srgbClr val="CEF3F5"/>
                </a:solidFill>
                <a:latin typeface="Roboto"/>
                <a:cs typeface="Roboto"/>
              </a:rPr>
              <a:t>fo</a:t>
            </a:r>
            <a:r>
              <a:rPr lang="id-ID" sz="1400" i="1" spc="1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i="1" spc="10" dirty="0">
                <a:solidFill>
                  <a:srgbClr val="CEF3F5"/>
                </a:solidFill>
                <a:latin typeface="Roboto"/>
                <a:cs typeface="Roboto"/>
              </a:rPr>
              <a:t>m </a:t>
            </a:r>
            <a:r>
              <a:rPr sz="1400" b="1" spc="-5" dirty="0">
                <a:solidFill>
                  <a:srgbClr val="9153F8"/>
                </a:solidFill>
                <a:latin typeface="Roboto"/>
                <a:cs typeface="Roboto"/>
              </a:rPr>
              <a:t>ditampung </a:t>
            </a:r>
            <a:r>
              <a:rPr sz="1400" b="1" dirty="0">
                <a:solidFill>
                  <a:srgbClr val="9153F8"/>
                </a:solidFill>
                <a:latin typeface="Roboto"/>
                <a:cs typeface="Roboto"/>
              </a:rPr>
              <a:t>dalam sebuah </a:t>
            </a:r>
            <a:r>
              <a:rPr sz="1400" b="1" spc="-5" dirty="0">
                <a:solidFill>
                  <a:srgbClr val="9153F8"/>
                </a:solidFill>
                <a:latin typeface="Roboto"/>
                <a:cs typeface="Roboto"/>
              </a:rPr>
              <a:t>objek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setelah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5" dirty="0">
                <a:solidFill>
                  <a:srgbClr val="CEF3F5"/>
                </a:solidFill>
                <a:latin typeface="Roboto"/>
                <a:cs typeface="Roboto"/>
              </a:rPr>
              <a:t>di</a:t>
            </a:r>
            <a:r>
              <a:rPr sz="1400" i="1" spc="-55" dirty="0">
                <a:solidFill>
                  <a:srgbClr val="CEF3F5"/>
                </a:solidFill>
                <a:latin typeface="Roboto"/>
                <a:cs typeface="Roboto"/>
              </a:rPr>
              <a:t>-submit</a:t>
            </a:r>
            <a:endParaRPr sz="1400" dirty="0">
              <a:latin typeface="Roboto"/>
              <a:cs typeface="Roboto"/>
            </a:endParaRPr>
          </a:p>
          <a:p>
            <a:pPr marL="329565" indent="-317500">
              <a:lnSpc>
                <a:spcPct val="100000"/>
              </a:lnSpc>
              <a:spcBef>
                <a:spcPts val="1200"/>
              </a:spcBef>
              <a:buClr>
                <a:srgbClr val="CEF3F5"/>
              </a:buClr>
              <a:buFont typeface="Times New Roman"/>
              <a:buChar char="●"/>
              <a:tabLst>
                <a:tab pos="329565" algn="l"/>
                <a:tab pos="330200" algn="l"/>
              </a:tabLst>
            </a:pPr>
            <a:r>
              <a:rPr sz="1400" b="1" spc="-5" dirty="0">
                <a:solidFill>
                  <a:srgbClr val="9153F8"/>
                </a:solidFill>
                <a:latin typeface="Roboto"/>
                <a:cs typeface="Roboto"/>
              </a:rPr>
              <a:t>Simpan</a:t>
            </a:r>
            <a:r>
              <a:rPr sz="1400" b="1" spc="-15" dirty="0">
                <a:solidFill>
                  <a:srgbClr val="9153F8"/>
                </a:solidFill>
                <a:latin typeface="Roboto"/>
                <a:cs typeface="Roboto"/>
              </a:rPr>
              <a:t> </a:t>
            </a:r>
            <a:r>
              <a:rPr sz="1400" b="1" spc="-5" dirty="0">
                <a:solidFill>
                  <a:srgbClr val="9153F8"/>
                </a:solidFill>
                <a:latin typeface="Roboto"/>
                <a:cs typeface="Roboto"/>
              </a:rPr>
              <a:t>objek 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ke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dalam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i="1" spc="-30" dirty="0">
                <a:solidFill>
                  <a:srgbClr val="CEF3F5"/>
                </a:solidFill>
                <a:latin typeface="Roboto"/>
                <a:cs typeface="Roboto"/>
              </a:rPr>
              <a:t>database</a:t>
            </a:r>
            <a:endParaRPr sz="1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19327" y="1013460"/>
            <a:ext cx="96520" cy="3116580"/>
            <a:chOff x="719327" y="1013460"/>
            <a:chExt cx="96520" cy="3116580"/>
          </a:xfrm>
        </p:grpSpPr>
        <p:sp>
          <p:nvSpPr>
            <p:cNvPr id="4" name="object 4"/>
            <p:cNvSpPr/>
            <p:nvPr/>
          </p:nvSpPr>
          <p:spPr>
            <a:xfrm>
              <a:off x="719327" y="1013460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4"/>
                  </a:lnTo>
                  <a:lnTo>
                    <a:pt x="96012" y="1037844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C7ADF8">
                <a:alpha val="5882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19327" y="1534668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3"/>
                  </a:lnTo>
                  <a:lnTo>
                    <a:pt x="96012" y="1037843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868FFF">
                <a:alpha val="7372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9327" y="2052827"/>
              <a:ext cx="96520" cy="1039494"/>
            </a:xfrm>
            <a:custGeom>
              <a:avLst/>
              <a:gdLst/>
              <a:ahLst/>
              <a:cxnLst/>
              <a:rect l="l" t="t" r="r" b="b"/>
              <a:pathLst>
                <a:path w="96519" h="1039494">
                  <a:moveTo>
                    <a:pt x="96012" y="0"/>
                  </a:moveTo>
                  <a:lnTo>
                    <a:pt x="0" y="0"/>
                  </a:lnTo>
                  <a:lnTo>
                    <a:pt x="0" y="1039368"/>
                  </a:lnTo>
                  <a:lnTo>
                    <a:pt x="96012" y="1039368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9153F8">
                <a:alpha val="5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9327" y="2566416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4"/>
                  </a:lnTo>
                  <a:lnTo>
                    <a:pt x="96012" y="1037844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35C2D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9327" y="3092195"/>
              <a:ext cx="96520" cy="1038225"/>
            </a:xfrm>
            <a:custGeom>
              <a:avLst/>
              <a:gdLst/>
              <a:ahLst/>
              <a:cxnLst/>
              <a:rect l="l" t="t" r="r" b="b"/>
              <a:pathLst>
                <a:path w="96519" h="1038225">
                  <a:moveTo>
                    <a:pt x="96012" y="0"/>
                  </a:moveTo>
                  <a:lnTo>
                    <a:pt x="0" y="0"/>
                  </a:lnTo>
                  <a:lnTo>
                    <a:pt x="0" y="1037843"/>
                  </a:lnTo>
                  <a:lnTo>
                    <a:pt x="96012" y="1037843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C97AEB">
                <a:alpha val="5646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9327" y="3610355"/>
              <a:ext cx="96520" cy="520065"/>
            </a:xfrm>
            <a:custGeom>
              <a:avLst/>
              <a:gdLst/>
              <a:ahLst/>
              <a:cxnLst/>
              <a:rect l="l" t="t" r="r" b="b"/>
              <a:pathLst>
                <a:path w="96519" h="520064">
                  <a:moveTo>
                    <a:pt x="96012" y="0"/>
                  </a:moveTo>
                  <a:lnTo>
                    <a:pt x="0" y="0"/>
                  </a:lnTo>
                  <a:lnTo>
                    <a:pt x="0" y="519684"/>
                  </a:lnTo>
                  <a:lnTo>
                    <a:pt x="96012" y="519684"/>
                  </a:lnTo>
                  <a:lnTo>
                    <a:pt x="96012" y="0"/>
                  </a:lnTo>
                  <a:close/>
                </a:path>
              </a:pathLst>
            </a:custGeom>
            <a:solidFill>
              <a:srgbClr val="962CB4">
                <a:alpha val="7411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218082" y="928878"/>
            <a:ext cx="46386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85" dirty="0"/>
              <a:t>PROC</a:t>
            </a:r>
            <a:r>
              <a:rPr spc="-245" dirty="0"/>
              <a:t>E</a:t>
            </a:r>
            <a:r>
              <a:rPr spc="-250" dirty="0"/>
              <a:t>DU</a:t>
            </a:r>
            <a:r>
              <a:rPr spc="-225" dirty="0"/>
              <a:t>R</a:t>
            </a:r>
            <a:r>
              <a:rPr spc="-295" dirty="0"/>
              <a:t>AL</a:t>
            </a:r>
            <a:r>
              <a:rPr spc="-215" dirty="0"/>
              <a:t> </a:t>
            </a:r>
            <a:r>
              <a:rPr spc="-130" dirty="0"/>
              <a:t>VS</a:t>
            </a:r>
            <a:r>
              <a:rPr spc="-204" dirty="0"/>
              <a:t> </a:t>
            </a:r>
            <a:r>
              <a:rPr spc="-345" dirty="0"/>
              <a:t>OBJEC</a:t>
            </a:r>
            <a:r>
              <a:rPr spc="-340" dirty="0"/>
              <a:t>T</a:t>
            </a:r>
            <a:r>
              <a:rPr spc="-135" dirty="0"/>
              <a:t>-</a:t>
            </a:r>
            <a:r>
              <a:rPr spc="-265" dirty="0"/>
              <a:t>OR</a:t>
            </a:r>
            <a:r>
              <a:rPr spc="-114" dirty="0"/>
              <a:t>I</a:t>
            </a:r>
            <a:r>
              <a:rPr spc="-350" dirty="0"/>
              <a:t>ENTED</a:t>
            </a: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39091"/>
              </p:ext>
            </p:extLst>
          </p:nvPr>
        </p:nvGraphicFramePr>
        <p:xfrm>
          <a:off x="1125524" y="1587880"/>
          <a:ext cx="6405879" cy="23846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1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4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383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spc="8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SIS</a:t>
                      </a:r>
                      <a:r>
                        <a:rPr lang="id-ID" sz="1400" b="1" spc="8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400" b="1" spc="8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EM</a:t>
                      </a:r>
                      <a:r>
                        <a:rPr sz="1400" b="1" spc="-3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4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INFORMASI</a:t>
                      </a:r>
                      <a:r>
                        <a:rPr sz="1400" b="1" spc="-4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5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PERPUS</a:t>
                      </a:r>
                      <a:r>
                        <a:rPr lang="id-ID" sz="1400" b="1" spc="5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400" b="1" spc="5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AKAAN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35C2DF"/>
                      </a:solidFill>
                      <a:prstDash val="solid"/>
                    </a:lnT>
                    <a:lnB w="12700">
                      <a:solidFill>
                        <a:srgbClr val="35C2D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510">
                <a:tc>
                  <a:txBody>
                    <a:bodyPr/>
                    <a:lstStyle/>
                    <a:p>
                      <a:pPr marL="103378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spc="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PROCEDURAL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35C2DF"/>
                      </a:solidFill>
                      <a:prstDash val="soli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58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b="1" spc="6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OBJEC</a:t>
                      </a:r>
                      <a:r>
                        <a:rPr lang="id-ID" sz="1400" b="1" spc="6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400" b="1" spc="6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-ORIEN</a:t>
                      </a:r>
                      <a:r>
                        <a:rPr lang="id-ID" sz="1400" b="1" spc="6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T</a:t>
                      </a:r>
                      <a:r>
                        <a:rPr sz="1400" b="1" spc="6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ED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35C2DF"/>
                      </a:solidFill>
                      <a:prstDash val="solid"/>
                    </a:lnT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4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Meminjam</a:t>
                      </a:r>
                      <a:r>
                        <a:rPr sz="1400" spc="-6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buku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2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Buku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4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Mengembalikan</a:t>
                      </a:r>
                      <a:r>
                        <a:rPr sz="1400" spc="-5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buku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400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Anggota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7465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38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Menghitung</a:t>
                      </a:r>
                      <a:r>
                        <a:rPr sz="1400" spc="-4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denda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Petugas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74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-5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Membuat</a:t>
                      </a:r>
                      <a:r>
                        <a:rPr sz="1400" spc="-65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1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lapo</a:t>
                      </a:r>
                      <a:r>
                        <a:rPr lang="id-ID" sz="14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4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an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8100" marB="0">
                    <a:lnB w="12700">
                      <a:solidFill>
                        <a:srgbClr val="35C2D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6324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400" spc="10" dirty="0" err="1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Lapo</a:t>
                      </a:r>
                      <a:r>
                        <a:rPr lang="id-ID" sz="14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r</a:t>
                      </a:r>
                      <a:r>
                        <a:rPr sz="1400" spc="10" dirty="0">
                          <a:solidFill>
                            <a:srgbClr val="CEF3F5"/>
                          </a:solidFill>
                          <a:latin typeface="Roboto"/>
                          <a:cs typeface="Roboto"/>
                        </a:rPr>
                        <a:t>an</a:t>
                      </a:r>
                      <a:endParaRPr sz="1400" dirty="0">
                        <a:latin typeface="Roboto"/>
                        <a:cs typeface="Roboto"/>
                      </a:endParaRPr>
                    </a:p>
                  </a:txBody>
                  <a:tcPr marL="0" marR="0" marT="38100" marB="0">
                    <a:lnB w="12700">
                      <a:solidFill>
                        <a:srgbClr val="35C2DF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12467" y="700278"/>
            <a:ext cx="17811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70" dirty="0">
                <a:solidFill>
                  <a:srgbClr val="CEF3F5"/>
                </a:solidFill>
                <a:latin typeface="Trebuchet MS"/>
                <a:cs typeface="Trebuchet MS"/>
              </a:rPr>
              <a:t>PROCEDURAL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67735">
              <a:lnSpc>
                <a:spcPct val="100000"/>
              </a:lnSpc>
              <a:spcBef>
                <a:spcPts val="95"/>
              </a:spcBef>
            </a:pPr>
            <a:r>
              <a:rPr spc="-310" dirty="0"/>
              <a:t>OBJECT-ORIENTED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07591" y="1231391"/>
            <a:ext cx="2667000" cy="33939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7300" y="1231391"/>
            <a:ext cx="2464307" cy="35372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8982" y="606933"/>
            <a:ext cx="14103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0" dirty="0"/>
              <a:t>REFERENSI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1382" y="1409191"/>
            <a:ext cx="5254625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id-ID" sz="1400" spc="10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400" spc="105" dirty="0">
                <a:solidFill>
                  <a:srgbClr val="CEF3F5"/>
                </a:solidFill>
                <a:latin typeface="Roboto"/>
                <a:cs typeface="Roboto"/>
              </a:rPr>
              <a:t>his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slide</a:t>
            </a:r>
            <a:r>
              <a:rPr sz="140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is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adapted</a:t>
            </a:r>
            <a:r>
              <a:rPr sz="14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40" dirty="0">
                <a:solidFill>
                  <a:srgbClr val="CEF3F5"/>
                </a:solidFill>
                <a:latin typeface="Roboto"/>
                <a:cs typeface="Roboto"/>
              </a:rPr>
              <a:t>f</a:t>
            </a:r>
            <a:r>
              <a:rPr lang="id-ID" sz="1400" spc="40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40" dirty="0">
                <a:solidFill>
                  <a:srgbClr val="CEF3F5"/>
                </a:solidFill>
                <a:latin typeface="Roboto"/>
                <a:cs typeface="Roboto"/>
              </a:rPr>
              <a:t>om</a:t>
            </a:r>
            <a:r>
              <a:rPr sz="1400" spc="-2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 err="1">
                <a:solidFill>
                  <a:srgbClr val="CEF3F5"/>
                </a:solidFill>
                <a:latin typeface="Roboto"/>
                <a:cs typeface="Roboto"/>
              </a:rPr>
              <a:t>cou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se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mate</a:t>
            </a:r>
            <a:r>
              <a:rPr lang="id-ID" sz="1400" spc="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5" dirty="0" err="1">
                <a:solidFill>
                  <a:srgbClr val="CEF3F5"/>
                </a:solidFill>
                <a:latin typeface="Roboto"/>
                <a:cs typeface="Roboto"/>
              </a:rPr>
              <a:t>ial</a:t>
            </a:r>
            <a:r>
              <a:rPr sz="1400" spc="-30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0" dirty="0">
                <a:solidFill>
                  <a:srgbClr val="CEF3F5"/>
                </a:solidFill>
                <a:latin typeface="Roboto"/>
                <a:cs typeface="Roboto"/>
              </a:rPr>
              <a:t>of</a:t>
            </a:r>
            <a:r>
              <a:rPr sz="1400" spc="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10" dirty="0">
                <a:solidFill>
                  <a:srgbClr val="CEF3F5"/>
                </a:solidFill>
                <a:latin typeface="Roboto"/>
                <a:cs typeface="Roboto"/>
              </a:rPr>
              <a:t>OOSD</a:t>
            </a:r>
            <a:r>
              <a:rPr sz="14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2020:</a:t>
            </a:r>
            <a:endParaRPr sz="1400" dirty="0">
              <a:latin typeface="Roboto"/>
              <a:cs typeface="Roboto"/>
            </a:endParaRPr>
          </a:p>
          <a:p>
            <a:pPr marL="12700" marR="5080">
              <a:lnSpc>
                <a:spcPct val="100000"/>
              </a:lnSpc>
              <a:spcBef>
                <a:spcPts val="1200"/>
              </a:spcBef>
            </a:pP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https://cis.del.ac.id/p</a:t>
            </a:r>
            <a:r>
              <a:rPr lang="id-ID" sz="14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kl/pe</a:t>
            </a:r>
            <a:r>
              <a:rPr lang="id-ID" sz="14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-5" dirty="0" err="1">
                <a:solidFill>
                  <a:srgbClr val="CEF3F5"/>
                </a:solidFill>
                <a:latin typeface="Roboto"/>
                <a:cs typeface="Roboto"/>
              </a:rPr>
              <a:t>kuliahan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/view?q=</a:t>
            </a:r>
            <a:r>
              <a:rPr sz="1400" spc="-5" dirty="0" err="1">
                <a:solidFill>
                  <a:srgbClr val="CEF3F5"/>
                </a:solidFill>
                <a:latin typeface="Roboto"/>
                <a:cs typeface="Roboto"/>
              </a:rPr>
              <a:t>VWJiVRZANV</a:t>
            </a:r>
            <a:r>
              <a:rPr lang="id-ID" sz="1400" spc="-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-5" dirty="0">
                <a:solidFill>
                  <a:srgbClr val="CEF3F5"/>
                </a:solidFill>
                <a:latin typeface="Roboto"/>
                <a:cs typeface="Roboto"/>
              </a:rPr>
              <a:t>A7Mx </a:t>
            </a:r>
            <a:r>
              <a:rPr sz="1400" spc="-33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RV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r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W</a:t>
            </a:r>
            <a:r>
              <a:rPr lang="id-ID" sz="1400" spc="15" dirty="0">
                <a:solidFill>
                  <a:srgbClr val="CEF3F5"/>
                </a:solidFill>
                <a:latin typeface="Roboto"/>
                <a:cs typeface="Roboto"/>
              </a:rPr>
              <a:t>T</a:t>
            </a:r>
            <a:r>
              <a:rPr sz="1400" spc="15" dirty="0">
                <a:solidFill>
                  <a:srgbClr val="CEF3F5"/>
                </a:solidFill>
                <a:latin typeface="Roboto"/>
                <a:cs typeface="Roboto"/>
              </a:rPr>
              <a:t>tJURF6haDH3_vgcjCfSp1ak</a:t>
            </a:r>
            <a:endParaRPr sz="14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" y="3784091"/>
            <a:ext cx="2423160" cy="1358265"/>
            <a:chOff x="48" y="3784091"/>
            <a:chExt cx="2423160" cy="1358265"/>
          </a:xfrm>
        </p:grpSpPr>
        <p:sp>
          <p:nvSpPr>
            <p:cNvPr id="3" name="object 3"/>
            <p:cNvSpPr/>
            <p:nvPr/>
          </p:nvSpPr>
          <p:spPr>
            <a:xfrm>
              <a:off x="48" y="4201667"/>
              <a:ext cx="1609725" cy="940435"/>
            </a:xfrm>
            <a:custGeom>
              <a:avLst/>
              <a:gdLst/>
              <a:ahLst/>
              <a:cxnLst/>
              <a:rect l="l" t="t" r="r" b="b"/>
              <a:pathLst>
                <a:path w="1609725" h="940435">
                  <a:moveTo>
                    <a:pt x="251500" y="0"/>
                  </a:moveTo>
                  <a:lnTo>
                    <a:pt x="228033" y="41788"/>
                  </a:lnTo>
                  <a:lnTo>
                    <a:pt x="205606" y="84232"/>
                  </a:lnTo>
                  <a:lnTo>
                    <a:pt x="184239" y="127313"/>
                  </a:lnTo>
                  <a:lnTo>
                    <a:pt x="163949" y="171015"/>
                  </a:lnTo>
                  <a:lnTo>
                    <a:pt x="144752" y="215320"/>
                  </a:lnTo>
                  <a:lnTo>
                    <a:pt x="126667" y="260209"/>
                  </a:lnTo>
                  <a:lnTo>
                    <a:pt x="109711" y="305667"/>
                  </a:lnTo>
                  <a:lnTo>
                    <a:pt x="93902" y="351674"/>
                  </a:lnTo>
                  <a:lnTo>
                    <a:pt x="79257" y="398214"/>
                  </a:lnTo>
                  <a:lnTo>
                    <a:pt x="65793" y="445268"/>
                  </a:lnTo>
                  <a:lnTo>
                    <a:pt x="53529" y="492820"/>
                  </a:lnTo>
                  <a:lnTo>
                    <a:pt x="42481" y="540851"/>
                  </a:lnTo>
                  <a:lnTo>
                    <a:pt x="32668" y="589344"/>
                  </a:lnTo>
                  <a:lnTo>
                    <a:pt x="24106" y="638282"/>
                  </a:lnTo>
                  <a:lnTo>
                    <a:pt x="16813" y="687647"/>
                  </a:lnTo>
                  <a:lnTo>
                    <a:pt x="10807" y="737421"/>
                  </a:lnTo>
                  <a:lnTo>
                    <a:pt x="6105" y="787587"/>
                  </a:lnTo>
                  <a:lnTo>
                    <a:pt x="2725" y="838127"/>
                  </a:lnTo>
                  <a:lnTo>
                    <a:pt x="684" y="889023"/>
                  </a:lnTo>
                  <a:lnTo>
                    <a:pt x="0" y="940259"/>
                  </a:lnTo>
                  <a:lnTo>
                    <a:pt x="1567258" y="940259"/>
                  </a:lnTo>
                  <a:lnTo>
                    <a:pt x="1570076" y="898090"/>
                  </a:lnTo>
                  <a:lnTo>
                    <a:pt x="1578276" y="857699"/>
                  </a:lnTo>
                  <a:lnTo>
                    <a:pt x="1591476" y="819455"/>
                  </a:lnTo>
                  <a:lnTo>
                    <a:pt x="1609295" y="783729"/>
                  </a:lnTo>
                  <a:lnTo>
                    <a:pt x="251500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13944" y="3784091"/>
              <a:ext cx="1409700" cy="1358265"/>
            </a:xfrm>
            <a:custGeom>
              <a:avLst/>
              <a:gdLst/>
              <a:ahLst/>
              <a:cxnLst/>
              <a:rect l="l" t="t" r="r" b="b"/>
              <a:pathLst>
                <a:path w="1409700" h="1358264">
                  <a:moveTo>
                    <a:pt x="782853" y="0"/>
                  </a:moveTo>
                  <a:lnTo>
                    <a:pt x="741962" y="24535"/>
                  </a:lnTo>
                  <a:lnTo>
                    <a:pt x="701890" y="50268"/>
                  </a:lnTo>
                  <a:lnTo>
                    <a:pt x="662662" y="77172"/>
                  </a:lnTo>
                  <a:lnTo>
                    <a:pt x="624304" y="105224"/>
                  </a:lnTo>
                  <a:lnTo>
                    <a:pt x="586838" y="134398"/>
                  </a:lnTo>
                  <a:lnTo>
                    <a:pt x="550291" y="164671"/>
                  </a:lnTo>
                  <a:lnTo>
                    <a:pt x="514687" y="196017"/>
                  </a:lnTo>
                  <a:lnTo>
                    <a:pt x="480050" y="228411"/>
                  </a:lnTo>
                  <a:lnTo>
                    <a:pt x="446405" y="261829"/>
                  </a:lnTo>
                  <a:lnTo>
                    <a:pt x="413778" y="296247"/>
                  </a:lnTo>
                  <a:lnTo>
                    <a:pt x="382192" y="331639"/>
                  </a:lnTo>
                  <a:lnTo>
                    <a:pt x="351672" y="367981"/>
                  </a:lnTo>
                  <a:lnTo>
                    <a:pt x="322243" y="405248"/>
                  </a:lnTo>
                  <a:lnTo>
                    <a:pt x="293930" y="443415"/>
                  </a:lnTo>
                  <a:lnTo>
                    <a:pt x="266758" y="482458"/>
                  </a:lnTo>
                  <a:lnTo>
                    <a:pt x="240750" y="522353"/>
                  </a:lnTo>
                  <a:lnTo>
                    <a:pt x="215933" y="563073"/>
                  </a:lnTo>
                  <a:lnTo>
                    <a:pt x="192330" y="604596"/>
                  </a:lnTo>
                  <a:lnTo>
                    <a:pt x="169966" y="646895"/>
                  </a:lnTo>
                  <a:lnTo>
                    <a:pt x="148866" y="689947"/>
                  </a:lnTo>
                  <a:lnTo>
                    <a:pt x="129054" y="733726"/>
                  </a:lnTo>
                  <a:lnTo>
                    <a:pt x="110556" y="778208"/>
                  </a:lnTo>
                  <a:lnTo>
                    <a:pt x="93396" y="823369"/>
                  </a:lnTo>
                  <a:lnTo>
                    <a:pt x="77598" y="869183"/>
                  </a:lnTo>
                  <a:lnTo>
                    <a:pt x="63188" y="915626"/>
                  </a:lnTo>
                  <a:lnTo>
                    <a:pt x="50189" y="962673"/>
                  </a:lnTo>
                  <a:lnTo>
                    <a:pt x="38628" y="1010299"/>
                  </a:lnTo>
                  <a:lnTo>
                    <a:pt x="28528" y="1058480"/>
                  </a:lnTo>
                  <a:lnTo>
                    <a:pt x="19914" y="1107191"/>
                  </a:lnTo>
                  <a:lnTo>
                    <a:pt x="12810" y="1156408"/>
                  </a:lnTo>
                  <a:lnTo>
                    <a:pt x="7243" y="1206106"/>
                  </a:lnTo>
                  <a:lnTo>
                    <a:pt x="3235" y="1256259"/>
                  </a:lnTo>
                  <a:lnTo>
                    <a:pt x="813" y="1306844"/>
                  </a:lnTo>
                  <a:lnTo>
                    <a:pt x="0" y="1357835"/>
                  </a:lnTo>
                  <a:lnTo>
                    <a:pt x="1253236" y="1357835"/>
                  </a:lnTo>
                  <a:lnTo>
                    <a:pt x="1256997" y="1309109"/>
                  </a:lnTo>
                  <a:lnTo>
                    <a:pt x="1267904" y="1262755"/>
                  </a:lnTo>
                  <a:lnTo>
                    <a:pt x="1285386" y="1219331"/>
                  </a:lnTo>
                  <a:lnTo>
                    <a:pt x="1308876" y="1179399"/>
                  </a:lnTo>
                  <a:lnTo>
                    <a:pt x="1337803" y="1143518"/>
                  </a:lnTo>
                  <a:lnTo>
                    <a:pt x="1371601" y="1112250"/>
                  </a:lnTo>
                  <a:lnTo>
                    <a:pt x="1409700" y="1086154"/>
                  </a:lnTo>
                  <a:lnTo>
                    <a:pt x="782853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26363" y="3887723"/>
              <a:ext cx="1254760" cy="1254760"/>
            </a:xfrm>
            <a:custGeom>
              <a:avLst/>
              <a:gdLst/>
              <a:ahLst/>
              <a:cxnLst/>
              <a:rect l="l" t="t" r="r" b="b"/>
              <a:pathLst>
                <a:path w="1254760" h="1254760">
                  <a:moveTo>
                    <a:pt x="1254252" y="0"/>
                  </a:moveTo>
                  <a:lnTo>
                    <a:pt x="1206135" y="905"/>
                  </a:lnTo>
                  <a:lnTo>
                    <a:pt x="1158478" y="3600"/>
                  </a:lnTo>
                  <a:lnTo>
                    <a:pt x="1111311" y="8052"/>
                  </a:lnTo>
                  <a:lnTo>
                    <a:pt x="1064669" y="14229"/>
                  </a:lnTo>
                  <a:lnTo>
                    <a:pt x="1018582" y="22097"/>
                  </a:lnTo>
                  <a:lnTo>
                    <a:pt x="973083" y="31625"/>
                  </a:lnTo>
                  <a:lnTo>
                    <a:pt x="928206" y="42781"/>
                  </a:lnTo>
                  <a:lnTo>
                    <a:pt x="883982" y="55531"/>
                  </a:lnTo>
                  <a:lnTo>
                    <a:pt x="840444" y="69843"/>
                  </a:lnTo>
                  <a:lnTo>
                    <a:pt x="797624" y="85685"/>
                  </a:lnTo>
                  <a:lnTo>
                    <a:pt x="755556" y="103024"/>
                  </a:lnTo>
                  <a:lnTo>
                    <a:pt x="714270" y="121829"/>
                  </a:lnTo>
                  <a:lnTo>
                    <a:pt x="673800" y="142065"/>
                  </a:lnTo>
                  <a:lnTo>
                    <a:pt x="634178" y="163701"/>
                  </a:lnTo>
                  <a:lnTo>
                    <a:pt x="595437" y="186705"/>
                  </a:lnTo>
                  <a:lnTo>
                    <a:pt x="557609" y="211044"/>
                  </a:lnTo>
                  <a:lnTo>
                    <a:pt x="520726" y="236686"/>
                  </a:lnTo>
                  <a:lnTo>
                    <a:pt x="484822" y="263597"/>
                  </a:lnTo>
                  <a:lnTo>
                    <a:pt x="449928" y="291746"/>
                  </a:lnTo>
                  <a:lnTo>
                    <a:pt x="416077" y="321100"/>
                  </a:lnTo>
                  <a:lnTo>
                    <a:pt x="383301" y="351627"/>
                  </a:lnTo>
                  <a:lnTo>
                    <a:pt x="351633" y="383294"/>
                  </a:lnTo>
                  <a:lnTo>
                    <a:pt x="321105" y="416069"/>
                  </a:lnTo>
                  <a:lnTo>
                    <a:pt x="291750" y="449919"/>
                  </a:lnTo>
                  <a:lnTo>
                    <a:pt x="263601" y="484812"/>
                  </a:lnTo>
                  <a:lnTo>
                    <a:pt x="236689" y="520716"/>
                  </a:lnTo>
                  <a:lnTo>
                    <a:pt x="211047" y="557597"/>
                  </a:lnTo>
                  <a:lnTo>
                    <a:pt x="186707" y="595424"/>
                  </a:lnTo>
                  <a:lnTo>
                    <a:pt x="163703" y="634163"/>
                  </a:lnTo>
                  <a:lnTo>
                    <a:pt x="142066" y="673783"/>
                  </a:lnTo>
                  <a:lnTo>
                    <a:pt x="121830" y="714252"/>
                  </a:lnTo>
                  <a:lnTo>
                    <a:pt x="103025" y="755535"/>
                  </a:lnTo>
                  <a:lnTo>
                    <a:pt x="85686" y="797602"/>
                  </a:lnTo>
                  <a:lnTo>
                    <a:pt x="69843" y="840420"/>
                  </a:lnTo>
                  <a:lnTo>
                    <a:pt x="55531" y="883956"/>
                  </a:lnTo>
                  <a:lnTo>
                    <a:pt x="42781" y="928177"/>
                  </a:lnTo>
                  <a:lnTo>
                    <a:pt x="31626" y="973052"/>
                  </a:lnTo>
                  <a:lnTo>
                    <a:pt x="22097" y="1018548"/>
                  </a:lnTo>
                  <a:lnTo>
                    <a:pt x="14229" y="1064632"/>
                  </a:lnTo>
                  <a:lnTo>
                    <a:pt x="8052" y="1111272"/>
                  </a:lnTo>
                  <a:lnTo>
                    <a:pt x="3600" y="1158435"/>
                  </a:lnTo>
                  <a:lnTo>
                    <a:pt x="905" y="1206090"/>
                  </a:lnTo>
                  <a:lnTo>
                    <a:pt x="0" y="1254203"/>
                  </a:lnTo>
                  <a:lnTo>
                    <a:pt x="941069" y="1254203"/>
                  </a:lnTo>
                  <a:lnTo>
                    <a:pt x="944468" y="1207829"/>
                  </a:lnTo>
                  <a:lnTo>
                    <a:pt x="954339" y="1163576"/>
                  </a:lnTo>
                  <a:lnTo>
                    <a:pt x="970197" y="1121926"/>
                  </a:lnTo>
                  <a:lnTo>
                    <a:pt x="991555" y="1083365"/>
                  </a:lnTo>
                  <a:lnTo>
                    <a:pt x="1017928" y="1048374"/>
                  </a:lnTo>
                  <a:lnTo>
                    <a:pt x="1048829" y="1017440"/>
                  </a:lnTo>
                  <a:lnTo>
                    <a:pt x="1083773" y="991045"/>
                  </a:lnTo>
                  <a:lnTo>
                    <a:pt x="1122273" y="969673"/>
                  </a:lnTo>
                  <a:lnTo>
                    <a:pt x="1163844" y="953808"/>
                  </a:lnTo>
                  <a:lnTo>
                    <a:pt x="1207999" y="943935"/>
                  </a:lnTo>
                  <a:lnTo>
                    <a:pt x="1254252" y="940536"/>
                  </a:lnTo>
                  <a:lnTo>
                    <a:pt x="1254252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40358" y="4201667"/>
              <a:ext cx="1409700" cy="940435"/>
            </a:xfrm>
            <a:custGeom>
              <a:avLst/>
              <a:gdLst/>
              <a:ahLst/>
              <a:cxnLst/>
              <a:rect l="l" t="t" r="r" b="b"/>
              <a:pathLst>
                <a:path w="1409700" h="940435">
                  <a:moveTo>
                    <a:pt x="939749" y="0"/>
                  </a:moveTo>
                  <a:lnTo>
                    <a:pt x="891386" y="1223"/>
                  </a:lnTo>
                  <a:lnTo>
                    <a:pt x="843658" y="4854"/>
                  </a:lnTo>
                  <a:lnTo>
                    <a:pt x="796625" y="10834"/>
                  </a:lnTo>
                  <a:lnTo>
                    <a:pt x="750345" y="19103"/>
                  </a:lnTo>
                  <a:lnTo>
                    <a:pt x="704877" y="29603"/>
                  </a:lnTo>
                  <a:lnTo>
                    <a:pt x="660281" y="42274"/>
                  </a:lnTo>
                  <a:lnTo>
                    <a:pt x="616615" y="57057"/>
                  </a:lnTo>
                  <a:lnTo>
                    <a:pt x="573939" y="73893"/>
                  </a:lnTo>
                  <a:lnTo>
                    <a:pt x="532311" y="92723"/>
                  </a:lnTo>
                  <a:lnTo>
                    <a:pt x="491791" y="113489"/>
                  </a:lnTo>
                  <a:lnTo>
                    <a:pt x="452437" y="136130"/>
                  </a:lnTo>
                  <a:lnTo>
                    <a:pt x="414308" y="160587"/>
                  </a:lnTo>
                  <a:lnTo>
                    <a:pt x="377465" y="186803"/>
                  </a:lnTo>
                  <a:lnTo>
                    <a:pt x="341964" y="214717"/>
                  </a:lnTo>
                  <a:lnTo>
                    <a:pt x="307867" y="244270"/>
                  </a:lnTo>
                  <a:lnTo>
                    <a:pt x="275231" y="275404"/>
                  </a:lnTo>
                  <a:lnTo>
                    <a:pt x="244115" y="308059"/>
                  </a:lnTo>
                  <a:lnTo>
                    <a:pt x="214580" y="342176"/>
                  </a:lnTo>
                  <a:lnTo>
                    <a:pt x="186683" y="377697"/>
                  </a:lnTo>
                  <a:lnTo>
                    <a:pt x="160483" y="414561"/>
                  </a:lnTo>
                  <a:lnTo>
                    <a:pt x="136041" y="452711"/>
                  </a:lnTo>
                  <a:lnTo>
                    <a:pt x="113414" y="492086"/>
                  </a:lnTo>
                  <a:lnTo>
                    <a:pt x="92662" y="532628"/>
                  </a:lnTo>
                  <a:lnTo>
                    <a:pt x="73844" y="574277"/>
                  </a:lnTo>
                  <a:lnTo>
                    <a:pt x="57019" y="616976"/>
                  </a:lnTo>
                  <a:lnTo>
                    <a:pt x="42245" y="660663"/>
                  </a:lnTo>
                  <a:lnTo>
                    <a:pt x="29583" y="705281"/>
                  </a:lnTo>
                  <a:lnTo>
                    <a:pt x="19090" y="750771"/>
                  </a:lnTo>
                  <a:lnTo>
                    <a:pt x="10827" y="797072"/>
                  </a:lnTo>
                  <a:lnTo>
                    <a:pt x="4851" y="844127"/>
                  </a:lnTo>
                  <a:lnTo>
                    <a:pt x="1222" y="891875"/>
                  </a:lnTo>
                  <a:lnTo>
                    <a:pt x="0" y="940259"/>
                  </a:lnTo>
                  <a:lnTo>
                    <a:pt x="626821" y="940259"/>
                  </a:lnTo>
                  <a:lnTo>
                    <a:pt x="630216" y="893899"/>
                  </a:lnTo>
                  <a:lnTo>
                    <a:pt x="640078" y="849658"/>
                  </a:lnTo>
                  <a:lnTo>
                    <a:pt x="655922" y="808020"/>
                  </a:lnTo>
                  <a:lnTo>
                    <a:pt x="677262" y="769470"/>
                  </a:lnTo>
                  <a:lnTo>
                    <a:pt x="703612" y="734490"/>
                  </a:lnTo>
                  <a:lnTo>
                    <a:pt x="734488" y="703564"/>
                  </a:lnTo>
                  <a:lnTo>
                    <a:pt x="769403" y="677176"/>
                  </a:lnTo>
                  <a:lnTo>
                    <a:pt x="807872" y="655810"/>
                  </a:lnTo>
                  <a:lnTo>
                    <a:pt x="849409" y="639950"/>
                  </a:lnTo>
                  <a:lnTo>
                    <a:pt x="893530" y="630079"/>
                  </a:lnTo>
                  <a:lnTo>
                    <a:pt x="939749" y="626681"/>
                  </a:lnTo>
                  <a:lnTo>
                    <a:pt x="981921" y="629557"/>
                  </a:lnTo>
                  <a:lnTo>
                    <a:pt x="1022330" y="637849"/>
                  </a:lnTo>
                  <a:lnTo>
                    <a:pt x="1060692" y="651054"/>
                  </a:lnTo>
                  <a:lnTo>
                    <a:pt x="1096721" y="668667"/>
                  </a:lnTo>
                  <a:lnTo>
                    <a:pt x="1409649" y="126047"/>
                  </a:lnTo>
                  <a:lnTo>
                    <a:pt x="1367599" y="103026"/>
                  </a:lnTo>
                  <a:lnTo>
                    <a:pt x="1324252" y="82136"/>
                  </a:lnTo>
                  <a:lnTo>
                    <a:pt x="1279683" y="63447"/>
                  </a:lnTo>
                  <a:lnTo>
                    <a:pt x="1233966" y="47026"/>
                  </a:lnTo>
                  <a:lnTo>
                    <a:pt x="1187176" y="32943"/>
                  </a:lnTo>
                  <a:lnTo>
                    <a:pt x="1139389" y="21267"/>
                  </a:lnTo>
                  <a:lnTo>
                    <a:pt x="1090677" y="12065"/>
                  </a:lnTo>
                  <a:lnTo>
                    <a:pt x="1041117" y="5408"/>
                  </a:lnTo>
                  <a:lnTo>
                    <a:pt x="990783" y="1363"/>
                  </a:lnTo>
                  <a:lnTo>
                    <a:pt x="939749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54252" y="4514138"/>
              <a:ext cx="1169035" cy="628015"/>
            </a:xfrm>
            <a:custGeom>
              <a:avLst/>
              <a:gdLst/>
              <a:ahLst/>
              <a:cxnLst/>
              <a:rect l="l" t="t" r="r" b="b"/>
              <a:pathLst>
                <a:path w="1169035" h="628014">
                  <a:moveTo>
                    <a:pt x="626110" y="0"/>
                  </a:moveTo>
                  <a:lnTo>
                    <a:pt x="577192" y="1889"/>
                  </a:lnTo>
                  <a:lnTo>
                    <a:pt x="529302" y="7463"/>
                  </a:lnTo>
                  <a:lnTo>
                    <a:pt x="482579" y="16583"/>
                  </a:lnTo>
                  <a:lnTo>
                    <a:pt x="437162" y="29110"/>
                  </a:lnTo>
                  <a:lnTo>
                    <a:pt x="393191" y="44902"/>
                  </a:lnTo>
                  <a:lnTo>
                    <a:pt x="350805" y="63821"/>
                  </a:lnTo>
                  <a:lnTo>
                    <a:pt x="310143" y="85726"/>
                  </a:lnTo>
                  <a:lnTo>
                    <a:pt x="271345" y="110479"/>
                  </a:lnTo>
                  <a:lnTo>
                    <a:pt x="234550" y="137939"/>
                  </a:lnTo>
                  <a:lnTo>
                    <a:pt x="199898" y="167967"/>
                  </a:lnTo>
                  <a:lnTo>
                    <a:pt x="167528" y="200423"/>
                  </a:lnTo>
                  <a:lnTo>
                    <a:pt x="137579" y="235167"/>
                  </a:lnTo>
                  <a:lnTo>
                    <a:pt x="110191" y="272060"/>
                  </a:lnTo>
                  <a:lnTo>
                    <a:pt x="85503" y="310962"/>
                  </a:lnTo>
                  <a:lnTo>
                    <a:pt x="63655" y="351733"/>
                  </a:lnTo>
                  <a:lnTo>
                    <a:pt x="44785" y="394233"/>
                  </a:lnTo>
                  <a:lnTo>
                    <a:pt x="29034" y="438323"/>
                  </a:lnTo>
                  <a:lnTo>
                    <a:pt x="16541" y="483864"/>
                  </a:lnTo>
                  <a:lnTo>
                    <a:pt x="7444" y="530714"/>
                  </a:lnTo>
                  <a:lnTo>
                    <a:pt x="1884" y="578736"/>
                  </a:lnTo>
                  <a:lnTo>
                    <a:pt x="0" y="627788"/>
                  </a:lnTo>
                  <a:lnTo>
                    <a:pt x="313309" y="627788"/>
                  </a:lnTo>
                  <a:lnTo>
                    <a:pt x="316704" y="581346"/>
                  </a:lnTo>
                  <a:lnTo>
                    <a:pt x="326565" y="537027"/>
                  </a:lnTo>
                  <a:lnTo>
                    <a:pt x="342407" y="495316"/>
                  </a:lnTo>
                  <a:lnTo>
                    <a:pt x="363744" y="456696"/>
                  </a:lnTo>
                  <a:lnTo>
                    <a:pt x="390088" y="421654"/>
                  </a:lnTo>
                  <a:lnTo>
                    <a:pt x="420955" y="390672"/>
                  </a:lnTo>
                  <a:lnTo>
                    <a:pt x="455858" y="364237"/>
                  </a:lnTo>
                  <a:lnTo>
                    <a:pt x="494311" y="342833"/>
                  </a:lnTo>
                  <a:lnTo>
                    <a:pt x="535828" y="326944"/>
                  </a:lnTo>
                  <a:lnTo>
                    <a:pt x="579923" y="317055"/>
                  </a:lnTo>
                  <a:lnTo>
                    <a:pt x="626110" y="313651"/>
                  </a:lnTo>
                  <a:lnTo>
                    <a:pt x="674800" y="317448"/>
                  </a:lnTo>
                  <a:lnTo>
                    <a:pt x="721114" y="328449"/>
                  </a:lnTo>
                  <a:lnTo>
                    <a:pt x="764492" y="346066"/>
                  </a:lnTo>
                  <a:lnTo>
                    <a:pt x="804379" y="369714"/>
                  </a:lnTo>
                  <a:lnTo>
                    <a:pt x="840216" y="398806"/>
                  </a:lnTo>
                  <a:lnTo>
                    <a:pt x="871445" y="432757"/>
                  </a:lnTo>
                  <a:lnTo>
                    <a:pt x="897509" y="470979"/>
                  </a:lnTo>
                  <a:lnTo>
                    <a:pt x="1168908" y="313651"/>
                  </a:lnTo>
                  <a:lnTo>
                    <a:pt x="1144273" y="274449"/>
                  </a:lnTo>
                  <a:lnTo>
                    <a:pt x="1116893" y="237262"/>
                  </a:lnTo>
                  <a:lnTo>
                    <a:pt x="1086910" y="202233"/>
                  </a:lnTo>
                  <a:lnTo>
                    <a:pt x="1054466" y="169505"/>
                  </a:lnTo>
                  <a:lnTo>
                    <a:pt x="1019705" y="139218"/>
                  </a:lnTo>
                  <a:lnTo>
                    <a:pt x="982768" y="111516"/>
                  </a:lnTo>
                  <a:lnTo>
                    <a:pt x="943800" y="86540"/>
                  </a:lnTo>
                  <a:lnTo>
                    <a:pt x="902942" y="64434"/>
                  </a:lnTo>
                  <a:lnTo>
                    <a:pt x="860337" y="45338"/>
                  </a:lnTo>
                  <a:lnTo>
                    <a:pt x="816129" y="29395"/>
                  </a:lnTo>
                  <a:lnTo>
                    <a:pt x="770459" y="16748"/>
                  </a:lnTo>
                  <a:lnTo>
                    <a:pt x="723471" y="7538"/>
                  </a:lnTo>
                  <a:lnTo>
                    <a:pt x="675307" y="1908"/>
                  </a:lnTo>
                  <a:lnTo>
                    <a:pt x="626110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6720840" y="0"/>
            <a:ext cx="2423160" cy="1358265"/>
            <a:chOff x="6720840" y="0"/>
            <a:chExt cx="2423160" cy="1358265"/>
          </a:xfrm>
        </p:grpSpPr>
        <p:sp>
          <p:nvSpPr>
            <p:cNvPr id="9" name="object 9"/>
            <p:cNvSpPr/>
            <p:nvPr/>
          </p:nvSpPr>
          <p:spPr>
            <a:xfrm>
              <a:off x="7534656" y="0"/>
              <a:ext cx="1609725" cy="940435"/>
            </a:xfrm>
            <a:custGeom>
              <a:avLst/>
              <a:gdLst/>
              <a:ahLst/>
              <a:cxnLst/>
              <a:rect l="l" t="t" r="r" b="b"/>
              <a:pathLst>
                <a:path w="1609725" h="940435">
                  <a:moveTo>
                    <a:pt x="1609344" y="0"/>
                  </a:moveTo>
                  <a:lnTo>
                    <a:pt x="42037" y="0"/>
                  </a:lnTo>
                  <a:lnTo>
                    <a:pt x="39219" y="42183"/>
                  </a:lnTo>
                  <a:lnTo>
                    <a:pt x="31019" y="82581"/>
                  </a:lnTo>
                  <a:lnTo>
                    <a:pt x="17819" y="120836"/>
                  </a:lnTo>
                  <a:lnTo>
                    <a:pt x="0" y="156590"/>
                  </a:lnTo>
                  <a:lnTo>
                    <a:pt x="1357757" y="940308"/>
                  </a:lnTo>
                  <a:lnTo>
                    <a:pt x="1381226" y="898520"/>
                  </a:lnTo>
                  <a:lnTo>
                    <a:pt x="1403655" y="856077"/>
                  </a:lnTo>
                  <a:lnTo>
                    <a:pt x="1425026" y="812994"/>
                  </a:lnTo>
                  <a:lnTo>
                    <a:pt x="1445320" y="769290"/>
                  </a:lnTo>
                  <a:lnTo>
                    <a:pt x="1464522" y="724983"/>
                  </a:lnTo>
                  <a:lnTo>
                    <a:pt x="1482612" y="680090"/>
                  </a:lnTo>
                  <a:lnTo>
                    <a:pt x="1499574" y="634629"/>
                  </a:lnTo>
                  <a:lnTo>
                    <a:pt x="1515389" y="588617"/>
                  </a:lnTo>
                  <a:lnTo>
                    <a:pt x="1530040" y="542073"/>
                  </a:lnTo>
                  <a:lnTo>
                    <a:pt x="1543510" y="495014"/>
                  </a:lnTo>
                  <a:lnTo>
                    <a:pt x="1555780" y="447457"/>
                  </a:lnTo>
                  <a:lnTo>
                    <a:pt x="1566834" y="399422"/>
                  </a:lnTo>
                  <a:lnTo>
                    <a:pt x="1576653" y="350924"/>
                  </a:lnTo>
                  <a:lnTo>
                    <a:pt x="1585220" y="301982"/>
                  </a:lnTo>
                  <a:lnTo>
                    <a:pt x="1592518" y="252614"/>
                  </a:lnTo>
                  <a:lnTo>
                    <a:pt x="1598528" y="202838"/>
                  </a:lnTo>
                  <a:lnTo>
                    <a:pt x="1603233" y="152670"/>
                  </a:lnTo>
                  <a:lnTo>
                    <a:pt x="1606616" y="102130"/>
                  </a:lnTo>
                  <a:lnTo>
                    <a:pt x="1608659" y="51233"/>
                  </a:lnTo>
                  <a:lnTo>
                    <a:pt x="1609344" y="0"/>
                  </a:lnTo>
                  <a:close/>
                </a:path>
              </a:pathLst>
            </a:custGeom>
            <a:solidFill>
              <a:srgbClr val="C7ACFC">
                <a:alpha val="5764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20356" y="0"/>
              <a:ext cx="1409700" cy="1358265"/>
            </a:xfrm>
            <a:custGeom>
              <a:avLst/>
              <a:gdLst/>
              <a:ahLst/>
              <a:cxnLst/>
              <a:rect l="l" t="t" r="r" b="b"/>
              <a:pathLst>
                <a:path w="1409700" h="1358265">
                  <a:moveTo>
                    <a:pt x="1409700" y="0"/>
                  </a:moveTo>
                  <a:lnTo>
                    <a:pt x="156464" y="0"/>
                  </a:lnTo>
                  <a:lnTo>
                    <a:pt x="152702" y="48745"/>
                  </a:lnTo>
                  <a:lnTo>
                    <a:pt x="141795" y="95113"/>
                  </a:lnTo>
                  <a:lnTo>
                    <a:pt x="124313" y="138546"/>
                  </a:lnTo>
                  <a:lnTo>
                    <a:pt x="100823" y="178487"/>
                  </a:lnTo>
                  <a:lnTo>
                    <a:pt x="71896" y="214378"/>
                  </a:lnTo>
                  <a:lnTo>
                    <a:pt x="38098" y="245661"/>
                  </a:lnTo>
                  <a:lnTo>
                    <a:pt x="0" y="271779"/>
                  </a:lnTo>
                  <a:lnTo>
                    <a:pt x="626872" y="1357884"/>
                  </a:lnTo>
                  <a:lnTo>
                    <a:pt x="667764" y="1333352"/>
                  </a:lnTo>
                  <a:lnTo>
                    <a:pt x="707836" y="1307623"/>
                  </a:lnTo>
                  <a:lnTo>
                    <a:pt x="747064" y="1280722"/>
                  </a:lnTo>
                  <a:lnTo>
                    <a:pt x="785423" y="1252672"/>
                  </a:lnTo>
                  <a:lnTo>
                    <a:pt x="822889" y="1223499"/>
                  </a:lnTo>
                  <a:lnTo>
                    <a:pt x="859436" y="1193228"/>
                  </a:lnTo>
                  <a:lnTo>
                    <a:pt x="895040" y="1161883"/>
                  </a:lnTo>
                  <a:lnTo>
                    <a:pt x="929676" y="1129489"/>
                  </a:lnTo>
                  <a:lnTo>
                    <a:pt x="963320" y="1096071"/>
                  </a:lnTo>
                  <a:lnTo>
                    <a:pt x="995947" y="1061653"/>
                  </a:lnTo>
                  <a:lnTo>
                    <a:pt x="1027532" y="1026260"/>
                  </a:lnTo>
                  <a:lnTo>
                    <a:pt x="1058051" y="989917"/>
                  </a:lnTo>
                  <a:lnTo>
                    <a:pt x="1087478" y="952648"/>
                  </a:lnTo>
                  <a:lnTo>
                    <a:pt x="1115790" y="914479"/>
                  </a:lnTo>
                  <a:lnTo>
                    <a:pt x="1142961" y="875433"/>
                  </a:lnTo>
                  <a:lnTo>
                    <a:pt x="1168967" y="835536"/>
                  </a:lnTo>
                  <a:lnTo>
                    <a:pt x="1193784" y="794813"/>
                  </a:lnTo>
                  <a:lnTo>
                    <a:pt x="1217385" y="753288"/>
                  </a:lnTo>
                  <a:lnTo>
                    <a:pt x="1239748" y="710986"/>
                  </a:lnTo>
                  <a:lnTo>
                    <a:pt x="1260847" y="667931"/>
                  </a:lnTo>
                  <a:lnTo>
                    <a:pt x="1280657" y="624148"/>
                  </a:lnTo>
                  <a:lnTo>
                    <a:pt x="1299154" y="579663"/>
                  </a:lnTo>
                  <a:lnTo>
                    <a:pt x="1316312" y="534499"/>
                  </a:lnTo>
                  <a:lnTo>
                    <a:pt x="1332109" y="488681"/>
                  </a:lnTo>
                  <a:lnTo>
                    <a:pt x="1346518" y="442235"/>
                  </a:lnTo>
                  <a:lnTo>
                    <a:pt x="1359515" y="395185"/>
                  </a:lnTo>
                  <a:lnTo>
                    <a:pt x="1371075" y="347555"/>
                  </a:lnTo>
                  <a:lnTo>
                    <a:pt x="1381175" y="299371"/>
                  </a:lnTo>
                  <a:lnTo>
                    <a:pt x="1389788" y="250656"/>
                  </a:lnTo>
                  <a:lnTo>
                    <a:pt x="1396890" y="201436"/>
                  </a:lnTo>
                  <a:lnTo>
                    <a:pt x="1402457" y="151736"/>
                  </a:lnTo>
                  <a:lnTo>
                    <a:pt x="1406464" y="101580"/>
                  </a:lnTo>
                  <a:lnTo>
                    <a:pt x="1408887" y="50993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868FFF">
                <a:alpha val="580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63384" y="0"/>
              <a:ext cx="1254760" cy="1254760"/>
            </a:xfrm>
            <a:custGeom>
              <a:avLst/>
              <a:gdLst/>
              <a:ahLst/>
              <a:cxnLst/>
              <a:rect l="l" t="t" r="r" b="b"/>
              <a:pathLst>
                <a:path w="1254759" h="1254760">
                  <a:moveTo>
                    <a:pt x="1254252" y="0"/>
                  </a:moveTo>
                  <a:lnTo>
                    <a:pt x="313182" y="0"/>
                  </a:lnTo>
                  <a:lnTo>
                    <a:pt x="309783" y="46379"/>
                  </a:lnTo>
                  <a:lnTo>
                    <a:pt x="299912" y="90637"/>
                  </a:lnTo>
                  <a:lnTo>
                    <a:pt x="284054" y="132290"/>
                  </a:lnTo>
                  <a:lnTo>
                    <a:pt x="262696" y="170855"/>
                  </a:lnTo>
                  <a:lnTo>
                    <a:pt x="236323" y="205847"/>
                  </a:lnTo>
                  <a:lnTo>
                    <a:pt x="205422" y="236783"/>
                  </a:lnTo>
                  <a:lnTo>
                    <a:pt x="170478" y="263180"/>
                  </a:lnTo>
                  <a:lnTo>
                    <a:pt x="131978" y="284552"/>
                  </a:lnTo>
                  <a:lnTo>
                    <a:pt x="90407" y="300417"/>
                  </a:lnTo>
                  <a:lnTo>
                    <a:pt x="46252" y="310291"/>
                  </a:lnTo>
                  <a:lnTo>
                    <a:pt x="0" y="313689"/>
                  </a:lnTo>
                  <a:lnTo>
                    <a:pt x="0" y="1254252"/>
                  </a:lnTo>
                  <a:lnTo>
                    <a:pt x="48115" y="1253346"/>
                  </a:lnTo>
                  <a:lnTo>
                    <a:pt x="95772" y="1250651"/>
                  </a:lnTo>
                  <a:lnTo>
                    <a:pt x="142937" y="1246199"/>
                  </a:lnTo>
                  <a:lnTo>
                    <a:pt x="189580" y="1240022"/>
                  </a:lnTo>
                  <a:lnTo>
                    <a:pt x="235666" y="1232153"/>
                  </a:lnTo>
                  <a:lnTo>
                    <a:pt x="281164" y="1222625"/>
                  </a:lnTo>
                  <a:lnTo>
                    <a:pt x="326041" y="1211469"/>
                  </a:lnTo>
                  <a:lnTo>
                    <a:pt x="370264" y="1198719"/>
                  </a:lnTo>
                  <a:lnTo>
                    <a:pt x="413802" y="1184406"/>
                  </a:lnTo>
                  <a:lnTo>
                    <a:pt x="456621" y="1168564"/>
                  </a:lnTo>
                  <a:lnTo>
                    <a:pt x="498690" y="1151224"/>
                  </a:lnTo>
                  <a:lnTo>
                    <a:pt x="539976" y="1132419"/>
                  </a:lnTo>
                  <a:lnTo>
                    <a:pt x="580445" y="1112182"/>
                  </a:lnTo>
                  <a:lnTo>
                    <a:pt x="620067" y="1090545"/>
                  </a:lnTo>
                  <a:lnTo>
                    <a:pt x="658808" y="1067541"/>
                  </a:lnTo>
                  <a:lnTo>
                    <a:pt x="696637" y="1043201"/>
                  </a:lnTo>
                  <a:lnTo>
                    <a:pt x="733519" y="1017559"/>
                  </a:lnTo>
                  <a:lnTo>
                    <a:pt x="769424" y="990646"/>
                  </a:lnTo>
                  <a:lnTo>
                    <a:pt x="804318" y="962497"/>
                  </a:lnTo>
                  <a:lnTo>
                    <a:pt x="838169" y="933141"/>
                  </a:lnTo>
                  <a:lnTo>
                    <a:pt x="870945" y="902613"/>
                  </a:lnTo>
                  <a:lnTo>
                    <a:pt x="902613" y="870945"/>
                  </a:lnTo>
                  <a:lnTo>
                    <a:pt x="933141" y="838169"/>
                  </a:lnTo>
                  <a:lnTo>
                    <a:pt x="962497" y="804318"/>
                  </a:lnTo>
                  <a:lnTo>
                    <a:pt x="990646" y="769424"/>
                  </a:lnTo>
                  <a:lnTo>
                    <a:pt x="1017559" y="733519"/>
                  </a:lnTo>
                  <a:lnTo>
                    <a:pt x="1043201" y="696637"/>
                  </a:lnTo>
                  <a:lnTo>
                    <a:pt x="1067541" y="658808"/>
                  </a:lnTo>
                  <a:lnTo>
                    <a:pt x="1090545" y="620067"/>
                  </a:lnTo>
                  <a:lnTo>
                    <a:pt x="1112182" y="580445"/>
                  </a:lnTo>
                  <a:lnTo>
                    <a:pt x="1132419" y="539976"/>
                  </a:lnTo>
                  <a:lnTo>
                    <a:pt x="1151224" y="498690"/>
                  </a:lnTo>
                  <a:lnTo>
                    <a:pt x="1168564" y="456621"/>
                  </a:lnTo>
                  <a:lnTo>
                    <a:pt x="1184406" y="413802"/>
                  </a:lnTo>
                  <a:lnTo>
                    <a:pt x="1198719" y="370264"/>
                  </a:lnTo>
                  <a:lnTo>
                    <a:pt x="1211469" y="326041"/>
                  </a:lnTo>
                  <a:lnTo>
                    <a:pt x="1222625" y="281164"/>
                  </a:lnTo>
                  <a:lnTo>
                    <a:pt x="1232153" y="235666"/>
                  </a:lnTo>
                  <a:lnTo>
                    <a:pt x="1240022" y="189580"/>
                  </a:lnTo>
                  <a:lnTo>
                    <a:pt x="1246199" y="142937"/>
                  </a:lnTo>
                  <a:lnTo>
                    <a:pt x="1250651" y="95772"/>
                  </a:lnTo>
                  <a:lnTo>
                    <a:pt x="1253346" y="48115"/>
                  </a:lnTo>
                  <a:lnTo>
                    <a:pt x="1254252" y="0"/>
                  </a:lnTo>
                  <a:close/>
                </a:path>
              </a:pathLst>
            </a:custGeom>
            <a:solidFill>
              <a:srgbClr val="9153F8">
                <a:alpha val="4627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93992" y="0"/>
              <a:ext cx="1409700" cy="940435"/>
            </a:xfrm>
            <a:custGeom>
              <a:avLst/>
              <a:gdLst/>
              <a:ahLst/>
              <a:cxnLst/>
              <a:rect l="l" t="t" r="r" b="b"/>
              <a:pathLst>
                <a:path w="1409700" h="940435">
                  <a:moveTo>
                    <a:pt x="1409700" y="0"/>
                  </a:moveTo>
                  <a:lnTo>
                    <a:pt x="782827" y="0"/>
                  </a:lnTo>
                  <a:lnTo>
                    <a:pt x="779432" y="46379"/>
                  </a:lnTo>
                  <a:lnTo>
                    <a:pt x="769570" y="90637"/>
                  </a:lnTo>
                  <a:lnTo>
                    <a:pt x="753726" y="132290"/>
                  </a:lnTo>
                  <a:lnTo>
                    <a:pt x="732386" y="170855"/>
                  </a:lnTo>
                  <a:lnTo>
                    <a:pt x="706036" y="205847"/>
                  </a:lnTo>
                  <a:lnTo>
                    <a:pt x="675161" y="236783"/>
                  </a:lnTo>
                  <a:lnTo>
                    <a:pt x="640246" y="263180"/>
                  </a:lnTo>
                  <a:lnTo>
                    <a:pt x="601776" y="284552"/>
                  </a:lnTo>
                  <a:lnTo>
                    <a:pt x="560239" y="300417"/>
                  </a:lnTo>
                  <a:lnTo>
                    <a:pt x="516118" y="310291"/>
                  </a:lnTo>
                  <a:lnTo>
                    <a:pt x="469900" y="313689"/>
                  </a:lnTo>
                  <a:lnTo>
                    <a:pt x="427728" y="310800"/>
                  </a:lnTo>
                  <a:lnTo>
                    <a:pt x="387318" y="302482"/>
                  </a:lnTo>
                  <a:lnTo>
                    <a:pt x="348956" y="289258"/>
                  </a:lnTo>
                  <a:lnTo>
                    <a:pt x="312927" y="271652"/>
                  </a:lnTo>
                  <a:lnTo>
                    <a:pt x="0" y="814197"/>
                  </a:lnTo>
                  <a:lnTo>
                    <a:pt x="42049" y="837232"/>
                  </a:lnTo>
                  <a:lnTo>
                    <a:pt x="85396" y="858133"/>
                  </a:lnTo>
                  <a:lnTo>
                    <a:pt x="129965" y="876833"/>
                  </a:lnTo>
                  <a:lnTo>
                    <a:pt x="175682" y="893262"/>
                  </a:lnTo>
                  <a:lnTo>
                    <a:pt x="222472" y="907351"/>
                  </a:lnTo>
                  <a:lnTo>
                    <a:pt x="270260" y="919032"/>
                  </a:lnTo>
                  <a:lnTo>
                    <a:pt x="318971" y="928237"/>
                  </a:lnTo>
                  <a:lnTo>
                    <a:pt x="368531" y="934897"/>
                  </a:lnTo>
                  <a:lnTo>
                    <a:pt x="418866" y="938944"/>
                  </a:lnTo>
                  <a:lnTo>
                    <a:pt x="469900" y="940308"/>
                  </a:lnTo>
                  <a:lnTo>
                    <a:pt x="518263" y="939084"/>
                  </a:lnTo>
                  <a:lnTo>
                    <a:pt x="565991" y="935453"/>
                  </a:lnTo>
                  <a:lnTo>
                    <a:pt x="613024" y="929473"/>
                  </a:lnTo>
                  <a:lnTo>
                    <a:pt x="659305" y="921203"/>
                  </a:lnTo>
                  <a:lnTo>
                    <a:pt x="704774" y="910703"/>
                  </a:lnTo>
                  <a:lnTo>
                    <a:pt x="749372" y="898032"/>
                  </a:lnTo>
                  <a:lnTo>
                    <a:pt x="793039" y="883248"/>
                  </a:lnTo>
                  <a:lnTo>
                    <a:pt x="835717" y="866411"/>
                  </a:lnTo>
                  <a:lnTo>
                    <a:pt x="877347" y="847580"/>
                  </a:lnTo>
                  <a:lnTo>
                    <a:pt x="917869" y="826814"/>
                  </a:lnTo>
                  <a:lnTo>
                    <a:pt x="957225" y="804173"/>
                  </a:lnTo>
                  <a:lnTo>
                    <a:pt x="995356" y="779714"/>
                  </a:lnTo>
                  <a:lnTo>
                    <a:pt x="1032202" y="753497"/>
                  </a:lnTo>
                  <a:lnTo>
                    <a:pt x="1067704" y="725582"/>
                  </a:lnTo>
                  <a:lnTo>
                    <a:pt x="1101804" y="696027"/>
                  </a:lnTo>
                  <a:lnTo>
                    <a:pt x="1134443" y="664892"/>
                  </a:lnTo>
                  <a:lnTo>
                    <a:pt x="1165561" y="632236"/>
                  </a:lnTo>
                  <a:lnTo>
                    <a:pt x="1195099" y="598117"/>
                  </a:lnTo>
                  <a:lnTo>
                    <a:pt x="1222998" y="562594"/>
                  </a:lnTo>
                  <a:lnTo>
                    <a:pt x="1249200" y="525728"/>
                  </a:lnTo>
                  <a:lnTo>
                    <a:pt x="1273644" y="487577"/>
                  </a:lnTo>
                  <a:lnTo>
                    <a:pt x="1296273" y="448200"/>
                  </a:lnTo>
                  <a:lnTo>
                    <a:pt x="1317027" y="407655"/>
                  </a:lnTo>
                  <a:lnTo>
                    <a:pt x="1335847" y="366004"/>
                  </a:lnTo>
                  <a:lnTo>
                    <a:pt x="1352674" y="323303"/>
                  </a:lnTo>
                  <a:lnTo>
                    <a:pt x="1367449" y="279613"/>
                  </a:lnTo>
                  <a:lnTo>
                    <a:pt x="1380113" y="234992"/>
                  </a:lnTo>
                  <a:lnTo>
                    <a:pt x="1390607" y="189500"/>
                  </a:lnTo>
                  <a:lnTo>
                    <a:pt x="1398871" y="143196"/>
                  </a:lnTo>
                  <a:lnTo>
                    <a:pt x="1404848" y="96138"/>
                  </a:lnTo>
                  <a:lnTo>
                    <a:pt x="1408477" y="48386"/>
                  </a:lnTo>
                  <a:lnTo>
                    <a:pt x="1409700" y="0"/>
                  </a:lnTo>
                  <a:close/>
                </a:path>
              </a:pathLst>
            </a:custGeom>
            <a:solidFill>
              <a:srgbClr val="35C2DF">
                <a:alpha val="490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20840" y="0"/>
              <a:ext cx="1169035" cy="626745"/>
            </a:xfrm>
            <a:custGeom>
              <a:avLst/>
              <a:gdLst/>
              <a:ahLst/>
              <a:cxnLst/>
              <a:rect l="l" t="t" r="r" b="b"/>
              <a:pathLst>
                <a:path w="1169034" h="626745">
                  <a:moveTo>
                    <a:pt x="1168907" y="0"/>
                  </a:moveTo>
                  <a:lnTo>
                    <a:pt x="855599" y="0"/>
                  </a:lnTo>
                  <a:lnTo>
                    <a:pt x="852203" y="46344"/>
                  </a:lnTo>
                  <a:lnTo>
                    <a:pt x="842342" y="90569"/>
                  </a:lnTo>
                  <a:lnTo>
                    <a:pt x="826500" y="132189"/>
                  </a:lnTo>
                  <a:lnTo>
                    <a:pt x="805163" y="170723"/>
                  </a:lnTo>
                  <a:lnTo>
                    <a:pt x="778819" y="205686"/>
                  </a:lnTo>
                  <a:lnTo>
                    <a:pt x="747952" y="236596"/>
                  </a:lnTo>
                  <a:lnTo>
                    <a:pt x="713049" y="262970"/>
                  </a:lnTo>
                  <a:lnTo>
                    <a:pt x="674596" y="284324"/>
                  </a:lnTo>
                  <a:lnTo>
                    <a:pt x="633079" y="300175"/>
                  </a:lnTo>
                  <a:lnTo>
                    <a:pt x="588984" y="310040"/>
                  </a:lnTo>
                  <a:lnTo>
                    <a:pt x="542798" y="313436"/>
                  </a:lnTo>
                  <a:lnTo>
                    <a:pt x="494107" y="309645"/>
                  </a:lnTo>
                  <a:lnTo>
                    <a:pt x="447793" y="298666"/>
                  </a:lnTo>
                  <a:lnTo>
                    <a:pt x="404415" y="281085"/>
                  </a:lnTo>
                  <a:lnTo>
                    <a:pt x="364528" y="257487"/>
                  </a:lnTo>
                  <a:lnTo>
                    <a:pt x="328691" y="228460"/>
                  </a:lnTo>
                  <a:lnTo>
                    <a:pt x="297462" y="194590"/>
                  </a:lnTo>
                  <a:lnTo>
                    <a:pt x="271399" y="156463"/>
                  </a:lnTo>
                  <a:lnTo>
                    <a:pt x="0" y="313436"/>
                  </a:lnTo>
                  <a:lnTo>
                    <a:pt x="24634" y="352538"/>
                  </a:lnTo>
                  <a:lnTo>
                    <a:pt x="52014" y="389633"/>
                  </a:lnTo>
                  <a:lnTo>
                    <a:pt x="81997" y="424576"/>
                  </a:lnTo>
                  <a:lnTo>
                    <a:pt x="114441" y="457228"/>
                  </a:lnTo>
                  <a:lnTo>
                    <a:pt x="149202" y="487444"/>
                  </a:lnTo>
                  <a:lnTo>
                    <a:pt x="186139" y="515083"/>
                  </a:lnTo>
                  <a:lnTo>
                    <a:pt x="225107" y="540003"/>
                  </a:lnTo>
                  <a:lnTo>
                    <a:pt x="265965" y="562062"/>
                  </a:lnTo>
                  <a:lnTo>
                    <a:pt x="308570" y="581117"/>
                  </a:lnTo>
                  <a:lnTo>
                    <a:pt x="352778" y="597027"/>
                  </a:lnTo>
                  <a:lnTo>
                    <a:pt x="398448" y="609648"/>
                  </a:lnTo>
                  <a:lnTo>
                    <a:pt x="445436" y="618840"/>
                  </a:lnTo>
                  <a:lnTo>
                    <a:pt x="493600" y="624459"/>
                  </a:lnTo>
                  <a:lnTo>
                    <a:pt x="542798" y="626363"/>
                  </a:lnTo>
                  <a:lnTo>
                    <a:pt x="591715" y="624478"/>
                  </a:lnTo>
                  <a:lnTo>
                    <a:pt x="639605" y="618916"/>
                  </a:lnTo>
                  <a:lnTo>
                    <a:pt x="686328" y="609815"/>
                  </a:lnTo>
                  <a:lnTo>
                    <a:pt x="731745" y="597316"/>
                  </a:lnTo>
                  <a:lnTo>
                    <a:pt x="775716" y="581558"/>
                  </a:lnTo>
                  <a:lnTo>
                    <a:pt x="818102" y="562680"/>
                  </a:lnTo>
                  <a:lnTo>
                    <a:pt x="858764" y="540822"/>
                  </a:lnTo>
                  <a:lnTo>
                    <a:pt x="897562" y="516123"/>
                  </a:lnTo>
                  <a:lnTo>
                    <a:pt x="934357" y="488724"/>
                  </a:lnTo>
                  <a:lnTo>
                    <a:pt x="969009" y="458762"/>
                  </a:lnTo>
                  <a:lnTo>
                    <a:pt x="1001379" y="426378"/>
                  </a:lnTo>
                  <a:lnTo>
                    <a:pt x="1031328" y="391712"/>
                  </a:lnTo>
                  <a:lnTo>
                    <a:pt x="1058716" y="354902"/>
                  </a:lnTo>
                  <a:lnTo>
                    <a:pt x="1083404" y="316088"/>
                  </a:lnTo>
                  <a:lnTo>
                    <a:pt x="1105252" y="275410"/>
                  </a:lnTo>
                  <a:lnTo>
                    <a:pt x="1124122" y="233007"/>
                  </a:lnTo>
                  <a:lnTo>
                    <a:pt x="1139873" y="189019"/>
                  </a:lnTo>
                  <a:lnTo>
                    <a:pt x="1152366" y="143584"/>
                  </a:lnTo>
                  <a:lnTo>
                    <a:pt x="1161463" y="96843"/>
                  </a:lnTo>
                  <a:lnTo>
                    <a:pt x="1167023" y="48935"/>
                  </a:lnTo>
                  <a:lnTo>
                    <a:pt x="1168907" y="0"/>
                  </a:lnTo>
                  <a:close/>
                </a:path>
              </a:pathLst>
            </a:custGeom>
            <a:solidFill>
              <a:srgbClr val="C97AEB">
                <a:alpha val="4235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95600" y="1086129"/>
            <a:ext cx="3429000" cy="26492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18159" marR="5080" indent="-506095" algn="ctr">
              <a:lnSpc>
                <a:spcPct val="100000"/>
              </a:lnSpc>
              <a:spcBef>
                <a:spcPts val="105"/>
              </a:spcBef>
            </a:pPr>
            <a:r>
              <a:rPr sz="8600" spc="-1445" dirty="0">
                <a:solidFill>
                  <a:srgbClr val="C7ADF8"/>
                </a:solidFill>
                <a:latin typeface="Trebuchet MS"/>
                <a:cs typeface="Trebuchet MS"/>
              </a:rPr>
              <a:t>T</a:t>
            </a:r>
            <a:r>
              <a:rPr sz="8600" spc="-810" dirty="0">
                <a:solidFill>
                  <a:srgbClr val="868FFF"/>
                </a:solidFill>
                <a:latin typeface="Trebuchet MS"/>
                <a:cs typeface="Trebuchet MS"/>
              </a:rPr>
              <a:t>H</a:t>
            </a:r>
            <a:r>
              <a:rPr sz="8600" spc="-840" dirty="0">
                <a:solidFill>
                  <a:srgbClr val="9153F8"/>
                </a:solidFill>
                <a:latin typeface="Trebuchet MS"/>
                <a:cs typeface="Trebuchet MS"/>
              </a:rPr>
              <a:t>A</a:t>
            </a:r>
            <a:r>
              <a:rPr sz="8600" spc="-944" dirty="0">
                <a:solidFill>
                  <a:srgbClr val="35C2DF"/>
                </a:solidFill>
                <a:latin typeface="Trebuchet MS"/>
                <a:cs typeface="Trebuchet MS"/>
              </a:rPr>
              <a:t>N</a:t>
            </a:r>
            <a:r>
              <a:rPr sz="8600" spc="-475" dirty="0">
                <a:solidFill>
                  <a:srgbClr val="C97AEB"/>
                </a:solidFill>
                <a:latin typeface="Trebuchet MS"/>
                <a:cs typeface="Trebuchet MS"/>
              </a:rPr>
              <a:t>K  </a:t>
            </a:r>
            <a:r>
              <a:rPr sz="8600" spc="-944" dirty="0">
                <a:solidFill>
                  <a:srgbClr val="868FFF"/>
                </a:solidFill>
                <a:latin typeface="Trebuchet MS"/>
                <a:cs typeface="Trebuchet MS"/>
              </a:rPr>
              <a:t>Y</a:t>
            </a:r>
            <a:r>
              <a:rPr sz="8600" spc="-944" dirty="0">
                <a:solidFill>
                  <a:srgbClr val="9153F8"/>
                </a:solidFill>
                <a:latin typeface="Trebuchet MS"/>
                <a:cs typeface="Trebuchet MS"/>
              </a:rPr>
              <a:t>O</a:t>
            </a:r>
            <a:r>
              <a:rPr sz="8600" spc="-944" dirty="0">
                <a:solidFill>
                  <a:srgbClr val="35C2DF"/>
                </a:solidFill>
                <a:latin typeface="Trebuchet MS"/>
                <a:cs typeface="Trebuchet MS"/>
              </a:rPr>
              <a:t>U</a:t>
            </a:r>
            <a:endParaRPr sz="86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85996" y="3750360"/>
            <a:ext cx="1754505" cy="529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Do</a:t>
            </a:r>
            <a:r>
              <a:rPr sz="1100" spc="-2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you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have</a:t>
            </a:r>
            <a:r>
              <a:rPr sz="1100" spc="-20" dirty="0">
                <a:solidFill>
                  <a:srgbClr val="CEF3F5"/>
                </a:solidFill>
                <a:latin typeface="Roboto"/>
                <a:cs typeface="Roboto"/>
              </a:rPr>
              <a:t> any</a:t>
            </a:r>
            <a:r>
              <a:rPr sz="1100" spc="-1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questions?</a:t>
            </a:r>
            <a:endParaRPr sz="1100" dirty="0">
              <a:latin typeface="Roboto"/>
              <a:cs typeface="Roboto"/>
            </a:endParaRPr>
          </a:p>
          <a:p>
            <a:pPr marL="144780" marR="139065" indent="-1270" algn="ctr">
              <a:lnSpc>
                <a:spcPct val="100000"/>
              </a:lnSpc>
            </a:pPr>
            <a:r>
              <a:rPr sz="1100" spc="-20" dirty="0">
                <a:solidFill>
                  <a:srgbClr val="CEF3F5"/>
                </a:solidFill>
                <a:latin typeface="Roboto"/>
                <a:cs typeface="Roboto"/>
              </a:rPr>
              <a:t>You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can 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</a:rPr>
              <a:t>find </a:t>
            </a:r>
            <a:r>
              <a:rPr sz="1100" spc="5" dirty="0">
                <a:solidFill>
                  <a:srgbClr val="CEF3F5"/>
                </a:solidFill>
                <a:latin typeface="Roboto"/>
                <a:cs typeface="Roboto"/>
              </a:rPr>
              <a:t>me </a:t>
            </a:r>
            <a:r>
              <a:rPr sz="1100" spc="-10" dirty="0">
                <a:solidFill>
                  <a:srgbClr val="CEF3F5"/>
                </a:solidFill>
                <a:latin typeface="Roboto"/>
                <a:cs typeface="Roboto"/>
              </a:rPr>
              <a:t>at 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</a:rPr>
              <a:t> </a:t>
            </a:r>
            <a:r>
              <a:rPr lang="id-ID" sz="1100" spc="-5" dirty="0" err="1">
                <a:solidFill>
                  <a:srgbClr val="CEF3F5"/>
                </a:solidFill>
                <a:latin typeface="Roboto"/>
                <a:cs typeface="Roboto"/>
                <a:hlinkClick r:id="rId2"/>
              </a:rPr>
              <a:t>adiles.sinaga</a:t>
            </a:r>
            <a:r>
              <a:rPr sz="1100" spc="-5" dirty="0">
                <a:solidFill>
                  <a:srgbClr val="CEF3F5"/>
                </a:solidFill>
                <a:latin typeface="Roboto"/>
                <a:cs typeface="Roboto"/>
                <a:hlinkClick r:id="rId2"/>
              </a:rPr>
              <a:t>@del.ac.id</a:t>
            </a:r>
            <a:endParaRPr sz="11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EF3F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368</Words>
  <Application>Microsoft Office PowerPoint</Application>
  <PresentationFormat>Peragaan Layar (16:9)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4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12</vt:i4>
      </vt:variant>
    </vt:vector>
  </HeadingPairs>
  <TitlesOfParts>
    <vt:vector size="17" baseType="lpstr">
      <vt:lpstr>Calibri</vt:lpstr>
      <vt:lpstr>Roboto</vt:lpstr>
      <vt:lpstr>Times New Roman</vt:lpstr>
      <vt:lpstr>Trebuchet MS</vt:lpstr>
      <vt:lpstr>Office Theme</vt:lpstr>
      <vt:lpstr>PENGEMBANGAN               PERANGKAT LUNAK                 BERORIENTASI OBJEK                </vt:lpstr>
      <vt:lpstr>PENDEKATAN PENGEMBANGAN PERANGKAT LUNAK</vt:lpstr>
      <vt:lpstr>ILUSTRASI</vt:lpstr>
      <vt:lpstr>Presentasi PowerPoint</vt:lpstr>
      <vt:lpstr>Presentasi PowerPoint</vt:lpstr>
      <vt:lpstr>PENDEKATAN BERORIENTASI OBJEK</vt:lpstr>
      <vt:lpstr>PENDEKATAN BERORIENTASI OBJEK</vt:lpstr>
      <vt:lpstr>Presentasi PowerPoint</vt:lpstr>
      <vt:lpstr>PROCEDURAL VS OBJECT-ORIENTED</vt:lpstr>
      <vt:lpstr>OBJECT-ORIENTED</vt:lpstr>
      <vt:lpstr>REFERENSI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PENGEMBANGAN PERANGKAT LUNAK BERBASIS OBJEK</dc:title>
  <dc:creator>tomato</dc:creator>
  <cp:lastModifiedBy>Ardiles Sinaga</cp:lastModifiedBy>
  <cp:revision>1</cp:revision>
  <dcterms:created xsi:type="dcterms:W3CDTF">2022-10-20T03:10:24Z</dcterms:created>
  <dcterms:modified xsi:type="dcterms:W3CDTF">2022-10-20T03:14:40Z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2022-10-20T00:00:00Z</vt:filetime>
  </property>
</Properties>
</file>