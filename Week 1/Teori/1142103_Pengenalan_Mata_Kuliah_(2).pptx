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9144000" cy="51435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2" d="100"/>
          <a:sy n="142" d="100"/>
        </p:scale>
        <p:origin x="714" y="1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8" y="4201667"/>
            <a:ext cx="1609725" cy="940435"/>
          </a:xfrm>
          <a:custGeom>
            <a:avLst/>
            <a:gdLst/>
            <a:ahLst/>
            <a:cxnLst/>
            <a:rect l="l" t="t" r="r" b="b"/>
            <a:pathLst>
              <a:path w="1609725" h="940435">
                <a:moveTo>
                  <a:pt x="251500" y="0"/>
                </a:moveTo>
                <a:lnTo>
                  <a:pt x="228033" y="41788"/>
                </a:lnTo>
                <a:lnTo>
                  <a:pt x="205606" y="84232"/>
                </a:lnTo>
                <a:lnTo>
                  <a:pt x="184239" y="127313"/>
                </a:lnTo>
                <a:lnTo>
                  <a:pt x="163949" y="171015"/>
                </a:lnTo>
                <a:lnTo>
                  <a:pt x="144752" y="215320"/>
                </a:lnTo>
                <a:lnTo>
                  <a:pt x="126667" y="260209"/>
                </a:lnTo>
                <a:lnTo>
                  <a:pt x="109711" y="305667"/>
                </a:lnTo>
                <a:lnTo>
                  <a:pt x="93902" y="351674"/>
                </a:lnTo>
                <a:lnTo>
                  <a:pt x="79257" y="398214"/>
                </a:lnTo>
                <a:lnTo>
                  <a:pt x="65793" y="445268"/>
                </a:lnTo>
                <a:lnTo>
                  <a:pt x="53529" y="492820"/>
                </a:lnTo>
                <a:lnTo>
                  <a:pt x="42481" y="540851"/>
                </a:lnTo>
                <a:lnTo>
                  <a:pt x="32668" y="589344"/>
                </a:lnTo>
                <a:lnTo>
                  <a:pt x="24106" y="638282"/>
                </a:lnTo>
                <a:lnTo>
                  <a:pt x="16813" y="687647"/>
                </a:lnTo>
                <a:lnTo>
                  <a:pt x="10807" y="737421"/>
                </a:lnTo>
                <a:lnTo>
                  <a:pt x="6105" y="787587"/>
                </a:lnTo>
                <a:lnTo>
                  <a:pt x="2725" y="838127"/>
                </a:lnTo>
                <a:lnTo>
                  <a:pt x="684" y="889023"/>
                </a:lnTo>
                <a:lnTo>
                  <a:pt x="0" y="940259"/>
                </a:lnTo>
                <a:lnTo>
                  <a:pt x="1567258" y="940259"/>
                </a:lnTo>
                <a:lnTo>
                  <a:pt x="1570076" y="898090"/>
                </a:lnTo>
                <a:lnTo>
                  <a:pt x="1578276" y="857699"/>
                </a:lnTo>
                <a:lnTo>
                  <a:pt x="1591476" y="819455"/>
                </a:lnTo>
                <a:lnTo>
                  <a:pt x="1609295" y="783729"/>
                </a:lnTo>
                <a:lnTo>
                  <a:pt x="251500" y="0"/>
                </a:lnTo>
                <a:close/>
              </a:path>
            </a:pathLst>
          </a:custGeom>
          <a:solidFill>
            <a:srgbClr val="C7ACFC">
              <a:alpha val="5764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3944" y="3784091"/>
            <a:ext cx="1409700" cy="1358265"/>
          </a:xfrm>
          <a:custGeom>
            <a:avLst/>
            <a:gdLst/>
            <a:ahLst/>
            <a:cxnLst/>
            <a:rect l="l" t="t" r="r" b="b"/>
            <a:pathLst>
              <a:path w="1409700" h="1358264">
                <a:moveTo>
                  <a:pt x="782853" y="0"/>
                </a:moveTo>
                <a:lnTo>
                  <a:pt x="741962" y="24535"/>
                </a:lnTo>
                <a:lnTo>
                  <a:pt x="701890" y="50268"/>
                </a:lnTo>
                <a:lnTo>
                  <a:pt x="662662" y="77172"/>
                </a:lnTo>
                <a:lnTo>
                  <a:pt x="624304" y="105224"/>
                </a:lnTo>
                <a:lnTo>
                  <a:pt x="586838" y="134398"/>
                </a:lnTo>
                <a:lnTo>
                  <a:pt x="550291" y="164671"/>
                </a:lnTo>
                <a:lnTo>
                  <a:pt x="514687" y="196017"/>
                </a:lnTo>
                <a:lnTo>
                  <a:pt x="480050" y="228411"/>
                </a:lnTo>
                <a:lnTo>
                  <a:pt x="446405" y="261829"/>
                </a:lnTo>
                <a:lnTo>
                  <a:pt x="413778" y="296247"/>
                </a:lnTo>
                <a:lnTo>
                  <a:pt x="382192" y="331639"/>
                </a:lnTo>
                <a:lnTo>
                  <a:pt x="351672" y="367981"/>
                </a:lnTo>
                <a:lnTo>
                  <a:pt x="322243" y="405248"/>
                </a:lnTo>
                <a:lnTo>
                  <a:pt x="293930" y="443415"/>
                </a:lnTo>
                <a:lnTo>
                  <a:pt x="266758" y="482458"/>
                </a:lnTo>
                <a:lnTo>
                  <a:pt x="240750" y="522353"/>
                </a:lnTo>
                <a:lnTo>
                  <a:pt x="215933" y="563073"/>
                </a:lnTo>
                <a:lnTo>
                  <a:pt x="192330" y="604596"/>
                </a:lnTo>
                <a:lnTo>
                  <a:pt x="169966" y="646895"/>
                </a:lnTo>
                <a:lnTo>
                  <a:pt x="148866" y="689947"/>
                </a:lnTo>
                <a:lnTo>
                  <a:pt x="129054" y="733726"/>
                </a:lnTo>
                <a:lnTo>
                  <a:pt x="110556" y="778208"/>
                </a:lnTo>
                <a:lnTo>
                  <a:pt x="93396" y="823369"/>
                </a:lnTo>
                <a:lnTo>
                  <a:pt x="77598" y="869183"/>
                </a:lnTo>
                <a:lnTo>
                  <a:pt x="63188" y="915626"/>
                </a:lnTo>
                <a:lnTo>
                  <a:pt x="50189" y="962673"/>
                </a:lnTo>
                <a:lnTo>
                  <a:pt x="38628" y="1010299"/>
                </a:lnTo>
                <a:lnTo>
                  <a:pt x="28528" y="1058480"/>
                </a:lnTo>
                <a:lnTo>
                  <a:pt x="19914" y="1107191"/>
                </a:lnTo>
                <a:lnTo>
                  <a:pt x="12810" y="1156408"/>
                </a:lnTo>
                <a:lnTo>
                  <a:pt x="7243" y="1206106"/>
                </a:lnTo>
                <a:lnTo>
                  <a:pt x="3235" y="1256259"/>
                </a:lnTo>
                <a:lnTo>
                  <a:pt x="813" y="1306844"/>
                </a:lnTo>
                <a:lnTo>
                  <a:pt x="0" y="1357835"/>
                </a:lnTo>
                <a:lnTo>
                  <a:pt x="1253236" y="1357835"/>
                </a:lnTo>
                <a:lnTo>
                  <a:pt x="1256997" y="1309109"/>
                </a:lnTo>
                <a:lnTo>
                  <a:pt x="1267904" y="1262755"/>
                </a:lnTo>
                <a:lnTo>
                  <a:pt x="1285386" y="1219331"/>
                </a:lnTo>
                <a:lnTo>
                  <a:pt x="1308876" y="1179399"/>
                </a:lnTo>
                <a:lnTo>
                  <a:pt x="1337803" y="1143518"/>
                </a:lnTo>
                <a:lnTo>
                  <a:pt x="1371601" y="1112250"/>
                </a:lnTo>
                <a:lnTo>
                  <a:pt x="1409700" y="1086154"/>
                </a:lnTo>
                <a:lnTo>
                  <a:pt x="782853" y="0"/>
                </a:lnTo>
                <a:close/>
              </a:path>
            </a:pathLst>
          </a:custGeom>
          <a:solidFill>
            <a:srgbClr val="868FFF">
              <a:alpha val="5803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626363" y="3887723"/>
            <a:ext cx="1254760" cy="1254760"/>
          </a:xfrm>
          <a:custGeom>
            <a:avLst/>
            <a:gdLst/>
            <a:ahLst/>
            <a:cxnLst/>
            <a:rect l="l" t="t" r="r" b="b"/>
            <a:pathLst>
              <a:path w="1254760" h="1254760">
                <a:moveTo>
                  <a:pt x="1254252" y="0"/>
                </a:moveTo>
                <a:lnTo>
                  <a:pt x="1206135" y="905"/>
                </a:lnTo>
                <a:lnTo>
                  <a:pt x="1158478" y="3600"/>
                </a:lnTo>
                <a:lnTo>
                  <a:pt x="1111311" y="8052"/>
                </a:lnTo>
                <a:lnTo>
                  <a:pt x="1064669" y="14229"/>
                </a:lnTo>
                <a:lnTo>
                  <a:pt x="1018582" y="22097"/>
                </a:lnTo>
                <a:lnTo>
                  <a:pt x="973083" y="31625"/>
                </a:lnTo>
                <a:lnTo>
                  <a:pt x="928206" y="42781"/>
                </a:lnTo>
                <a:lnTo>
                  <a:pt x="883982" y="55531"/>
                </a:lnTo>
                <a:lnTo>
                  <a:pt x="840444" y="69843"/>
                </a:lnTo>
                <a:lnTo>
                  <a:pt x="797624" y="85685"/>
                </a:lnTo>
                <a:lnTo>
                  <a:pt x="755556" y="103024"/>
                </a:lnTo>
                <a:lnTo>
                  <a:pt x="714270" y="121829"/>
                </a:lnTo>
                <a:lnTo>
                  <a:pt x="673800" y="142065"/>
                </a:lnTo>
                <a:lnTo>
                  <a:pt x="634178" y="163701"/>
                </a:lnTo>
                <a:lnTo>
                  <a:pt x="595437" y="186705"/>
                </a:lnTo>
                <a:lnTo>
                  <a:pt x="557609" y="211044"/>
                </a:lnTo>
                <a:lnTo>
                  <a:pt x="520726" y="236686"/>
                </a:lnTo>
                <a:lnTo>
                  <a:pt x="484822" y="263597"/>
                </a:lnTo>
                <a:lnTo>
                  <a:pt x="449928" y="291746"/>
                </a:lnTo>
                <a:lnTo>
                  <a:pt x="416077" y="321100"/>
                </a:lnTo>
                <a:lnTo>
                  <a:pt x="383301" y="351627"/>
                </a:lnTo>
                <a:lnTo>
                  <a:pt x="351633" y="383294"/>
                </a:lnTo>
                <a:lnTo>
                  <a:pt x="321105" y="416069"/>
                </a:lnTo>
                <a:lnTo>
                  <a:pt x="291750" y="449919"/>
                </a:lnTo>
                <a:lnTo>
                  <a:pt x="263601" y="484812"/>
                </a:lnTo>
                <a:lnTo>
                  <a:pt x="236689" y="520716"/>
                </a:lnTo>
                <a:lnTo>
                  <a:pt x="211047" y="557597"/>
                </a:lnTo>
                <a:lnTo>
                  <a:pt x="186707" y="595424"/>
                </a:lnTo>
                <a:lnTo>
                  <a:pt x="163703" y="634163"/>
                </a:lnTo>
                <a:lnTo>
                  <a:pt x="142066" y="673783"/>
                </a:lnTo>
                <a:lnTo>
                  <a:pt x="121830" y="714252"/>
                </a:lnTo>
                <a:lnTo>
                  <a:pt x="103025" y="755535"/>
                </a:lnTo>
                <a:lnTo>
                  <a:pt x="85686" y="797602"/>
                </a:lnTo>
                <a:lnTo>
                  <a:pt x="69843" y="840420"/>
                </a:lnTo>
                <a:lnTo>
                  <a:pt x="55531" y="883956"/>
                </a:lnTo>
                <a:lnTo>
                  <a:pt x="42781" y="928177"/>
                </a:lnTo>
                <a:lnTo>
                  <a:pt x="31626" y="973052"/>
                </a:lnTo>
                <a:lnTo>
                  <a:pt x="22097" y="1018548"/>
                </a:lnTo>
                <a:lnTo>
                  <a:pt x="14229" y="1064632"/>
                </a:lnTo>
                <a:lnTo>
                  <a:pt x="8052" y="1111272"/>
                </a:lnTo>
                <a:lnTo>
                  <a:pt x="3600" y="1158435"/>
                </a:lnTo>
                <a:lnTo>
                  <a:pt x="905" y="1206090"/>
                </a:lnTo>
                <a:lnTo>
                  <a:pt x="0" y="1254203"/>
                </a:lnTo>
                <a:lnTo>
                  <a:pt x="941069" y="1254203"/>
                </a:lnTo>
                <a:lnTo>
                  <a:pt x="944468" y="1207829"/>
                </a:lnTo>
                <a:lnTo>
                  <a:pt x="954339" y="1163576"/>
                </a:lnTo>
                <a:lnTo>
                  <a:pt x="970197" y="1121926"/>
                </a:lnTo>
                <a:lnTo>
                  <a:pt x="991555" y="1083365"/>
                </a:lnTo>
                <a:lnTo>
                  <a:pt x="1017928" y="1048374"/>
                </a:lnTo>
                <a:lnTo>
                  <a:pt x="1048829" y="1017440"/>
                </a:lnTo>
                <a:lnTo>
                  <a:pt x="1083773" y="991045"/>
                </a:lnTo>
                <a:lnTo>
                  <a:pt x="1122273" y="969673"/>
                </a:lnTo>
                <a:lnTo>
                  <a:pt x="1163844" y="953808"/>
                </a:lnTo>
                <a:lnTo>
                  <a:pt x="1207999" y="943935"/>
                </a:lnTo>
                <a:lnTo>
                  <a:pt x="1254252" y="940536"/>
                </a:lnTo>
                <a:lnTo>
                  <a:pt x="1254252" y="0"/>
                </a:lnTo>
                <a:close/>
              </a:path>
            </a:pathLst>
          </a:custGeom>
          <a:solidFill>
            <a:srgbClr val="9153F8">
              <a:alpha val="4627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40358" y="4201667"/>
            <a:ext cx="1409700" cy="940435"/>
          </a:xfrm>
          <a:custGeom>
            <a:avLst/>
            <a:gdLst/>
            <a:ahLst/>
            <a:cxnLst/>
            <a:rect l="l" t="t" r="r" b="b"/>
            <a:pathLst>
              <a:path w="1409700" h="940435">
                <a:moveTo>
                  <a:pt x="939749" y="0"/>
                </a:moveTo>
                <a:lnTo>
                  <a:pt x="891386" y="1223"/>
                </a:lnTo>
                <a:lnTo>
                  <a:pt x="843658" y="4854"/>
                </a:lnTo>
                <a:lnTo>
                  <a:pt x="796625" y="10834"/>
                </a:lnTo>
                <a:lnTo>
                  <a:pt x="750345" y="19103"/>
                </a:lnTo>
                <a:lnTo>
                  <a:pt x="704877" y="29603"/>
                </a:lnTo>
                <a:lnTo>
                  <a:pt x="660281" y="42274"/>
                </a:lnTo>
                <a:lnTo>
                  <a:pt x="616615" y="57057"/>
                </a:lnTo>
                <a:lnTo>
                  <a:pt x="573939" y="73893"/>
                </a:lnTo>
                <a:lnTo>
                  <a:pt x="532311" y="92723"/>
                </a:lnTo>
                <a:lnTo>
                  <a:pt x="491791" y="113489"/>
                </a:lnTo>
                <a:lnTo>
                  <a:pt x="452437" y="136130"/>
                </a:lnTo>
                <a:lnTo>
                  <a:pt x="414308" y="160587"/>
                </a:lnTo>
                <a:lnTo>
                  <a:pt x="377465" y="186803"/>
                </a:lnTo>
                <a:lnTo>
                  <a:pt x="341964" y="214717"/>
                </a:lnTo>
                <a:lnTo>
                  <a:pt x="307867" y="244270"/>
                </a:lnTo>
                <a:lnTo>
                  <a:pt x="275231" y="275404"/>
                </a:lnTo>
                <a:lnTo>
                  <a:pt x="244115" y="308059"/>
                </a:lnTo>
                <a:lnTo>
                  <a:pt x="214580" y="342176"/>
                </a:lnTo>
                <a:lnTo>
                  <a:pt x="186683" y="377697"/>
                </a:lnTo>
                <a:lnTo>
                  <a:pt x="160483" y="414561"/>
                </a:lnTo>
                <a:lnTo>
                  <a:pt x="136041" y="452711"/>
                </a:lnTo>
                <a:lnTo>
                  <a:pt x="113414" y="492086"/>
                </a:lnTo>
                <a:lnTo>
                  <a:pt x="92662" y="532628"/>
                </a:lnTo>
                <a:lnTo>
                  <a:pt x="73844" y="574277"/>
                </a:lnTo>
                <a:lnTo>
                  <a:pt x="57019" y="616976"/>
                </a:lnTo>
                <a:lnTo>
                  <a:pt x="42245" y="660663"/>
                </a:lnTo>
                <a:lnTo>
                  <a:pt x="29583" y="705281"/>
                </a:lnTo>
                <a:lnTo>
                  <a:pt x="19090" y="750771"/>
                </a:lnTo>
                <a:lnTo>
                  <a:pt x="10827" y="797072"/>
                </a:lnTo>
                <a:lnTo>
                  <a:pt x="4851" y="844127"/>
                </a:lnTo>
                <a:lnTo>
                  <a:pt x="1222" y="891875"/>
                </a:lnTo>
                <a:lnTo>
                  <a:pt x="0" y="940259"/>
                </a:lnTo>
                <a:lnTo>
                  <a:pt x="626821" y="940259"/>
                </a:lnTo>
                <a:lnTo>
                  <a:pt x="630216" y="893899"/>
                </a:lnTo>
                <a:lnTo>
                  <a:pt x="640078" y="849658"/>
                </a:lnTo>
                <a:lnTo>
                  <a:pt x="655922" y="808020"/>
                </a:lnTo>
                <a:lnTo>
                  <a:pt x="677262" y="769470"/>
                </a:lnTo>
                <a:lnTo>
                  <a:pt x="703612" y="734490"/>
                </a:lnTo>
                <a:lnTo>
                  <a:pt x="734488" y="703564"/>
                </a:lnTo>
                <a:lnTo>
                  <a:pt x="769403" y="677176"/>
                </a:lnTo>
                <a:lnTo>
                  <a:pt x="807872" y="655810"/>
                </a:lnTo>
                <a:lnTo>
                  <a:pt x="849409" y="639950"/>
                </a:lnTo>
                <a:lnTo>
                  <a:pt x="893530" y="630079"/>
                </a:lnTo>
                <a:lnTo>
                  <a:pt x="939749" y="626681"/>
                </a:lnTo>
                <a:lnTo>
                  <a:pt x="981921" y="629557"/>
                </a:lnTo>
                <a:lnTo>
                  <a:pt x="1022330" y="637849"/>
                </a:lnTo>
                <a:lnTo>
                  <a:pt x="1060692" y="651054"/>
                </a:lnTo>
                <a:lnTo>
                  <a:pt x="1096721" y="668667"/>
                </a:lnTo>
                <a:lnTo>
                  <a:pt x="1409649" y="126047"/>
                </a:lnTo>
                <a:lnTo>
                  <a:pt x="1367599" y="103026"/>
                </a:lnTo>
                <a:lnTo>
                  <a:pt x="1324252" y="82136"/>
                </a:lnTo>
                <a:lnTo>
                  <a:pt x="1279683" y="63447"/>
                </a:lnTo>
                <a:lnTo>
                  <a:pt x="1233966" y="47026"/>
                </a:lnTo>
                <a:lnTo>
                  <a:pt x="1187176" y="32943"/>
                </a:lnTo>
                <a:lnTo>
                  <a:pt x="1139389" y="21267"/>
                </a:lnTo>
                <a:lnTo>
                  <a:pt x="1090677" y="12065"/>
                </a:lnTo>
                <a:lnTo>
                  <a:pt x="1041117" y="5408"/>
                </a:lnTo>
                <a:lnTo>
                  <a:pt x="990783" y="1363"/>
                </a:lnTo>
                <a:lnTo>
                  <a:pt x="939749" y="0"/>
                </a:lnTo>
                <a:close/>
              </a:path>
            </a:pathLst>
          </a:custGeom>
          <a:solidFill>
            <a:srgbClr val="35C2DF">
              <a:alpha val="490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254252" y="4514138"/>
            <a:ext cx="1169035" cy="628015"/>
          </a:xfrm>
          <a:custGeom>
            <a:avLst/>
            <a:gdLst/>
            <a:ahLst/>
            <a:cxnLst/>
            <a:rect l="l" t="t" r="r" b="b"/>
            <a:pathLst>
              <a:path w="1169035" h="628014">
                <a:moveTo>
                  <a:pt x="626110" y="0"/>
                </a:moveTo>
                <a:lnTo>
                  <a:pt x="577192" y="1889"/>
                </a:lnTo>
                <a:lnTo>
                  <a:pt x="529302" y="7463"/>
                </a:lnTo>
                <a:lnTo>
                  <a:pt x="482579" y="16583"/>
                </a:lnTo>
                <a:lnTo>
                  <a:pt x="437162" y="29110"/>
                </a:lnTo>
                <a:lnTo>
                  <a:pt x="393191" y="44902"/>
                </a:lnTo>
                <a:lnTo>
                  <a:pt x="350805" y="63821"/>
                </a:lnTo>
                <a:lnTo>
                  <a:pt x="310143" y="85726"/>
                </a:lnTo>
                <a:lnTo>
                  <a:pt x="271345" y="110479"/>
                </a:lnTo>
                <a:lnTo>
                  <a:pt x="234550" y="137939"/>
                </a:lnTo>
                <a:lnTo>
                  <a:pt x="199898" y="167967"/>
                </a:lnTo>
                <a:lnTo>
                  <a:pt x="167528" y="200423"/>
                </a:lnTo>
                <a:lnTo>
                  <a:pt x="137579" y="235167"/>
                </a:lnTo>
                <a:lnTo>
                  <a:pt x="110191" y="272060"/>
                </a:lnTo>
                <a:lnTo>
                  <a:pt x="85503" y="310962"/>
                </a:lnTo>
                <a:lnTo>
                  <a:pt x="63655" y="351733"/>
                </a:lnTo>
                <a:lnTo>
                  <a:pt x="44785" y="394233"/>
                </a:lnTo>
                <a:lnTo>
                  <a:pt x="29034" y="438323"/>
                </a:lnTo>
                <a:lnTo>
                  <a:pt x="16541" y="483864"/>
                </a:lnTo>
                <a:lnTo>
                  <a:pt x="7444" y="530714"/>
                </a:lnTo>
                <a:lnTo>
                  <a:pt x="1884" y="578736"/>
                </a:lnTo>
                <a:lnTo>
                  <a:pt x="0" y="627788"/>
                </a:lnTo>
                <a:lnTo>
                  <a:pt x="313309" y="627788"/>
                </a:lnTo>
                <a:lnTo>
                  <a:pt x="316704" y="581346"/>
                </a:lnTo>
                <a:lnTo>
                  <a:pt x="326565" y="537027"/>
                </a:lnTo>
                <a:lnTo>
                  <a:pt x="342407" y="495316"/>
                </a:lnTo>
                <a:lnTo>
                  <a:pt x="363744" y="456696"/>
                </a:lnTo>
                <a:lnTo>
                  <a:pt x="390088" y="421654"/>
                </a:lnTo>
                <a:lnTo>
                  <a:pt x="420955" y="390672"/>
                </a:lnTo>
                <a:lnTo>
                  <a:pt x="455858" y="364237"/>
                </a:lnTo>
                <a:lnTo>
                  <a:pt x="494311" y="342833"/>
                </a:lnTo>
                <a:lnTo>
                  <a:pt x="535828" y="326944"/>
                </a:lnTo>
                <a:lnTo>
                  <a:pt x="579923" y="317055"/>
                </a:lnTo>
                <a:lnTo>
                  <a:pt x="626110" y="313651"/>
                </a:lnTo>
                <a:lnTo>
                  <a:pt x="674800" y="317448"/>
                </a:lnTo>
                <a:lnTo>
                  <a:pt x="721114" y="328449"/>
                </a:lnTo>
                <a:lnTo>
                  <a:pt x="764492" y="346066"/>
                </a:lnTo>
                <a:lnTo>
                  <a:pt x="804379" y="369714"/>
                </a:lnTo>
                <a:lnTo>
                  <a:pt x="840216" y="398806"/>
                </a:lnTo>
                <a:lnTo>
                  <a:pt x="871445" y="432757"/>
                </a:lnTo>
                <a:lnTo>
                  <a:pt x="897509" y="470979"/>
                </a:lnTo>
                <a:lnTo>
                  <a:pt x="1168908" y="313651"/>
                </a:lnTo>
                <a:lnTo>
                  <a:pt x="1144273" y="274449"/>
                </a:lnTo>
                <a:lnTo>
                  <a:pt x="1116893" y="237262"/>
                </a:lnTo>
                <a:lnTo>
                  <a:pt x="1086910" y="202233"/>
                </a:lnTo>
                <a:lnTo>
                  <a:pt x="1054466" y="169505"/>
                </a:lnTo>
                <a:lnTo>
                  <a:pt x="1019705" y="139218"/>
                </a:lnTo>
                <a:lnTo>
                  <a:pt x="982768" y="111516"/>
                </a:lnTo>
                <a:lnTo>
                  <a:pt x="943800" y="86540"/>
                </a:lnTo>
                <a:lnTo>
                  <a:pt x="902942" y="64434"/>
                </a:lnTo>
                <a:lnTo>
                  <a:pt x="860337" y="45338"/>
                </a:lnTo>
                <a:lnTo>
                  <a:pt x="816129" y="29395"/>
                </a:lnTo>
                <a:lnTo>
                  <a:pt x="770459" y="16748"/>
                </a:lnTo>
                <a:lnTo>
                  <a:pt x="723471" y="7538"/>
                </a:lnTo>
                <a:lnTo>
                  <a:pt x="675307" y="1908"/>
                </a:lnTo>
                <a:lnTo>
                  <a:pt x="626110" y="0"/>
                </a:lnTo>
                <a:close/>
              </a:path>
            </a:pathLst>
          </a:custGeom>
          <a:solidFill>
            <a:srgbClr val="C97AEB">
              <a:alpha val="4235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7534656" y="0"/>
            <a:ext cx="1609725" cy="940435"/>
          </a:xfrm>
          <a:custGeom>
            <a:avLst/>
            <a:gdLst/>
            <a:ahLst/>
            <a:cxnLst/>
            <a:rect l="l" t="t" r="r" b="b"/>
            <a:pathLst>
              <a:path w="1609725" h="940435">
                <a:moveTo>
                  <a:pt x="1609344" y="0"/>
                </a:moveTo>
                <a:lnTo>
                  <a:pt x="42037" y="0"/>
                </a:lnTo>
                <a:lnTo>
                  <a:pt x="39219" y="42183"/>
                </a:lnTo>
                <a:lnTo>
                  <a:pt x="31019" y="82581"/>
                </a:lnTo>
                <a:lnTo>
                  <a:pt x="17819" y="120836"/>
                </a:lnTo>
                <a:lnTo>
                  <a:pt x="0" y="156590"/>
                </a:lnTo>
                <a:lnTo>
                  <a:pt x="1357757" y="940308"/>
                </a:lnTo>
                <a:lnTo>
                  <a:pt x="1381226" y="898520"/>
                </a:lnTo>
                <a:lnTo>
                  <a:pt x="1403655" y="856077"/>
                </a:lnTo>
                <a:lnTo>
                  <a:pt x="1425026" y="812994"/>
                </a:lnTo>
                <a:lnTo>
                  <a:pt x="1445320" y="769290"/>
                </a:lnTo>
                <a:lnTo>
                  <a:pt x="1464522" y="724983"/>
                </a:lnTo>
                <a:lnTo>
                  <a:pt x="1482612" y="680090"/>
                </a:lnTo>
                <a:lnTo>
                  <a:pt x="1499574" y="634629"/>
                </a:lnTo>
                <a:lnTo>
                  <a:pt x="1515389" y="588617"/>
                </a:lnTo>
                <a:lnTo>
                  <a:pt x="1530040" y="542073"/>
                </a:lnTo>
                <a:lnTo>
                  <a:pt x="1543510" y="495014"/>
                </a:lnTo>
                <a:lnTo>
                  <a:pt x="1555780" y="447457"/>
                </a:lnTo>
                <a:lnTo>
                  <a:pt x="1566834" y="399422"/>
                </a:lnTo>
                <a:lnTo>
                  <a:pt x="1576653" y="350924"/>
                </a:lnTo>
                <a:lnTo>
                  <a:pt x="1585220" y="301982"/>
                </a:lnTo>
                <a:lnTo>
                  <a:pt x="1592518" y="252614"/>
                </a:lnTo>
                <a:lnTo>
                  <a:pt x="1598528" y="202838"/>
                </a:lnTo>
                <a:lnTo>
                  <a:pt x="1603233" y="152670"/>
                </a:lnTo>
                <a:lnTo>
                  <a:pt x="1606616" y="102130"/>
                </a:lnTo>
                <a:lnTo>
                  <a:pt x="1608659" y="51233"/>
                </a:lnTo>
                <a:lnTo>
                  <a:pt x="1609344" y="0"/>
                </a:lnTo>
                <a:close/>
              </a:path>
            </a:pathLst>
          </a:custGeom>
          <a:solidFill>
            <a:srgbClr val="C7ACFC">
              <a:alpha val="5764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7420356" y="0"/>
            <a:ext cx="1409700" cy="1358265"/>
          </a:xfrm>
          <a:custGeom>
            <a:avLst/>
            <a:gdLst/>
            <a:ahLst/>
            <a:cxnLst/>
            <a:rect l="l" t="t" r="r" b="b"/>
            <a:pathLst>
              <a:path w="1409700" h="1358265">
                <a:moveTo>
                  <a:pt x="1409700" y="0"/>
                </a:moveTo>
                <a:lnTo>
                  <a:pt x="156464" y="0"/>
                </a:lnTo>
                <a:lnTo>
                  <a:pt x="152702" y="48745"/>
                </a:lnTo>
                <a:lnTo>
                  <a:pt x="141795" y="95113"/>
                </a:lnTo>
                <a:lnTo>
                  <a:pt x="124313" y="138546"/>
                </a:lnTo>
                <a:lnTo>
                  <a:pt x="100823" y="178487"/>
                </a:lnTo>
                <a:lnTo>
                  <a:pt x="71896" y="214378"/>
                </a:lnTo>
                <a:lnTo>
                  <a:pt x="38098" y="245661"/>
                </a:lnTo>
                <a:lnTo>
                  <a:pt x="0" y="271779"/>
                </a:lnTo>
                <a:lnTo>
                  <a:pt x="626872" y="1357884"/>
                </a:lnTo>
                <a:lnTo>
                  <a:pt x="667764" y="1333352"/>
                </a:lnTo>
                <a:lnTo>
                  <a:pt x="707836" y="1307623"/>
                </a:lnTo>
                <a:lnTo>
                  <a:pt x="747064" y="1280722"/>
                </a:lnTo>
                <a:lnTo>
                  <a:pt x="785423" y="1252672"/>
                </a:lnTo>
                <a:lnTo>
                  <a:pt x="822889" y="1223499"/>
                </a:lnTo>
                <a:lnTo>
                  <a:pt x="859436" y="1193228"/>
                </a:lnTo>
                <a:lnTo>
                  <a:pt x="895040" y="1161883"/>
                </a:lnTo>
                <a:lnTo>
                  <a:pt x="929676" y="1129489"/>
                </a:lnTo>
                <a:lnTo>
                  <a:pt x="963320" y="1096071"/>
                </a:lnTo>
                <a:lnTo>
                  <a:pt x="995947" y="1061653"/>
                </a:lnTo>
                <a:lnTo>
                  <a:pt x="1027532" y="1026260"/>
                </a:lnTo>
                <a:lnTo>
                  <a:pt x="1058051" y="989917"/>
                </a:lnTo>
                <a:lnTo>
                  <a:pt x="1087478" y="952648"/>
                </a:lnTo>
                <a:lnTo>
                  <a:pt x="1115790" y="914479"/>
                </a:lnTo>
                <a:lnTo>
                  <a:pt x="1142961" y="875433"/>
                </a:lnTo>
                <a:lnTo>
                  <a:pt x="1168967" y="835536"/>
                </a:lnTo>
                <a:lnTo>
                  <a:pt x="1193784" y="794813"/>
                </a:lnTo>
                <a:lnTo>
                  <a:pt x="1217385" y="753288"/>
                </a:lnTo>
                <a:lnTo>
                  <a:pt x="1239748" y="710986"/>
                </a:lnTo>
                <a:lnTo>
                  <a:pt x="1260847" y="667931"/>
                </a:lnTo>
                <a:lnTo>
                  <a:pt x="1280657" y="624148"/>
                </a:lnTo>
                <a:lnTo>
                  <a:pt x="1299154" y="579663"/>
                </a:lnTo>
                <a:lnTo>
                  <a:pt x="1316312" y="534499"/>
                </a:lnTo>
                <a:lnTo>
                  <a:pt x="1332109" y="488681"/>
                </a:lnTo>
                <a:lnTo>
                  <a:pt x="1346518" y="442235"/>
                </a:lnTo>
                <a:lnTo>
                  <a:pt x="1359515" y="395185"/>
                </a:lnTo>
                <a:lnTo>
                  <a:pt x="1371075" y="347555"/>
                </a:lnTo>
                <a:lnTo>
                  <a:pt x="1381175" y="299371"/>
                </a:lnTo>
                <a:lnTo>
                  <a:pt x="1389788" y="250656"/>
                </a:lnTo>
                <a:lnTo>
                  <a:pt x="1396890" y="201436"/>
                </a:lnTo>
                <a:lnTo>
                  <a:pt x="1402457" y="151736"/>
                </a:lnTo>
                <a:lnTo>
                  <a:pt x="1406464" y="101580"/>
                </a:lnTo>
                <a:lnTo>
                  <a:pt x="1408887" y="50993"/>
                </a:lnTo>
                <a:lnTo>
                  <a:pt x="1409700" y="0"/>
                </a:lnTo>
                <a:close/>
              </a:path>
            </a:pathLst>
          </a:custGeom>
          <a:solidFill>
            <a:srgbClr val="868FFF">
              <a:alpha val="5803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7263384" y="0"/>
            <a:ext cx="1254760" cy="1254760"/>
          </a:xfrm>
          <a:custGeom>
            <a:avLst/>
            <a:gdLst/>
            <a:ahLst/>
            <a:cxnLst/>
            <a:rect l="l" t="t" r="r" b="b"/>
            <a:pathLst>
              <a:path w="1254759" h="1254760">
                <a:moveTo>
                  <a:pt x="1254252" y="0"/>
                </a:moveTo>
                <a:lnTo>
                  <a:pt x="313182" y="0"/>
                </a:lnTo>
                <a:lnTo>
                  <a:pt x="309783" y="46379"/>
                </a:lnTo>
                <a:lnTo>
                  <a:pt x="299912" y="90637"/>
                </a:lnTo>
                <a:lnTo>
                  <a:pt x="284054" y="132290"/>
                </a:lnTo>
                <a:lnTo>
                  <a:pt x="262696" y="170855"/>
                </a:lnTo>
                <a:lnTo>
                  <a:pt x="236323" y="205847"/>
                </a:lnTo>
                <a:lnTo>
                  <a:pt x="205422" y="236783"/>
                </a:lnTo>
                <a:lnTo>
                  <a:pt x="170478" y="263180"/>
                </a:lnTo>
                <a:lnTo>
                  <a:pt x="131978" y="284552"/>
                </a:lnTo>
                <a:lnTo>
                  <a:pt x="90407" y="300417"/>
                </a:lnTo>
                <a:lnTo>
                  <a:pt x="46252" y="310291"/>
                </a:lnTo>
                <a:lnTo>
                  <a:pt x="0" y="313689"/>
                </a:lnTo>
                <a:lnTo>
                  <a:pt x="0" y="1254252"/>
                </a:lnTo>
                <a:lnTo>
                  <a:pt x="48115" y="1253346"/>
                </a:lnTo>
                <a:lnTo>
                  <a:pt x="95772" y="1250651"/>
                </a:lnTo>
                <a:lnTo>
                  <a:pt x="142937" y="1246199"/>
                </a:lnTo>
                <a:lnTo>
                  <a:pt x="189580" y="1240022"/>
                </a:lnTo>
                <a:lnTo>
                  <a:pt x="235666" y="1232153"/>
                </a:lnTo>
                <a:lnTo>
                  <a:pt x="281164" y="1222625"/>
                </a:lnTo>
                <a:lnTo>
                  <a:pt x="326041" y="1211469"/>
                </a:lnTo>
                <a:lnTo>
                  <a:pt x="370264" y="1198719"/>
                </a:lnTo>
                <a:lnTo>
                  <a:pt x="413802" y="1184406"/>
                </a:lnTo>
                <a:lnTo>
                  <a:pt x="456621" y="1168564"/>
                </a:lnTo>
                <a:lnTo>
                  <a:pt x="498690" y="1151224"/>
                </a:lnTo>
                <a:lnTo>
                  <a:pt x="539976" y="1132419"/>
                </a:lnTo>
                <a:lnTo>
                  <a:pt x="580445" y="1112182"/>
                </a:lnTo>
                <a:lnTo>
                  <a:pt x="620067" y="1090545"/>
                </a:lnTo>
                <a:lnTo>
                  <a:pt x="658808" y="1067541"/>
                </a:lnTo>
                <a:lnTo>
                  <a:pt x="696637" y="1043201"/>
                </a:lnTo>
                <a:lnTo>
                  <a:pt x="733519" y="1017559"/>
                </a:lnTo>
                <a:lnTo>
                  <a:pt x="769424" y="990646"/>
                </a:lnTo>
                <a:lnTo>
                  <a:pt x="804318" y="962497"/>
                </a:lnTo>
                <a:lnTo>
                  <a:pt x="838169" y="933141"/>
                </a:lnTo>
                <a:lnTo>
                  <a:pt x="870945" y="902613"/>
                </a:lnTo>
                <a:lnTo>
                  <a:pt x="902613" y="870945"/>
                </a:lnTo>
                <a:lnTo>
                  <a:pt x="933141" y="838169"/>
                </a:lnTo>
                <a:lnTo>
                  <a:pt x="962497" y="804318"/>
                </a:lnTo>
                <a:lnTo>
                  <a:pt x="990646" y="769424"/>
                </a:lnTo>
                <a:lnTo>
                  <a:pt x="1017559" y="733519"/>
                </a:lnTo>
                <a:lnTo>
                  <a:pt x="1043201" y="696637"/>
                </a:lnTo>
                <a:lnTo>
                  <a:pt x="1067541" y="658808"/>
                </a:lnTo>
                <a:lnTo>
                  <a:pt x="1090545" y="620067"/>
                </a:lnTo>
                <a:lnTo>
                  <a:pt x="1112182" y="580445"/>
                </a:lnTo>
                <a:lnTo>
                  <a:pt x="1132419" y="539976"/>
                </a:lnTo>
                <a:lnTo>
                  <a:pt x="1151224" y="498690"/>
                </a:lnTo>
                <a:lnTo>
                  <a:pt x="1168564" y="456621"/>
                </a:lnTo>
                <a:lnTo>
                  <a:pt x="1184406" y="413802"/>
                </a:lnTo>
                <a:lnTo>
                  <a:pt x="1198719" y="370264"/>
                </a:lnTo>
                <a:lnTo>
                  <a:pt x="1211469" y="326041"/>
                </a:lnTo>
                <a:lnTo>
                  <a:pt x="1222625" y="281164"/>
                </a:lnTo>
                <a:lnTo>
                  <a:pt x="1232153" y="235666"/>
                </a:lnTo>
                <a:lnTo>
                  <a:pt x="1240022" y="189580"/>
                </a:lnTo>
                <a:lnTo>
                  <a:pt x="1246199" y="142937"/>
                </a:lnTo>
                <a:lnTo>
                  <a:pt x="1250651" y="95772"/>
                </a:lnTo>
                <a:lnTo>
                  <a:pt x="1253346" y="48115"/>
                </a:lnTo>
                <a:lnTo>
                  <a:pt x="1254252" y="0"/>
                </a:lnTo>
                <a:close/>
              </a:path>
            </a:pathLst>
          </a:custGeom>
          <a:solidFill>
            <a:srgbClr val="9153F8">
              <a:alpha val="4627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6793992" y="0"/>
            <a:ext cx="1409700" cy="940435"/>
          </a:xfrm>
          <a:custGeom>
            <a:avLst/>
            <a:gdLst/>
            <a:ahLst/>
            <a:cxnLst/>
            <a:rect l="l" t="t" r="r" b="b"/>
            <a:pathLst>
              <a:path w="1409700" h="940435">
                <a:moveTo>
                  <a:pt x="1409700" y="0"/>
                </a:moveTo>
                <a:lnTo>
                  <a:pt x="782827" y="0"/>
                </a:lnTo>
                <a:lnTo>
                  <a:pt x="779432" y="46379"/>
                </a:lnTo>
                <a:lnTo>
                  <a:pt x="769570" y="90637"/>
                </a:lnTo>
                <a:lnTo>
                  <a:pt x="753726" y="132290"/>
                </a:lnTo>
                <a:lnTo>
                  <a:pt x="732386" y="170855"/>
                </a:lnTo>
                <a:lnTo>
                  <a:pt x="706036" y="205847"/>
                </a:lnTo>
                <a:lnTo>
                  <a:pt x="675161" y="236783"/>
                </a:lnTo>
                <a:lnTo>
                  <a:pt x="640246" y="263180"/>
                </a:lnTo>
                <a:lnTo>
                  <a:pt x="601776" y="284552"/>
                </a:lnTo>
                <a:lnTo>
                  <a:pt x="560239" y="300417"/>
                </a:lnTo>
                <a:lnTo>
                  <a:pt x="516118" y="310291"/>
                </a:lnTo>
                <a:lnTo>
                  <a:pt x="469900" y="313689"/>
                </a:lnTo>
                <a:lnTo>
                  <a:pt x="427728" y="310800"/>
                </a:lnTo>
                <a:lnTo>
                  <a:pt x="387318" y="302482"/>
                </a:lnTo>
                <a:lnTo>
                  <a:pt x="348956" y="289258"/>
                </a:lnTo>
                <a:lnTo>
                  <a:pt x="312927" y="271652"/>
                </a:lnTo>
                <a:lnTo>
                  <a:pt x="0" y="814197"/>
                </a:lnTo>
                <a:lnTo>
                  <a:pt x="42049" y="837232"/>
                </a:lnTo>
                <a:lnTo>
                  <a:pt x="85396" y="858133"/>
                </a:lnTo>
                <a:lnTo>
                  <a:pt x="129965" y="876833"/>
                </a:lnTo>
                <a:lnTo>
                  <a:pt x="175682" y="893262"/>
                </a:lnTo>
                <a:lnTo>
                  <a:pt x="222472" y="907351"/>
                </a:lnTo>
                <a:lnTo>
                  <a:pt x="270260" y="919032"/>
                </a:lnTo>
                <a:lnTo>
                  <a:pt x="318971" y="928237"/>
                </a:lnTo>
                <a:lnTo>
                  <a:pt x="368531" y="934897"/>
                </a:lnTo>
                <a:lnTo>
                  <a:pt x="418866" y="938944"/>
                </a:lnTo>
                <a:lnTo>
                  <a:pt x="469900" y="940308"/>
                </a:lnTo>
                <a:lnTo>
                  <a:pt x="518263" y="939084"/>
                </a:lnTo>
                <a:lnTo>
                  <a:pt x="565991" y="935453"/>
                </a:lnTo>
                <a:lnTo>
                  <a:pt x="613024" y="929473"/>
                </a:lnTo>
                <a:lnTo>
                  <a:pt x="659305" y="921203"/>
                </a:lnTo>
                <a:lnTo>
                  <a:pt x="704774" y="910703"/>
                </a:lnTo>
                <a:lnTo>
                  <a:pt x="749372" y="898032"/>
                </a:lnTo>
                <a:lnTo>
                  <a:pt x="793039" y="883248"/>
                </a:lnTo>
                <a:lnTo>
                  <a:pt x="835717" y="866411"/>
                </a:lnTo>
                <a:lnTo>
                  <a:pt x="877347" y="847580"/>
                </a:lnTo>
                <a:lnTo>
                  <a:pt x="917869" y="826814"/>
                </a:lnTo>
                <a:lnTo>
                  <a:pt x="957225" y="804173"/>
                </a:lnTo>
                <a:lnTo>
                  <a:pt x="995356" y="779714"/>
                </a:lnTo>
                <a:lnTo>
                  <a:pt x="1032202" y="753497"/>
                </a:lnTo>
                <a:lnTo>
                  <a:pt x="1067704" y="725582"/>
                </a:lnTo>
                <a:lnTo>
                  <a:pt x="1101804" y="696027"/>
                </a:lnTo>
                <a:lnTo>
                  <a:pt x="1134443" y="664892"/>
                </a:lnTo>
                <a:lnTo>
                  <a:pt x="1165561" y="632236"/>
                </a:lnTo>
                <a:lnTo>
                  <a:pt x="1195099" y="598117"/>
                </a:lnTo>
                <a:lnTo>
                  <a:pt x="1222998" y="562594"/>
                </a:lnTo>
                <a:lnTo>
                  <a:pt x="1249200" y="525728"/>
                </a:lnTo>
                <a:lnTo>
                  <a:pt x="1273644" y="487577"/>
                </a:lnTo>
                <a:lnTo>
                  <a:pt x="1296273" y="448200"/>
                </a:lnTo>
                <a:lnTo>
                  <a:pt x="1317027" y="407655"/>
                </a:lnTo>
                <a:lnTo>
                  <a:pt x="1335847" y="366004"/>
                </a:lnTo>
                <a:lnTo>
                  <a:pt x="1352674" y="323303"/>
                </a:lnTo>
                <a:lnTo>
                  <a:pt x="1367449" y="279613"/>
                </a:lnTo>
                <a:lnTo>
                  <a:pt x="1380113" y="234992"/>
                </a:lnTo>
                <a:lnTo>
                  <a:pt x="1390607" y="189500"/>
                </a:lnTo>
                <a:lnTo>
                  <a:pt x="1398871" y="143196"/>
                </a:lnTo>
                <a:lnTo>
                  <a:pt x="1404848" y="96138"/>
                </a:lnTo>
                <a:lnTo>
                  <a:pt x="1408477" y="48386"/>
                </a:lnTo>
                <a:lnTo>
                  <a:pt x="1409700" y="0"/>
                </a:lnTo>
                <a:close/>
              </a:path>
            </a:pathLst>
          </a:custGeom>
          <a:solidFill>
            <a:srgbClr val="35C2DF">
              <a:alpha val="490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6720840" y="0"/>
            <a:ext cx="1169035" cy="626745"/>
          </a:xfrm>
          <a:custGeom>
            <a:avLst/>
            <a:gdLst/>
            <a:ahLst/>
            <a:cxnLst/>
            <a:rect l="l" t="t" r="r" b="b"/>
            <a:pathLst>
              <a:path w="1169034" h="626745">
                <a:moveTo>
                  <a:pt x="1168907" y="0"/>
                </a:moveTo>
                <a:lnTo>
                  <a:pt x="855599" y="0"/>
                </a:lnTo>
                <a:lnTo>
                  <a:pt x="852203" y="46344"/>
                </a:lnTo>
                <a:lnTo>
                  <a:pt x="842342" y="90569"/>
                </a:lnTo>
                <a:lnTo>
                  <a:pt x="826500" y="132189"/>
                </a:lnTo>
                <a:lnTo>
                  <a:pt x="805163" y="170723"/>
                </a:lnTo>
                <a:lnTo>
                  <a:pt x="778819" y="205686"/>
                </a:lnTo>
                <a:lnTo>
                  <a:pt x="747952" y="236596"/>
                </a:lnTo>
                <a:lnTo>
                  <a:pt x="713049" y="262970"/>
                </a:lnTo>
                <a:lnTo>
                  <a:pt x="674596" y="284324"/>
                </a:lnTo>
                <a:lnTo>
                  <a:pt x="633079" y="300175"/>
                </a:lnTo>
                <a:lnTo>
                  <a:pt x="588984" y="310040"/>
                </a:lnTo>
                <a:lnTo>
                  <a:pt x="542798" y="313436"/>
                </a:lnTo>
                <a:lnTo>
                  <a:pt x="494107" y="309645"/>
                </a:lnTo>
                <a:lnTo>
                  <a:pt x="447793" y="298666"/>
                </a:lnTo>
                <a:lnTo>
                  <a:pt x="404415" y="281085"/>
                </a:lnTo>
                <a:lnTo>
                  <a:pt x="364528" y="257487"/>
                </a:lnTo>
                <a:lnTo>
                  <a:pt x="328691" y="228460"/>
                </a:lnTo>
                <a:lnTo>
                  <a:pt x="297462" y="194590"/>
                </a:lnTo>
                <a:lnTo>
                  <a:pt x="271399" y="156463"/>
                </a:lnTo>
                <a:lnTo>
                  <a:pt x="0" y="313436"/>
                </a:lnTo>
                <a:lnTo>
                  <a:pt x="24634" y="352538"/>
                </a:lnTo>
                <a:lnTo>
                  <a:pt x="52014" y="389633"/>
                </a:lnTo>
                <a:lnTo>
                  <a:pt x="81997" y="424576"/>
                </a:lnTo>
                <a:lnTo>
                  <a:pt x="114441" y="457228"/>
                </a:lnTo>
                <a:lnTo>
                  <a:pt x="149202" y="487444"/>
                </a:lnTo>
                <a:lnTo>
                  <a:pt x="186139" y="515083"/>
                </a:lnTo>
                <a:lnTo>
                  <a:pt x="225107" y="540003"/>
                </a:lnTo>
                <a:lnTo>
                  <a:pt x="265965" y="562062"/>
                </a:lnTo>
                <a:lnTo>
                  <a:pt x="308570" y="581117"/>
                </a:lnTo>
                <a:lnTo>
                  <a:pt x="352778" y="597027"/>
                </a:lnTo>
                <a:lnTo>
                  <a:pt x="398448" y="609648"/>
                </a:lnTo>
                <a:lnTo>
                  <a:pt x="445436" y="618840"/>
                </a:lnTo>
                <a:lnTo>
                  <a:pt x="493600" y="624459"/>
                </a:lnTo>
                <a:lnTo>
                  <a:pt x="542798" y="626363"/>
                </a:lnTo>
                <a:lnTo>
                  <a:pt x="591715" y="624478"/>
                </a:lnTo>
                <a:lnTo>
                  <a:pt x="639605" y="618916"/>
                </a:lnTo>
                <a:lnTo>
                  <a:pt x="686328" y="609815"/>
                </a:lnTo>
                <a:lnTo>
                  <a:pt x="731745" y="597316"/>
                </a:lnTo>
                <a:lnTo>
                  <a:pt x="775716" y="581558"/>
                </a:lnTo>
                <a:lnTo>
                  <a:pt x="818102" y="562680"/>
                </a:lnTo>
                <a:lnTo>
                  <a:pt x="858764" y="540822"/>
                </a:lnTo>
                <a:lnTo>
                  <a:pt x="897562" y="516123"/>
                </a:lnTo>
                <a:lnTo>
                  <a:pt x="934357" y="488724"/>
                </a:lnTo>
                <a:lnTo>
                  <a:pt x="969009" y="458762"/>
                </a:lnTo>
                <a:lnTo>
                  <a:pt x="1001379" y="426378"/>
                </a:lnTo>
                <a:lnTo>
                  <a:pt x="1031328" y="391712"/>
                </a:lnTo>
                <a:lnTo>
                  <a:pt x="1058716" y="354902"/>
                </a:lnTo>
                <a:lnTo>
                  <a:pt x="1083404" y="316088"/>
                </a:lnTo>
                <a:lnTo>
                  <a:pt x="1105252" y="275410"/>
                </a:lnTo>
                <a:lnTo>
                  <a:pt x="1124122" y="233007"/>
                </a:lnTo>
                <a:lnTo>
                  <a:pt x="1139873" y="189019"/>
                </a:lnTo>
                <a:lnTo>
                  <a:pt x="1152366" y="143584"/>
                </a:lnTo>
                <a:lnTo>
                  <a:pt x="1161463" y="96843"/>
                </a:lnTo>
                <a:lnTo>
                  <a:pt x="1167023" y="48935"/>
                </a:lnTo>
                <a:lnTo>
                  <a:pt x="1168907" y="0"/>
                </a:lnTo>
                <a:close/>
              </a:path>
            </a:pathLst>
          </a:custGeom>
          <a:solidFill>
            <a:srgbClr val="C97AEB">
              <a:alpha val="4235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97732" y="1086129"/>
            <a:ext cx="2748534" cy="2649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0" y="4745736"/>
            <a:ext cx="680085" cy="396240"/>
          </a:xfrm>
          <a:custGeom>
            <a:avLst/>
            <a:gdLst/>
            <a:ahLst/>
            <a:cxnLst/>
            <a:rect l="l" t="t" r="r" b="b"/>
            <a:pathLst>
              <a:path w="680085" h="396239">
                <a:moveTo>
                  <a:pt x="106221" y="0"/>
                </a:moveTo>
                <a:lnTo>
                  <a:pt x="82269" y="44539"/>
                </a:lnTo>
                <a:lnTo>
                  <a:pt x="61136" y="90735"/>
                </a:lnTo>
                <a:lnTo>
                  <a:pt x="42937" y="138472"/>
                </a:lnTo>
                <a:lnTo>
                  <a:pt x="27788" y="187635"/>
                </a:lnTo>
                <a:lnTo>
                  <a:pt x="15804" y="238106"/>
                </a:lnTo>
                <a:lnTo>
                  <a:pt x="7101" y="289772"/>
                </a:lnTo>
                <a:lnTo>
                  <a:pt x="1794" y="342514"/>
                </a:lnTo>
                <a:lnTo>
                  <a:pt x="0" y="396219"/>
                </a:lnTo>
                <a:lnTo>
                  <a:pt x="661929" y="396219"/>
                </a:lnTo>
                <a:lnTo>
                  <a:pt x="663115" y="378449"/>
                </a:lnTo>
                <a:lnTo>
                  <a:pt x="666572" y="361429"/>
                </a:lnTo>
                <a:lnTo>
                  <a:pt x="672146" y="345314"/>
                </a:lnTo>
                <a:lnTo>
                  <a:pt x="679683" y="330260"/>
                </a:lnTo>
                <a:lnTo>
                  <a:pt x="106221" y="0"/>
                </a:lnTo>
                <a:close/>
              </a:path>
            </a:pathLst>
          </a:custGeom>
          <a:solidFill>
            <a:srgbClr val="C7ACFC">
              <a:alpha val="5764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32588" y="4568952"/>
            <a:ext cx="594360" cy="573405"/>
          </a:xfrm>
          <a:custGeom>
            <a:avLst/>
            <a:gdLst/>
            <a:ahLst/>
            <a:cxnLst/>
            <a:rect l="l" t="t" r="r" b="b"/>
            <a:pathLst>
              <a:path w="594360" h="573404">
                <a:moveTo>
                  <a:pt x="330073" y="0"/>
                </a:moveTo>
                <a:lnTo>
                  <a:pt x="288803" y="26018"/>
                </a:lnTo>
                <a:lnTo>
                  <a:pt x="249659" y="54927"/>
                </a:lnTo>
                <a:lnTo>
                  <a:pt x="212789" y="86577"/>
                </a:lnTo>
                <a:lnTo>
                  <a:pt x="178344" y="120820"/>
                </a:lnTo>
                <a:lnTo>
                  <a:pt x="146471" y="157507"/>
                </a:lnTo>
                <a:lnTo>
                  <a:pt x="117321" y="196487"/>
                </a:lnTo>
                <a:lnTo>
                  <a:pt x="91041" y="237612"/>
                </a:lnTo>
                <a:lnTo>
                  <a:pt x="67782" y="280733"/>
                </a:lnTo>
                <a:lnTo>
                  <a:pt x="47692" y="325700"/>
                </a:lnTo>
                <a:lnTo>
                  <a:pt x="30920" y="372363"/>
                </a:lnTo>
                <a:lnTo>
                  <a:pt x="17616" y="420575"/>
                </a:lnTo>
                <a:lnTo>
                  <a:pt x="7928" y="470185"/>
                </a:lnTo>
                <a:lnTo>
                  <a:pt x="2007" y="521044"/>
                </a:lnTo>
                <a:lnTo>
                  <a:pt x="0" y="573003"/>
                </a:lnTo>
                <a:lnTo>
                  <a:pt x="528383" y="573003"/>
                </a:lnTo>
                <a:lnTo>
                  <a:pt x="533148" y="537663"/>
                </a:lnTo>
                <a:lnTo>
                  <a:pt x="546588" y="505930"/>
                </a:lnTo>
                <a:lnTo>
                  <a:pt x="567420" y="479071"/>
                </a:lnTo>
                <a:lnTo>
                  <a:pt x="594360" y="458354"/>
                </a:lnTo>
                <a:lnTo>
                  <a:pt x="330073" y="0"/>
                </a:lnTo>
                <a:close/>
              </a:path>
            </a:pathLst>
          </a:custGeom>
          <a:solidFill>
            <a:srgbClr val="868FFF">
              <a:alpha val="5803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63651" y="4613148"/>
            <a:ext cx="530860" cy="528955"/>
          </a:xfrm>
          <a:custGeom>
            <a:avLst/>
            <a:gdLst/>
            <a:ahLst/>
            <a:cxnLst/>
            <a:rect l="l" t="t" r="r" b="b"/>
            <a:pathLst>
              <a:path w="530860" h="528954">
                <a:moveTo>
                  <a:pt x="530326" y="0"/>
                </a:moveTo>
                <a:lnTo>
                  <a:pt x="482052" y="2160"/>
                </a:lnTo>
                <a:lnTo>
                  <a:pt x="434994" y="8518"/>
                </a:lnTo>
                <a:lnTo>
                  <a:pt x="389337" y="18887"/>
                </a:lnTo>
                <a:lnTo>
                  <a:pt x="345269" y="33080"/>
                </a:lnTo>
                <a:lnTo>
                  <a:pt x="302978" y="50910"/>
                </a:lnTo>
                <a:lnTo>
                  <a:pt x="262651" y="72191"/>
                </a:lnTo>
                <a:lnTo>
                  <a:pt x="224474" y="96736"/>
                </a:lnTo>
                <a:lnTo>
                  <a:pt x="188635" y="124359"/>
                </a:lnTo>
                <a:lnTo>
                  <a:pt x="155320" y="154873"/>
                </a:lnTo>
                <a:lnTo>
                  <a:pt x="124719" y="188092"/>
                </a:lnTo>
                <a:lnTo>
                  <a:pt x="97016" y="223828"/>
                </a:lnTo>
                <a:lnTo>
                  <a:pt x="72400" y="261896"/>
                </a:lnTo>
                <a:lnTo>
                  <a:pt x="51057" y="302108"/>
                </a:lnTo>
                <a:lnTo>
                  <a:pt x="33176" y="344278"/>
                </a:lnTo>
                <a:lnTo>
                  <a:pt x="18942" y="388220"/>
                </a:lnTo>
                <a:lnTo>
                  <a:pt x="8543" y="433746"/>
                </a:lnTo>
                <a:lnTo>
                  <a:pt x="2167" y="480671"/>
                </a:lnTo>
                <a:lnTo>
                  <a:pt x="0" y="528807"/>
                </a:lnTo>
                <a:lnTo>
                  <a:pt x="397903" y="528807"/>
                </a:lnTo>
                <a:lnTo>
                  <a:pt x="404661" y="486990"/>
                </a:lnTo>
                <a:lnTo>
                  <a:pt x="423474" y="450684"/>
                </a:lnTo>
                <a:lnTo>
                  <a:pt x="452150" y="422062"/>
                </a:lnTo>
                <a:lnTo>
                  <a:pt x="488498" y="403295"/>
                </a:lnTo>
                <a:lnTo>
                  <a:pt x="530326" y="396557"/>
                </a:lnTo>
                <a:lnTo>
                  <a:pt x="530326" y="0"/>
                </a:lnTo>
                <a:close/>
              </a:path>
            </a:pathLst>
          </a:custGeom>
          <a:solidFill>
            <a:srgbClr val="9153F8">
              <a:alpha val="4627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96265" y="4745736"/>
            <a:ext cx="596265" cy="396240"/>
          </a:xfrm>
          <a:custGeom>
            <a:avLst/>
            <a:gdLst/>
            <a:ahLst/>
            <a:cxnLst/>
            <a:rect l="l" t="t" r="r" b="b"/>
            <a:pathLst>
              <a:path w="596265" h="396239">
                <a:moveTo>
                  <a:pt x="397217" y="0"/>
                </a:moveTo>
                <a:lnTo>
                  <a:pt x="350893" y="2665"/>
                </a:lnTo>
                <a:lnTo>
                  <a:pt x="306138" y="10465"/>
                </a:lnTo>
                <a:lnTo>
                  <a:pt x="263251" y="23100"/>
                </a:lnTo>
                <a:lnTo>
                  <a:pt x="222530" y="40274"/>
                </a:lnTo>
                <a:lnTo>
                  <a:pt x="184273" y="61689"/>
                </a:lnTo>
                <a:lnTo>
                  <a:pt x="148777" y="87048"/>
                </a:lnTo>
                <a:lnTo>
                  <a:pt x="116341" y="116054"/>
                </a:lnTo>
                <a:lnTo>
                  <a:pt x="87263" y="148409"/>
                </a:lnTo>
                <a:lnTo>
                  <a:pt x="61841" y="183816"/>
                </a:lnTo>
                <a:lnTo>
                  <a:pt x="40373" y="221977"/>
                </a:lnTo>
                <a:lnTo>
                  <a:pt x="23156" y="262595"/>
                </a:lnTo>
                <a:lnTo>
                  <a:pt x="10490" y="305373"/>
                </a:lnTo>
                <a:lnTo>
                  <a:pt x="2672" y="350014"/>
                </a:lnTo>
                <a:lnTo>
                  <a:pt x="0" y="396219"/>
                </a:lnTo>
                <a:lnTo>
                  <a:pt x="264947" y="396219"/>
                </a:lnTo>
                <a:lnTo>
                  <a:pt x="271698" y="354437"/>
                </a:lnTo>
                <a:lnTo>
                  <a:pt x="290490" y="318163"/>
                </a:lnTo>
                <a:lnTo>
                  <a:pt x="319133" y="289565"/>
                </a:lnTo>
                <a:lnTo>
                  <a:pt x="355439" y="270816"/>
                </a:lnTo>
                <a:lnTo>
                  <a:pt x="397217" y="264083"/>
                </a:lnTo>
                <a:lnTo>
                  <a:pt x="415045" y="265295"/>
                </a:lnTo>
                <a:lnTo>
                  <a:pt x="432133" y="268790"/>
                </a:lnTo>
                <a:lnTo>
                  <a:pt x="448349" y="274352"/>
                </a:lnTo>
                <a:lnTo>
                  <a:pt x="463562" y="281769"/>
                </a:lnTo>
                <a:lnTo>
                  <a:pt x="595833" y="53111"/>
                </a:lnTo>
                <a:lnTo>
                  <a:pt x="550404" y="30555"/>
                </a:lnTo>
                <a:lnTo>
                  <a:pt x="501830" y="13882"/>
                </a:lnTo>
                <a:lnTo>
                  <a:pt x="450604" y="3546"/>
                </a:lnTo>
                <a:lnTo>
                  <a:pt x="397217" y="0"/>
                </a:lnTo>
                <a:close/>
              </a:path>
            </a:pathLst>
          </a:custGeom>
          <a:solidFill>
            <a:srgbClr val="35C2DF">
              <a:alpha val="490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528827" y="4876825"/>
            <a:ext cx="494030" cy="265430"/>
          </a:xfrm>
          <a:custGeom>
            <a:avLst/>
            <a:gdLst/>
            <a:ahLst/>
            <a:cxnLst/>
            <a:rect l="l" t="t" r="r" b="b"/>
            <a:pathLst>
              <a:path w="494030" h="265429">
                <a:moveTo>
                  <a:pt x="264502" y="0"/>
                </a:moveTo>
                <a:lnTo>
                  <a:pt x="216966" y="4272"/>
                </a:lnTo>
                <a:lnTo>
                  <a:pt x="172221" y="16590"/>
                </a:lnTo>
                <a:lnTo>
                  <a:pt x="131016" y="36204"/>
                </a:lnTo>
                <a:lnTo>
                  <a:pt x="94099" y="62364"/>
                </a:lnTo>
                <a:lnTo>
                  <a:pt x="62217" y="94322"/>
                </a:lnTo>
                <a:lnTo>
                  <a:pt x="36119" y="131326"/>
                </a:lnTo>
                <a:lnTo>
                  <a:pt x="16551" y="172629"/>
                </a:lnTo>
                <a:lnTo>
                  <a:pt x="4262" y="217480"/>
                </a:lnTo>
                <a:lnTo>
                  <a:pt x="0" y="265129"/>
                </a:lnTo>
                <a:lnTo>
                  <a:pt x="132359" y="265129"/>
                </a:lnTo>
                <a:lnTo>
                  <a:pt x="139102" y="223180"/>
                </a:lnTo>
                <a:lnTo>
                  <a:pt x="157875" y="186759"/>
                </a:lnTo>
                <a:lnTo>
                  <a:pt x="186490" y="158046"/>
                </a:lnTo>
                <a:lnTo>
                  <a:pt x="222762" y="139220"/>
                </a:lnTo>
                <a:lnTo>
                  <a:pt x="264502" y="132460"/>
                </a:lnTo>
                <a:lnTo>
                  <a:pt x="299837" y="137277"/>
                </a:lnTo>
                <a:lnTo>
                  <a:pt x="331563" y="150841"/>
                </a:lnTo>
                <a:lnTo>
                  <a:pt x="358419" y="171827"/>
                </a:lnTo>
                <a:lnTo>
                  <a:pt x="379145" y="198907"/>
                </a:lnTo>
                <a:lnTo>
                  <a:pt x="493750" y="132460"/>
                </a:lnTo>
                <a:lnTo>
                  <a:pt x="467694" y="95163"/>
                </a:lnTo>
                <a:lnTo>
                  <a:pt x="435755" y="62937"/>
                </a:lnTo>
                <a:lnTo>
                  <a:pt x="398700" y="36545"/>
                </a:lnTo>
                <a:lnTo>
                  <a:pt x="357296" y="16750"/>
                </a:lnTo>
                <a:lnTo>
                  <a:pt x="312308" y="4314"/>
                </a:lnTo>
                <a:lnTo>
                  <a:pt x="264502" y="0"/>
                </a:lnTo>
                <a:close/>
              </a:path>
            </a:pathLst>
          </a:custGeom>
          <a:solidFill>
            <a:srgbClr val="C97AEB">
              <a:alpha val="4235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CEF3F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CEF3F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51382" y="1410715"/>
            <a:ext cx="3489960" cy="3013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CEF3F5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824729" y="1348485"/>
            <a:ext cx="3634104" cy="2983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CEF3F5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CEF3F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0" y="4745736"/>
            <a:ext cx="680085" cy="396240"/>
          </a:xfrm>
          <a:custGeom>
            <a:avLst/>
            <a:gdLst/>
            <a:ahLst/>
            <a:cxnLst/>
            <a:rect l="l" t="t" r="r" b="b"/>
            <a:pathLst>
              <a:path w="680085" h="396239">
                <a:moveTo>
                  <a:pt x="106221" y="0"/>
                </a:moveTo>
                <a:lnTo>
                  <a:pt x="82269" y="44539"/>
                </a:lnTo>
                <a:lnTo>
                  <a:pt x="61136" y="90735"/>
                </a:lnTo>
                <a:lnTo>
                  <a:pt x="42937" y="138472"/>
                </a:lnTo>
                <a:lnTo>
                  <a:pt x="27788" y="187635"/>
                </a:lnTo>
                <a:lnTo>
                  <a:pt x="15804" y="238106"/>
                </a:lnTo>
                <a:lnTo>
                  <a:pt x="7101" y="289772"/>
                </a:lnTo>
                <a:lnTo>
                  <a:pt x="1794" y="342514"/>
                </a:lnTo>
                <a:lnTo>
                  <a:pt x="0" y="396219"/>
                </a:lnTo>
                <a:lnTo>
                  <a:pt x="661929" y="396219"/>
                </a:lnTo>
                <a:lnTo>
                  <a:pt x="663115" y="378449"/>
                </a:lnTo>
                <a:lnTo>
                  <a:pt x="666572" y="361429"/>
                </a:lnTo>
                <a:lnTo>
                  <a:pt x="672146" y="345314"/>
                </a:lnTo>
                <a:lnTo>
                  <a:pt x="679683" y="330260"/>
                </a:lnTo>
                <a:lnTo>
                  <a:pt x="106221" y="0"/>
                </a:lnTo>
                <a:close/>
              </a:path>
            </a:pathLst>
          </a:custGeom>
          <a:solidFill>
            <a:srgbClr val="C7ACFC">
              <a:alpha val="5764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32588" y="4568952"/>
            <a:ext cx="594360" cy="573405"/>
          </a:xfrm>
          <a:custGeom>
            <a:avLst/>
            <a:gdLst/>
            <a:ahLst/>
            <a:cxnLst/>
            <a:rect l="l" t="t" r="r" b="b"/>
            <a:pathLst>
              <a:path w="594360" h="573404">
                <a:moveTo>
                  <a:pt x="330073" y="0"/>
                </a:moveTo>
                <a:lnTo>
                  <a:pt x="288803" y="26018"/>
                </a:lnTo>
                <a:lnTo>
                  <a:pt x="249659" y="54927"/>
                </a:lnTo>
                <a:lnTo>
                  <a:pt x="212789" y="86577"/>
                </a:lnTo>
                <a:lnTo>
                  <a:pt x="178344" y="120820"/>
                </a:lnTo>
                <a:lnTo>
                  <a:pt x="146471" y="157507"/>
                </a:lnTo>
                <a:lnTo>
                  <a:pt x="117321" y="196487"/>
                </a:lnTo>
                <a:lnTo>
                  <a:pt x="91041" y="237612"/>
                </a:lnTo>
                <a:lnTo>
                  <a:pt x="67782" y="280733"/>
                </a:lnTo>
                <a:lnTo>
                  <a:pt x="47692" y="325700"/>
                </a:lnTo>
                <a:lnTo>
                  <a:pt x="30920" y="372363"/>
                </a:lnTo>
                <a:lnTo>
                  <a:pt x="17616" y="420575"/>
                </a:lnTo>
                <a:lnTo>
                  <a:pt x="7928" y="470185"/>
                </a:lnTo>
                <a:lnTo>
                  <a:pt x="2007" y="521044"/>
                </a:lnTo>
                <a:lnTo>
                  <a:pt x="0" y="573003"/>
                </a:lnTo>
                <a:lnTo>
                  <a:pt x="528383" y="573003"/>
                </a:lnTo>
                <a:lnTo>
                  <a:pt x="533148" y="537663"/>
                </a:lnTo>
                <a:lnTo>
                  <a:pt x="546588" y="505930"/>
                </a:lnTo>
                <a:lnTo>
                  <a:pt x="567420" y="479071"/>
                </a:lnTo>
                <a:lnTo>
                  <a:pt x="594360" y="458354"/>
                </a:lnTo>
                <a:lnTo>
                  <a:pt x="330073" y="0"/>
                </a:lnTo>
                <a:close/>
              </a:path>
            </a:pathLst>
          </a:custGeom>
          <a:solidFill>
            <a:srgbClr val="868FFF">
              <a:alpha val="5803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63651" y="4613148"/>
            <a:ext cx="530860" cy="528955"/>
          </a:xfrm>
          <a:custGeom>
            <a:avLst/>
            <a:gdLst/>
            <a:ahLst/>
            <a:cxnLst/>
            <a:rect l="l" t="t" r="r" b="b"/>
            <a:pathLst>
              <a:path w="530860" h="528954">
                <a:moveTo>
                  <a:pt x="530326" y="0"/>
                </a:moveTo>
                <a:lnTo>
                  <a:pt x="482052" y="2160"/>
                </a:lnTo>
                <a:lnTo>
                  <a:pt x="434994" y="8518"/>
                </a:lnTo>
                <a:lnTo>
                  <a:pt x="389337" y="18887"/>
                </a:lnTo>
                <a:lnTo>
                  <a:pt x="345269" y="33080"/>
                </a:lnTo>
                <a:lnTo>
                  <a:pt x="302978" y="50910"/>
                </a:lnTo>
                <a:lnTo>
                  <a:pt x="262651" y="72191"/>
                </a:lnTo>
                <a:lnTo>
                  <a:pt x="224474" y="96736"/>
                </a:lnTo>
                <a:lnTo>
                  <a:pt x="188635" y="124359"/>
                </a:lnTo>
                <a:lnTo>
                  <a:pt x="155320" y="154873"/>
                </a:lnTo>
                <a:lnTo>
                  <a:pt x="124719" y="188092"/>
                </a:lnTo>
                <a:lnTo>
                  <a:pt x="97016" y="223828"/>
                </a:lnTo>
                <a:lnTo>
                  <a:pt x="72400" y="261896"/>
                </a:lnTo>
                <a:lnTo>
                  <a:pt x="51057" y="302108"/>
                </a:lnTo>
                <a:lnTo>
                  <a:pt x="33176" y="344278"/>
                </a:lnTo>
                <a:lnTo>
                  <a:pt x="18942" y="388220"/>
                </a:lnTo>
                <a:lnTo>
                  <a:pt x="8543" y="433746"/>
                </a:lnTo>
                <a:lnTo>
                  <a:pt x="2167" y="480671"/>
                </a:lnTo>
                <a:lnTo>
                  <a:pt x="0" y="528807"/>
                </a:lnTo>
                <a:lnTo>
                  <a:pt x="397903" y="528807"/>
                </a:lnTo>
                <a:lnTo>
                  <a:pt x="404661" y="486990"/>
                </a:lnTo>
                <a:lnTo>
                  <a:pt x="423474" y="450684"/>
                </a:lnTo>
                <a:lnTo>
                  <a:pt x="452150" y="422062"/>
                </a:lnTo>
                <a:lnTo>
                  <a:pt x="488498" y="403295"/>
                </a:lnTo>
                <a:lnTo>
                  <a:pt x="530326" y="396557"/>
                </a:lnTo>
                <a:lnTo>
                  <a:pt x="530326" y="0"/>
                </a:lnTo>
                <a:close/>
              </a:path>
            </a:pathLst>
          </a:custGeom>
          <a:solidFill>
            <a:srgbClr val="9153F8">
              <a:alpha val="4627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96265" y="4745736"/>
            <a:ext cx="596265" cy="396240"/>
          </a:xfrm>
          <a:custGeom>
            <a:avLst/>
            <a:gdLst/>
            <a:ahLst/>
            <a:cxnLst/>
            <a:rect l="l" t="t" r="r" b="b"/>
            <a:pathLst>
              <a:path w="596265" h="396239">
                <a:moveTo>
                  <a:pt x="397217" y="0"/>
                </a:moveTo>
                <a:lnTo>
                  <a:pt x="350893" y="2665"/>
                </a:lnTo>
                <a:lnTo>
                  <a:pt x="306138" y="10465"/>
                </a:lnTo>
                <a:lnTo>
                  <a:pt x="263251" y="23100"/>
                </a:lnTo>
                <a:lnTo>
                  <a:pt x="222530" y="40274"/>
                </a:lnTo>
                <a:lnTo>
                  <a:pt x="184273" y="61689"/>
                </a:lnTo>
                <a:lnTo>
                  <a:pt x="148777" y="87048"/>
                </a:lnTo>
                <a:lnTo>
                  <a:pt x="116341" y="116054"/>
                </a:lnTo>
                <a:lnTo>
                  <a:pt x="87263" y="148409"/>
                </a:lnTo>
                <a:lnTo>
                  <a:pt x="61841" y="183816"/>
                </a:lnTo>
                <a:lnTo>
                  <a:pt x="40373" y="221977"/>
                </a:lnTo>
                <a:lnTo>
                  <a:pt x="23156" y="262595"/>
                </a:lnTo>
                <a:lnTo>
                  <a:pt x="10490" y="305373"/>
                </a:lnTo>
                <a:lnTo>
                  <a:pt x="2672" y="350014"/>
                </a:lnTo>
                <a:lnTo>
                  <a:pt x="0" y="396219"/>
                </a:lnTo>
                <a:lnTo>
                  <a:pt x="264947" y="396219"/>
                </a:lnTo>
                <a:lnTo>
                  <a:pt x="271698" y="354437"/>
                </a:lnTo>
                <a:lnTo>
                  <a:pt x="290490" y="318163"/>
                </a:lnTo>
                <a:lnTo>
                  <a:pt x="319133" y="289565"/>
                </a:lnTo>
                <a:lnTo>
                  <a:pt x="355439" y="270816"/>
                </a:lnTo>
                <a:lnTo>
                  <a:pt x="397217" y="264083"/>
                </a:lnTo>
                <a:lnTo>
                  <a:pt x="415045" y="265295"/>
                </a:lnTo>
                <a:lnTo>
                  <a:pt x="432133" y="268790"/>
                </a:lnTo>
                <a:lnTo>
                  <a:pt x="448349" y="274352"/>
                </a:lnTo>
                <a:lnTo>
                  <a:pt x="463562" y="281769"/>
                </a:lnTo>
                <a:lnTo>
                  <a:pt x="595833" y="53111"/>
                </a:lnTo>
                <a:lnTo>
                  <a:pt x="550404" y="30555"/>
                </a:lnTo>
                <a:lnTo>
                  <a:pt x="501830" y="13882"/>
                </a:lnTo>
                <a:lnTo>
                  <a:pt x="450604" y="3546"/>
                </a:lnTo>
                <a:lnTo>
                  <a:pt x="397217" y="0"/>
                </a:lnTo>
                <a:close/>
              </a:path>
            </a:pathLst>
          </a:custGeom>
          <a:solidFill>
            <a:srgbClr val="35C2DF">
              <a:alpha val="490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528827" y="4876825"/>
            <a:ext cx="494030" cy="265430"/>
          </a:xfrm>
          <a:custGeom>
            <a:avLst/>
            <a:gdLst/>
            <a:ahLst/>
            <a:cxnLst/>
            <a:rect l="l" t="t" r="r" b="b"/>
            <a:pathLst>
              <a:path w="494030" h="265429">
                <a:moveTo>
                  <a:pt x="264502" y="0"/>
                </a:moveTo>
                <a:lnTo>
                  <a:pt x="216966" y="4272"/>
                </a:lnTo>
                <a:lnTo>
                  <a:pt x="172221" y="16590"/>
                </a:lnTo>
                <a:lnTo>
                  <a:pt x="131016" y="36204"/>
                </a:lnTo>
                <a:lnTo>
                  <a:pt x="94099" y="62364"/>
                </a:lnTo>
                <a:lnTo>
                  <a:pt x="62217" y="94322"/>
                </a:lnTo>
                <a:lnTo>
                  <a:pt x="36119" y="131326"/>
                </a:lnTo>
                <a:lnTo>
                  <a:pt x="16551" y="172629"/>
                </a:lnTo>
                <a:lnTo>
                  <a:pt x="4262" y="217480"/>
                </a:lnTo>
                <a:lnTo>
                  <a:pt x="0" y="265129"/>
                </a:lnTo>
                <a:lnTo>
                  <a:pt x="132359" y="265129"/>
                </a:lnTo>
                <a:lnTo>
                  <a:pt x="139102" y="223180"/>
                </a:lnTo>
                <a:lnTo>
                  <a:pt x="157875" y="186759"/>
                </a:lnTo>
                <a:lnTo>
                  <a:pt x="186490" y="158046"/>
                </a:lnTo>
                <a:lnTo>
                  <a:pt x="222762" y="139220"/>
                </a:lnTo>
                <a:lnTo>
                  <a:pt x="264502" y="132460"/>
                </a:lnTo>
                <a:lnTo>
                  <a:pt x="299837" y="137277"/>
                </a:lnTo>
                <a:lnTo>
                  <a:pt x="331563" y="150841"/>
                </a:lnTo>
                <a:lnTo>
                  <a:pt x="358419" y="171827"/>
                </a:lnTo>
                <a:lnTo>
                  <a:pt x="379145" y="198907"/>
                </a:lnTo>
                <a:lnTo>
                  <a:pt x="493750" y="132460"/>
                </a:lnTo>
                <a:lnTo>
                  <a:pt x="467694" y="95163"/>
                </a:lnTo>
                <a:lnTo>
                  <a:pt x="435755" y="62937"/>
                </a:lnTo>
                <a:lnTo>
                  <a:pt x="398700" y="36545"/>
                </a:lnTo>
                <a:lnTo>
                  <a:pt x="357296" y="16750"/>
                </a:lnTo>
                <a:lnTo>
                  <a:pt x="312308" y="4314"/>
                </a:lnTo>
                <a:lnTo>
                  <a:pt x="264502" y="0"/>
                </a:lnTo>
                <a:close/>
              </a:path>
            </a:pathLst>
          </a:custGeom>
          <a:solidFill>
            <a:srgbClr val="C97AEB">
              <a:alpha val="4235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8464295" y="0"/>
            <a:ext cx="680085" cy="396240"/>
          </a:xfrm>
          <a:custGeom>
            <a:avLst/>
            <a:gdLst/>
            <a:ahLst/>
            <a:cxnLst/>
            <a:rect l="l" t="t" r="r" b="b"/>
            <a:pathLst>
              <a:path w="680084" h="396240">
                <a:moveTo>
                  <a:pt x="679703" y="0"/>
                </a:moveTo>
                <a:lnTo>
                  <a:pt x="17779" y="0"/>
                </a:lnTo>
                <a:lnTo>
                  <a:pt x="16591" y="17783"/>
                </a:lnTo>
                <a:lnTo>
                  <a:pt x="13128" y="34829"/>
                </a:lnTo>
                <a:lnTo>
                  <a:pt x="7546" y="50970"/>
                </a:lnTo>
                <a:lnTo>
                  <a:pt x="0" y="66039"/>
                </a:lnTo>
                <a:lnTo>
                  <a:pt x="573404" y="396239"/>
                </a:lnTo>
                <a:lnTo>
                  <a:pt x="597370" y="351700"/>
                </a:lnTo>
                <a:lnTo>
                  <a:pt x="618517" y="305502"/>
                </a:lnTo>
                <a:lnTo>
                  <a:pt x="636729" y="257762"/>
                </a:lnTo>
                <a:lnTo>
                  <a:pt x="651890" y="208597"/>
                </a:lnTo>
                <a:lnTo>
                  <a:pt x="663885" y="158122"/>
                </a:lnTo>
                <a:lnTo>
                  <a:pt x="672595" y="106453"/>
                </a:lnTo>
                <a:lnTo>
                  <a:pt x="677907" y="53707"/>
                </a:lnTo>
                <a:lnTo>
                  <a:pt x="679703" y="0"/>
                </a:lnTo>
                <a:close/>
              </a:path>
            </a:pathLst>
          </a:custGeom>
          <a:solidFill>
            <a:srgbClr val="C7ACFC">
              <a:alpha val="5764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8417051" y="0"/>
            <a:ext cx="594360" cy="573405"/>
          </a:xfrm>
          <a:custGeom>
            <a:avLst/>
            <a:gdLst/>
            <a:ahLst/>
            <a:cxnLst/>
            <a:rect l="l" t="t" r="r" b="b"/>
            <a:pathLst>
              <a:path w="594359" h="573405">
                <a:moveTo>
                  <a:pt x="594359" y="0"/>
                </a:moveTo>
                <a:lnTo>
                  <a:pt x="66040" y="0"/>
                </a:lnTo>
                <a:lnTo>
                  <a:pt x="61257" y="35367"/>
                </a:lnTo>
                <a:lnTo>
                  <a:pt x="47783" y="67103"/>
                </a:lnTo>
                <a:lnTo>
                  <a:pt x="26927" y="93958"/>
                </a:lnTo>
                <a:lnTo>
                  <a:pt x="0" y="114680"/>
                </a:lnTo>
                <a:lnTo>
                  <a:pt x="264287" y="573024"/>
                </a:lnTo>
                <a:lnTo>
                  <a:pt x="305563" y="547008"/>
                </a:lnTo>
                <a:lnTo>
                  <a:pt x="344712" y="518102"/>
                </a:lnTo>
                <a:lnTo>
                  <a:pt x="381585" y="486453"/>
                </a:lnTo>
                <a:lnTo>
                  <a:pt x="416032" y="452212"/>
                </a:lnTo>
                <a:lnTo>
                  <a:pt x="447905" y="415527"/>
                </a:lnTo>
                <a:lnTo>
                  <a:pt x="477054" y="376547"/>
                </a:lnTo>
                <a:lnTo>
                  <a:pt x="503332" y="335422"/>
                </a:lnTo>
                <a:lnTo>
                  <a:pt x="526589" y="292301"/>
                </a:lnTo>
                <a:lnTo>
                  <a:pt x="546677" y="247332"/>
                </a:lnTo>
                <a:lnTo>
                  <a:pt x="563446" y="200665"/>
                </a:lnTo>
                <a:lnTo>
                  <a:pt x="576747" y="152450"/>
                </a:lnTo>
                <a:lnTo>
                  <a:pt x="586433" y="102834"/>
                </a:lnTo>
                <a:lnTo>
                  <a:pt x="592353" y="51968"/>
                </a:lnTo>
                <a:lnTo>
                  <a:pt x="594359" y="0"/>
                </a:lnTo>
                <a:close/>
              </a:path>
            </a:pathLst>
          </a:custGeom>
          <a:solidFill>
            <a:srgbClr val="868FFF">
              <a:alpha val="5803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349995" y="0"/>
            <a:ext cx="530860" cy="528955"/>
          </a:xfrm>
          <a:custGeom>
            <a:avLst/>
            <a:gdLst/>
            <a:ahLst/>
            <a:cxnLst/>
            <a:rect l="l" t="t" r="r" b="b"/>
            <a:pathLst>
              <a:path w="530859" h="528955">
                <a:moveTo>
                  <a:pt x="530351" y="0"/>
                </a:moveTo>
                <a:lnTo>
                  <a:pt x="132460" y="0"/>
                </a:lnTo>
                <a:lnTo>
                  <a:pt x="125695" y="41853"/>
                </a:lnTo>
                <a:lnTo>
                  <a:pt x="106865" y="78183"/>
                </a:lnTo>
                <a:lnTo>
                  <a:pt x="78173" y="106820"/>
                </a:lnTo>
                <a:lnTo>
                  <a:pt x="41817" y="125593"/>
                </a:lnTo>
                <a:lnTo>
                  <a:pt x="0" y="132334"/>
                </a:lnTo>
                <a:lnTo>
                  <a:pt x="0" y="528827"/>
                </a:lnTo>
                <a:lnTo>
                  <a:pt x="48285" y="526667"/>
                </a:lnTo>
                <a:lnTo>
                  <a:pt x="95353" y="520309"/>
                </a:lnTo>
                <a:lnTo>
                  <a:pt x="141017" y="509940"/>
                </a:lnTo>
                <a:lnTo>
                  <a:pt x="185090" y="495747"/>
                </a:lnTo>
                <a:lnTo>
                  <a:pt x="227385" y="477916"/>
                </a:lnTo>
                <a:lnTo>
                  <a:pt x="267715" y="456635"/>
                </a:lnTo>
                <a:lnTo>
                  <a:pt x="305894" y="432089"/>
                </a:lnTo>
                <a:lnTo>
                  <a:pt x="341733" y="404466"/>
                </a:lnTo>
                <a:lnTo>
                  <a:pt x="375046" y="373951"/>
                </a:lnTo>
                <a:lnTo>
                  <a:pt x="405647" y="340732"/>
                </a:lnTo>
                <a:lnTo>
                  <a:pt x="433348" y="304994"/>
                </a:lnTo>
                <a:lnTo>
                  <a:pt x="457961" y="266925"/>
                </a:lnTo>
                <a:lnTo>
                  <a:pt x="479302" y="226711"/>
                </a:lnTo>
                <a:lnTo>
                  <a:pt x="497181" y="184539"/>
                </a:lnTo>
                <a:lnTo>
                  <a:pt x="511413" y="140596"/>
                </a:lnTo>
                <a:lnTo>
                  <a:pt x="521810" y="95067"/>
                </a:lnTo>
                <a:lnTo>
                  <a:pt x="528185" y="48139"/>
                </a:lnTo>
                <a:lnTo>
                  <a:pt x="530351" y="0"/>
                </a:lnTo>
                <a:close/>
              </a:path>
            </a:pathLst>
          </a:custGeom>
          <a:solidFill>
            <a:srgbClr val="9153F8">
              <a:alpha val="4627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8151875" y="0"/>
            <a:ext cx="596265" cy="396240"/>
          </a:xfrm>
          <a:custGeom>
            <a:avLst/>
            <a:gdLst/>
            <a:ahLst/>
            <a:cxnLst/>
            <a:rect l="l" t="t" r="r" b="b"/>
            <a:pathLst>
              <a:path w="596265" h="396240">
                <a:moveTo>
                  <a:pt x="595883" y="0"/>
                </a:moveTo>
                <a:lnTo>
                  <a:pt x="330962" y="0"/>
                </a:lnTo>
                <a:lnTo>
                  <a:pt x="324209" y="41791"/>
                </a:lnTo>
                <a:lnTo>
                  <a:pt x="305411" y="78083"/>
                </a:lnTo>
                <a:lnTo>
                  <a:pt x="276756" y="106701"/>
                </a:lnTo>
                <a:lnTo>
                  <a:pt x="240432" y="125467"/>
                </a:lnTo>
                <a:lnTo>
                  <a:pt x="198627" y="132207"/>
                </a:lnTo>
                <a:lnTo>
                  <a:pt x="180786" y="130982"/>
                </a:lnTo>
                <a:lnTo>
                  <a:pt x="163718" y="127460"/>
                </a:lnTo>
                <a:lnTo>
                  <a:pt x="147532" y="121866"/>
                </a:lnTo>
                <a:lnTo>
                  <a:pt x="132333" y="114426"/>
                </a:lnTo>
                <a:lnTo>
                  <a:pt x="0" y="343153"/>
                </a:lnTo>
                <a:lnTo>
                  <a:pt x="45448" y="365700"/>
                </a:lnTo>
                <a:lnTo>
                  <a:pt x="94027" y="382365"/>
                </a:lnTo>
                <a:lnTo>
                  <a:pt x="145250" y="392695"/>
                </a:lnTo>
                <a:lnTo>
                  <a:pt x="198627" y="396239"/>
                </a:lnTo>
                <a:lnTo>
                  <a:pt x="244943" y="393573"/>
                </a:lnTo>
                <a:lnTo>
                  <a:pt x="289693" y="385774"/>
                </a:lnTo>
                <a:lnTo>
                  <a:pt x="332578" y="373137"/>
                </a:lnTo>
                <a:lnTo>
                  <a:pt x="373300" y="355962"/>
                </a:lnTo>
                <a:lnTo>
                  <a:pt x="411561" y="334546"/>
                </a:lnTo>
                <a:lnTo>
                  <a:pt x="447062" y="309185"/>
                </a:lnTo>
                <a:lnTo>
                  <a:pt x="479504" y="280177"/>
                </a:lnTo>
                <a:lnTo>
                  <a:pt x="508589" y="247821"/>
                </a:lnTo>
                <a:lnTo>
                  <a:pt x="534018" y="212412"/>
                </a:lnTo>
                <a:lnTo>
                  <a:pt x="555494" y="174249"/>
                </a:lnTo>
                <a:lnTo>
                  <a:pt x="572717" y="133628"/>
                </a:lnTo>
                <a:lnTo>
                  <a:pt x="585388" y="90849"/>
                </a:lnTo>
                <a:lnTo>
                  <a:pt x="593210" y="46206"/>
                </a:lnTo>
                <a:lnTo>
                  <a:pt x="595883" y="0"/>
                </a:lnTo>
                <a:close/>
              </a:path>
            </a:pathLst>
          </a:custGeom>
          <a:solidFill>
            <a:srgbClr val="35C2DF">
              <a:alpha val="490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8121395" y="0"/>
            <a:ext cx="494030" cy="265430"/>
          </a:xfrm>
          <a:custGeom>
            <a:avLst/>
            <a:gdLst/>
            <a:ahLst/>
            <a:cxnLst/>
            <a:rect l="l" t="t" r="r" b="b"/>
            <a:pathLst>
              <a:path w="494029" h="265430">
                <a:moveTo>
                  <a:pt x="493775" y="0"/>
                </a:moveTo>
                <a:lnTo>
                  <a:pt x="361442" y="0"/>
                </a:lnTo>
                <a:lnTo>
                  <a:pt x="354690" y="41941"/>
                </a:lnTo>
                <a:lnTo>
                  <a:pt x="335899" y="78372"/>
                </a:lnTo>
                <a:lnTo>
                  <a:pt x="307263" y="107103"/>
                </a:lnTo>
                <a:lnTo>
                  <a:pt x="270977" y="125947"/>
                </a:lnTo>
                <a:lnTo>
                  <a:pt x="229234" y="132714"/>
                </a:lnTo>
                <a:lnTo>
                  <a:pt x="193940" y="127890"/>
                </a:lnTo>
                <a:lnTo>
                  <a:pt x="162242" y="114315"/>
                </a:lnTo>
                <a:lnTo>
                  <a:pt x="135401" y="93335"/>
                </a:lnTo>
                <a:lnTo>
                  <a:pt x="114680" y="66294"/>
                </a:lnTo>
                <a:lnTo>
                  <a:pt x="0" y="132714"/>
                </a:lnTo>
                <a:lnTo>
                  <a:pt x="26055" y="169999"/>
                </a:lnTo>
                <a:lnTo>
                  <a:pt x="57991" y="202221"/>
                </a:lnTo>
                <a:lnTo>
                  <a:pt x="95043" y="228615"/>
                </a:lnTo>
                <a:lnTo>
                  <a:pt x="136445" y="248416"/>
                </a:lnTo>
                <a:lnTo>
                  <a:pt x="181430" y="260858"/>
                </a:lnTo>
                <a:lnTo>
                  <a:pt x="229234" y="265175"/>
                </a:lnTo>
                <a:lnTo>
                  <a:pt x="276772" y="260902"/>
                </a:lnTo>
                <a:lnTo>
                  <a:pt x="321520" y="248583"/>
                </a:lnTo>
                <a:lnTo>
                  <a:pt x="362730" y="228966"/>
                </a:lnTo>
                <a:lnTo>
                  <a:pt x="399654" y="202802"/>
                </a:lnTo>
                <a:lnTo>
                  <a:pt x="431542" y="170840"/>
                </a:lnTo>
                <a:lnTo>
                  <a:pt x="457646" y="133829"/>
                </a:lnTo>
                <a:lnTo>
                  <a:pt x="477219" y="92519"/>
                </a:lnTo>
                <a:lnTo>
                  <a:pt x="489512" y="47660"/>
                </a:lnTo>
                <a:lnTo>
                  <a:pt x="493775" y="0"/>
                </a:lnTo>
                <a:close/>
              </a:path>
            </a:pathLst>
          </a:custGeom>
          <a:solidFill>
            <a:srgbClr val="C97AEB">
              <a:alpha val="4235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98982" y="606933"/>
            <a:ext cx="754603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CEF3F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83729" y="1630807"/>
            <a:ext cx="5554345" cy="26085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mailto:ardiles.sinaga@del.ac.id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98982" y="1025727"/>
            <a:ext cx="3722370" cy="1978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spc="-355" dirty="0"/>
              <a:t>PENGENAL</a:t>
            </a:r>
            <a:r>
              <a:rPr sz="3200" spc="-370" dirty="0"/>
              <a:t>A</a:t>
            </a:r>
            <a:r>
              <a:rPr sz="3200" spc="-350" dirty="0"/>
              <a:t>N</a:t>
            </a:r>
            <a:r>
              <a:rPr sz="3200" spc="-250" dirty="0"/>
              <a:t> </a:t>
            </a:r>
            <a:r>
              <a:rPr sz="3200" spc="-254" dirty="0"/>
              <a:t>M</a:t>
            </a:r>
            <a:r>
              <a:rPr sz="3200" spc="-225" dirty="0"/>
              <a:t>A</a:t>
            </a:r>
            <a:r>
              <a:rPr sz="3200" spc="-320" dirty="0"/>
              <a:t>TA  </a:t>
            </a:r>
            <a:r>
              <a:rPr sz="3200" spc="-275" dirty="0"/>
              <a:t>KULIAH</a:t>
            </a:r>
            <a:r>
              <a:rPr sz="3200" spc="-235" dirty="0"/>
              <a:t> </a:t>
            </a:r>
            <a:r>
              <a:rPr sz="3200" spc="-385" dirty="0"/>
              <a:t>PENG</a:t>
            </a:r>
            <a:r>
              <a:rPr sz="3200" spc="-335" dirty="0"/>
              <a:t>E</a:t>
            </a:r>
            <a:r>
              <a:rPr sz="3200" spc="-265" dirty="0"/>
              <a:t>MBANGAN  </a:t>
            </a:r>
            <a:r>
              <a:rPr sz="3200" spc="-320" dirty="0"/>
              <a:t>PERANGK</a:t>
            </a:r>
            <a:r>
              <a:rPr sz="3200" spc="-325" dirty="0"/>
              <a:t>A</a:t>
            </a:r>
            <a:r>
              <a:rPr sz="3200" spc="-535" dirty="0"/>
              <a:t>T</a:t>
            </a:r>
            <a:r>
              <a:rPr sz="3200" spc="-229" dirty="0"/>
              <a:t> </a:t>
            </a:r>
            <a:r>
              <a:rPr sz="3200" spc="-340" dirty="0"/>
              <a:t>LUN</a:t>
            </a:r>
            <a:r>
              <a:rPr sz="3200" spc="-355" dirty="0"/>
              <a:t>A</a:t>
            </a:r>
            <a:r>
              <a:rPr sz="3200" spc="-175" dirty="0"/>
              <a:t>K  </a:t>
            </a:r>
            <a:r>
              <a:rPr sz="3200" spc="-245" dirty="0"/>
              <a:t>BE</a:t>
            </a:r>
            <a:r>
              <a:rPr sz="3200" spc="-254" dirty="0"/>
              <a:t>R</a:t>
            </a:r>
            <a:r>
              <a:rPr sz="3200" spc="-330" dirty="0"/>
              <a:t>ORIENT</a:t>
            </a:r>
            <a:r>
              <a:rPr sz="3200" spc="-370" dirty="0"/>
              <a:t>A</a:t>
            </a:r>
            <a:r>
              <a:rPr sz="3200" spc="-60" dirty="0"/>
              <a:t>SI</a:t>
            </a:r>
            <a:r>
              <a:rPr sz="3200" spc="-265" dirty="0"/>
              <a:t> </a:t>
            </a:r>
            <a:r>
              <a:rPr sz="3200" spc="-360" dirty="0"/>
              <a:t>OBJEK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5342635" y="1514093"/>
            <a:ext cx="3238500" cy="1489710"/>
          </a:xfrm>
          <a:prstGeom prst="rect">
            <a:avLst/>
          </a:prstGeom>
        </p:spPr>
        <p:txBody>
          <a:bodyPr vert="horz" wrap="square" lIns="0" tIns="419734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3304"/>
              </a:spcBef>
              <a:tabLst>
                <a:tab pos="1387475" algn="l"/>
                <a:tab pos="1763395" algn="l"/>
                <a:tab pos="2080895" algn="l"/>
                <a:tab pos="2456815" algn="l"/>
                <a:tab pos="2824480" algn="l"/>
                <a:tab pos="3032760" algn="l"/>
              </a:tabLst>
            </a:pPr>
            <a:r>
              <a:rPr sz="3200" u="dbl" spc="-235" dirty="0">
                <a:solidFill>
                  <a:srgbClr val="CEF3F5"/>
                </a:solidFill>
                <a:uFill>
                  <a:solidFill>
                    <a:srgbClr val="12FFFF"/>
                  </a:solidFill>
                </a:uFill>
                <a:latin typeface="Trebuchet MS"/>
                <a:cs typeface="Trebuchet MS"/>
              </a:rPr>
              <a:t> </a:t>
            </a:r>
            <a:r>
              <a:rPr sz="3200" u="dbl" spc="-150" dirty="0">
                <a:solidFill>
                  <a:srgbClr val="CEF3F5"/>
                </a:solidFill>
                <a:uFill>
                  <a:solidFill>
                    <a:srgbClr val="12FFFF"/>
                  </a:solidFill>
                </a:uFill>
                <a:latin typeface="Trebuchet MS"/>
                <a:cs typeface="Trebuchet MS"/>
              </a:rPr>
              <a:t> </a:t>
            </a:r>
            <a:r>
              <a:rPr sz="3200" u="dbl" spc="-235" dirty="0">
                <a:solidFill>
                  <a:srgbClr val="CEF3F5"/>
                </a:solidFill>
                <a:uFill>
                  <a:solidFill>
                    <a:srgbClr val="12FFFF"/>
                  </a:solidFill>
                </a:uFill>
                <a:latin typeface="Trebuchet MS"/>
                <a:cs typeface="Trebuchet MS"/>
              </a:rPr>
              <a:t> </a:t>
            </a:r>
            <a:r>
              <a:rPr sz="3200" u="dbl" spc="-160" dirty="0">
                <a:solidFill>
                  <a:srgbClr val="CEF3F5"/>
                </a:solidFill>
                <a:uFill>
                  <a:solidFill>
                    <a:srgbClr val="12FFFF"/>
                  </a:solidFill>
                </a:uFill>
                <a:latin typeface="Trebuchet MS"/>
                <a:cs typeface="Trebuchet MS"/>
              </a:rPr>
              <a:t> </a:t>
            </a:r>
            <a:r>
              <a:rPr sz="3200" u="dbl" spc="-235" dirty="0">
                <a:solidFill>
                  <a:srgbClr val="CEF3F5"/>
                </a:solidFill>
                <a:uFill>
                  <a:solidFill>
                    <a:srgbClr val="12FFFF"/>
                  </a:solidFill>
                </a:uFill>
                <a:latin typeface="Trebuchet MS"/>
                <a:cs typeface="Trebuchet MS"/>
              </a:rPr>
              <a:t> </a:t>
            </a:r>
            <a:r>
              <a:rPr sz="3200" u="dbl" spc="-150" dirty="0">
                <a:solidFill>
                  <a:srgbClr val="CEF3F5"/>
                </a:solidFill>
                <a:uFill>
                  <a:solidFill>
                    <a:srgbClr val="12FFFF"/>
                  </a:solidFill>
                </a:uFill>
                <a:latin typeface="Trebuchet MS"/>
                <a:cs typeface="Trebuchet MS"/>
              </a:rPr>
              <a:t> </a:t>
            </a:r>
            <a:r>
              <a:rPr sz="3200" u="dbl" spc="-235" dirty="0">
                <a:solidFill>
                  <a:srgbClr val="CEF3F5"/>
                </a:solidFill>
                <a:uFill>
                  <a:solidFill>
                    <a:srgbClr val="12FFFF"/>
                  </a:solidFill>
                </a:uFill>
                <a:latin typeface="Trebuchet MS"/>
                <a:cs typeface="Trebuchet MS"/>
              </a:rPr>
              <a:t> </a:t>
            </a:r>
            <a:r>
              <a:rPr sz="3200" u="dbl" spc="-285" dirty="0">
                <a:solidFill>
                  <a:srgbClr val="CEF3F5"/>
                </a:solidFill>
                <a:uFill>
                  <a:solidFill>
                    <a:srgbClr val="12FFFF"/>
                  </a:solidFill>
                </a:uFill>
                <a:latin typeface="Trebuchet MS"/>
                <a:cs typeface="Trebuchet MS"/>
              </a:rPr>
              <a:t> </a:t>
            </a:r>
            <a:r>
              <a:rPr sz="3200" u="dbl" spc="-235" dirty="0">
                <a:solidFill>
                  <a:srgbClr val="CEF3F5"/>
                </a:solidFill>
                <a:uFill>
                  <a:solidFill>
                    <a:srgbClr val="12FFFF"/>
                  </a:solidFill>
                </a:uFill>
                <a:latin typeface="Trebuchet MS"/>
                <a:cs typeface="Trebuchet MS"/>
              </a:rPr>
              <a:t> </a:t>
            </a:r>
            <a:r>
              <a:rPr sz="3200" u="dbl" dirty="0">
                <a:solidFill>
                  <a:srgbClr val="CEF3F5"/>
                </a:solidFill>
                <a:uFill>
                  <a:solidFill>
                    <a:srgbClr val="12FFFF"/>
                  </a:solidFill>
                </a:uFill>
                <a:latin typeface="Trebuchet MS"/>
                <a:cs typeface="Trebuchet MS"/>
              </a:rPr>
              <a:t>	</a:t>
            </a:r>
            <a:r>
              <a:rPr sz="3200" dirty="0">
                <a:solidFill>
                  <a:srgbClr val="CEF3F5"/>
                </a:solidFill>
                <a:latin typeface="Trebuchet MS"/>
                <a:cs typeface="Trebuchet MS"/>
              </a:rPr>
              <a:t>	</a:t>
            </a:r>
            <a:r>
              <a:rPr sz="3200" u="heavy" spc="-235" dirty="0">
                <a:solidFill>
                  <a:srgbClr val="CEF3F5"/>
                </a:solidFill>
                <a:uFill>
                  <a:solidFill>
                    <a:srgbClr val="C97AEB"/>
                  </a:solidFill>
                </a:uFill>
                <a:latin typeface="Trebuchet MS"/>
                <a:cs typeface="Trebuchet MS"/>
              </a:rPr>
              <a:t> </a:t>
            </a:r>
            <a:r>
              <a:rPr sz="3200" u="heavy" dirty="0">
                <a:solidFill>
                  <a:srgbClr val="CEF3F5"/>
                </a:solidFill>
                <a:uFill>
                  <a:solidFill>
                    <a:srgbClr val="C97AEB"/>
                  </a:solidFill>
                </a:uFill>
                <a:latin typeface="Trebuchet MS"/>
                <a:cs typeface="Trebuchet MS"/>
              </a:rPr>
              <a:t>	</a:t>
            </a:r>
            <a:r>
              <a:rPr sz="3200" dirty="0">
                <a:solidFill>
                  <a:srgbClr val="CEF3F5"/>
                </a:solidFill>
                <a:latin typeface="Trebuchet MS"/>
                <a:cs typeface="Trebuchet MS"/>
              </a:rPr>
              <a:t>	</a:t>
            </a:r>
            <a:r>
              <a:rPr sz="3200" u="heavy" spc="-235" dirty="0">
                <a:solidFill>
                  <a:srgbClr val="CEF3F5"/>
                </a:solidFill>
                <a:uFill>
                  <a:solidFill>
                    <a:srgbClr val="868FFF"/>
                  </a:solidFill>
                </a:uFill>
                <a:latin typeface="Trebuchet MS"/>
                <a:cs typeface="Trebuchet MS"/>
              </a:rPr>
              <a:t> </a:t>
            </a:r>
            <a:r>
              <a:rPr sz="3200" u="heavy" dirty="0">
                <a:solidFill>
                  <a:srgbClr val="CEF3F5"/>
                </a:solidFill>
                <a:uFill>
                  <a:solidFill>
                    <a:srgbClr val="868FFF"/>
                  </a:solidFill>
                </a:uFill>
                <a:latin typeface="Trebuchet MS"/>
                <a:cs typeface="Trebuchet MS"/>
              </a:rPr>
              <a:t>	</a:t>
            </a:r>
            <a:r>
              <a:rPr sz="3200" dirty="0">
                <a:solidFill>
                  <a:srgbClr val="CEF3F5"/>
                </a:solidFill>
                <a:latin typeface="Trebuchet MS"/>
                <a:cs typeface="Trebuchet MS"/>
              </a:rPr>
              <a:t>	</a:t>
            </a:r>
            <a:r>
              <a:rPr sz="3200" u="dbl" spc="-235" dirty="0">
                <a:solidFill>
                  <a:srgbClr val="CEF3F5"/>
                </a:solidFill>
                <a:uFill>
                  <a:solidFill>
                    <a:srgbClr val="C97AEB"/>
                  </a:solidFill>
                </a:uFill>
                <a:latin typeface="Trebuchet MS"/>
                <a:cs typeface="Trebuchet MS"/>
              </a:rPr>
              <a:t> </a:t>
            </a:r>
            <a:r>
              <a:rPr sz="3200" u="dbl" spc="-185" dirty="0">
                <a:solidFill>
                  <a:srgbClr val="CEF3F5"/>
                </a:solidFill>
                <a:uFill>
                  <a:solidFill>
                    <a:srgbClr val="C97AEB"/>
                  </a:solidFill>
                </a:uFill>
                <a:latin typeface="Trebuchet MS"/>
                <a:cs typeface="Trebuchet MS"/>
              </a:rPr>
              <a:t> </a:t>
            </a:r>
            <a:endParaRPr sz="3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840"/>
              </a:spcBef>
              <a:tabLst>
                <a:tab pos="558165" algn="l"/>
                <a:tab pos="768350" algn="l"/>
                <a:tab pos="1786889" algn="l"/>
              </a:tabLst>
            </a:pPr>
            <a:r>
              <a:rPr sz="3200" u="heavy" spc="-229" dirty="0">
                <a:solidFill>
                  <a:srgbClr val="CEF3F5"/>
                </a:solidFill>
                <a:uFill>
                  <a:solidFill>
                    <a:srgbClr val="C97AEB"/>
                  </a:solidFill>
                </a:uFill>
                <a:latin typeface="Trebuchet MS"/>
                <a:cs typeface="Trebuchet MS"/>
              </a:rPr>
              <a:t> 	</a:t>
            </a:r>
            <a:r>
              <a:rPr sz="3200" spc="-229" dirty="0">
                <a:solidFill>
                  <a:srgbClr val="CEF3F5"/>
                </a:solidFill>
                <a:latin typeface="Trebuchet MS"/>
                <a:cs typeface="Trebuchet MS"/>
              </a:rPr>
              <a:t>	</a:t>
            </a:r>
            <a:r>
              <a:rPr sz="3200" u="heavy" spc="-229" dirty="0">
                <a:solidFill>
                  <a:srgbClr val="CEF3F5"/>
                </a:solidFill>
                <a:uFill>
                  <a:solidFill>
                    <a:srgbClr val="C7ADF8"/>
                  </a:solidFill>
                </a:uFill>
                <a:latin typeface="Trebuchet MS"/>
                <a:cs typeface="Trebuchet MS"/>
              </a:rPr>
              <a:t> 	</a:t>
            </a:r>
            <a:endParaRPr sz="3200">
              <a:latin typeface="Trebuchet MS"/>
              <a:cs typeface="Trebuchet MS"/>
            </a:endParaRPr>
          </a:p>
          <a:p>
            <a:pPr marL="772795">
              <a:lnSpc>
                <a:spcPct val="100000"/>
              </a:lnSpc>
              <a:spcBef>
                <a:spcPts val="3840"/>
              </a:spcBef>
              <a:tabLst>
                <a:tab pos="1976755" algn="l"/>
              </a:tabLst>
            </a:pPr>
            <a:r>
              <a:rPr sz="3200" u="sng" spc="-235" dirty="0">
                <a:solidFill>
                  <a:srgbClr val="CEF3F5"/>
                </a:solidFill>
                <a:uFill>
                  <a:solidFill>
                    <a:srgbClr val="003184"/>
                  </a:solidFill>
                </a:uFill>
                <a:latin typeface="Trebuchet MS"/>
                <a:cs typeface="Trebuchet MS"/>
              </a:rPr>
              <a:t> </a:t>
            </a:r>
            <a:r>
              <a:rPr sz="3200" u="sng" spc="5" dirty="0">
                <a:solidFill>
                  <a:srgbClr val="CEF3F5"/>
                </a:solidFill>
                <a:uFill>
                  <a:solidFill>
                    <a:srgbClr val="003184"/>
                  </a:solidFill>
                </a:u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CEF3F5"/>
                </a:solidFill>
                <a:latin typeface="Trebuchet MS"/>
                <a:cs typeface="Trebuchet MS"/>
              </a:rPr>
              <a:t>	</a:t>
            </a:r>
            <a:r>
              <a:rPr sz="3200" u="sng" spc="-235" dirty="0">
                <a:solidFill>
                  <a:srgbClr val="CEF3F5"/>
                </a:solidFill>
                <a:uFill>
                  <a:solidFill>
                    <a:srgbClr val="003184"/>
                  </a:solidFill>
                </a:uFill>
                <a:latin typeface="Trebuchet MS"/>
                <a:cs typeface="Trebuchet MS"/>
              </a:rPr>
              <a:t> </a:t>
            </a:r>
            <a:r>
              <a:rPr sz="3200" u="sng" spc="5" dirty="0">
                <a:solidFill>
                  <a:srgbClr val="CEF3F5"/>
                </a:solidFill>
                <a:uFill>
                  <a:solidFill>
                    <a:srgbClr val="003184"/>
                  </a:solidFill>
                </a:uFill>
                <a:latin typeface="Trebuchet MS"/>
                <a:cs typeface="Trebuchet MS"/>
              </a:rPr>
              <a:t> </a:t>
            </a:r>
            <a:r>
              <a:rPr sz="3200" spc="25" dirty="0">
                <a:solidFill>
                  <a:srgbClr val="CEF3F5"/>
                </a:solidFill>
                <a:latin typeface="Trebuchet MS"/>
                <a:cs typeface="Trebuchet MS"/>
              </a:rPr>
              <a:t> </a:t>
            </a:r>
            <a:r>
              <a:rPr sz="3200" u="sng" spc="-235" dirty="0">
                <a:solidFill>
                  <a:srgbClr val="CEF3F5"/>
                </a:solidFill>
                <a:uFill>
                  <a:solidFill>
                    <a:srgbClr val="003184"/>
                  </a:solidFill>
                </a:uFill>
                <a:latin typeface="Trebuchet MS"/>
                <a:cs typeface="Trebuchet MS"/>
              </a:rPr>
              <a:t> </a:t>
            </a:r>
            <a:r>
              <a:rPr sz="3200" u="sng" spc="20" dirty="0">
                <a:solidFill>
                  <a:srgbClr val="CEF3F5"/>
                </a:solidFill>
                <a:uFill>
                  <a:solidFill>
                    <a:srgbClr val="003184"/>
                  </a:solidFill>
                </a:uFill>
                <a:latin typeface="Trebuchet MS"/>
                <a:cs typeface="Trebuchet MS"/>
              </a:rPr>
              <a:t> 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8982" y="3575176"/>
            <a:ext cx="2401418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CEF3F5"/>
                </a:solidFill>
                <a:latin typeface="Roboto"/>
                <a:cs typeface="Roboto"/>
              </a:rPr>
              <a:t>Ardiles Sinaga</a:t>
            </a:r>
            <a:endParaRPr sz="1800" dirty="0">
              <a:latin typeface="Roboto"/>
              <a:cs typeface="Roboto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992623" y="819911"/>
            <a:ext cx="4151629" cy="3526790"/>
            <a:chOff x="4992623" y="819911"/>
            <a:chExt cx="4151629" cy="3526790"/>
          </a:xfrm>
        </p:grpSpPr>
        <p:sp>
          <p:nvSpPr>
            <p:cNvPr id="7" name="object 7"/>
            <p:cNvSpPr/>
            <p:nvPr/>
          </p:nvSpPr>
          <p:spPr>
            <a:xfrm>
              <a:off x="5827775" y="2727960"/>
              <a:ext cx="2585085" cy="1618615"/>
            </a:xfrm>
            <a:custGeom>
              <a:avLst/>
              <a:gdLst/>
              <a:ahLst/>
              <a:cxnLst/>
              <a:rect l="l" t="t" r="r" b="b"/>
              <a:pathLst>
                <a:path w="2585084" h="1618614">
                  <a:moveTo>
                    <a:pt x="2435098" y="0"/>
                  </a:moveTo>
                  <a:lnTo>
                    <a:pt x="149606" y="0"/>
                  </a:lnTo>
                  <a:lnTo>
                    <a:pt x="102445" y="7566"/>
                  </a:lnTo>
                  <a:lnTo>
                    <a:pt x="61392" y="28647"/>
                  </a:lnTo>
                  <a:lnTo>
                    <a:pt x="28960" y="60816"/>
                  </a:lnTo>
                  <a:lnTo>
                    <a:pt x="7658" y="101648"/>
                  </a:lnTo>
                  <a:lnTo>
                    <a:pt x="0" y="148716"/>
                  </a:lnTo>
                  <a:lnTo>
                    <a:pt x="0" y="1469809"/>
                  </a:lnTo>
                  <a:lnTo>
                    <a:pt x="7658" y="1516836"/>
                  </a:lnTo>
                  <a:lnTo>
                    <a:pt x="28960" y="1557648"/>
                  </a:lnTo>
                  <a:lnTo>
                    <a:pt x="61392" y="1589812"/>
                  </a:lnTo>
                  <a:lnTo>
                    <a:pt x="102445" y="1610894"/>
                  </a:lnTo>
                  <a:lnTo>
                    <a:pt x="149606" y="1618462"/>
                  </a:lnTo>
                  <a:lnTo>
                    <a:pt x="2435098" y="1618462"/>
                  </a:lnTo>
                  <a:lnTo>
                    <a:pt x="2482258" y="1610894"/>
                  </a:lnTo>
                  <a:lnTo>
                    <a:pt x="2523311" y="1589812"/>
                  </a:lnTo>
                  <a:lnTo>
                    <a:pt x="2555743" y="1557648"/>
                  </a:lnTo>
                  <a:lnTo>
                    <a:pt x="2577045" y="1516836"/>
                  </a:lnTo>
                  <a:lnTo>
                    <a:pt x="2584704" y="1469809"/>
                  </a:lnTo>
                  <a:lnTo>
                    <a:pt x="2584704" y="148716"/>
                  </a:lnTo>
                  <a:lnTo>
                    <a:pt x="2577045" y="101648"/>
                  </a:lnTo>
                  <a:lnTo>
                    <a:pt x="2555743" y="60816"/>
                  </a:lnTo>
                  <a:lnTo>
                    <a:pt x="2523311" y="28647"/>
                  </a:lnTo>
                  <a:lnTo>
                    <a:pt x="2482258" y="7566"/>
                  </a:lnTo>
                  <a:lnTo>
                    <a:pt x="2435098" y="0"/>
                  </a:lnTo>
                  <a:close/>
                </a:path>
              </a:pathLst>
            </a:custGeom>
            <a:solidFill>
              <a:srgbClr val="D0D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36563" y="2901695"/>
              <a:ext cx="2165985" cy="939165"/>
            </a:xfrm>
            <a:custGeom>
              <a:avLst/>
              <a:gdLst/>
              <a:ahLst/>
              <a:cxnLst/>
              <a:rect l="l" t="t" r="r" b="b"/>
              <a:pathLst>
                <a:path w="2165984" h="939164">
                  <a:moveTo>
                    <a:pt x="2113153" y="0"/>
                  </a:moveTo>
                  <a:lnTo>
                    <a:pt x="52450" y="0"/>
                  </a:lnTo>
                  <a:lnTo>
                    <a:pt x="32093" y="4016"/>
                  </a:lnTo>
                  <a:lnTo>
                    <a:pt x="15414" y="15081"/>
                  </a:lnTo>
                  <a:lnTo>
                    <a:pt x="4141" y="31718"/>
                  </a:lnTo>
                  <a:lnTo>
                    <a:pt x="0" y="52451"/>
                  </a:lnTo>
                  <a:lnTo>
                    <a:pt x="0" y="886333"/>
                  </a:lnTo>
                  <a:lnTo>
                    <a:pt x="4141" y="906690"/>
                  </a:lnTo>
                  <a:lnTo>
                    <a:pt x="15414" y="923369"/>
                  </a:lnTo>
                  <a:lnTo>
                    <a:pt x="32093" y="934642"/>
                  </a:lnTo>
                  <a:lnTo>
                    <a:pt x="52450" y="938784"/>
                  </a:lnTo>
                  <a:lnTo>
                    <a:pt x="2113153" y="938784"/>
                  </a:lnTo>
                  <a:lnTo>
                    <a:pt x="2133510" y="934642"/>
                  </a:lnTo>
                  <a:lnTo>
                    <a:pt x="2150189" y="923369"/>
                  </a:lnTo>
                  <a:lnTo>
                    <a:pt x="2161462" y="906690"/>
                  </a:lnTo>
                  <a:lnTo>
                    <a:pt x="2165604" y="886333"/>
                  </a:lnTo>
                  <a:lnTo>
                    <a:pt x="2165604" y="52451"/>
                  </a:lnTo>
                  <a:lnTo>
                    <a:pt x="2161462" y="31718"/>
                  </a:lnTo>
                  <a:lnTo>
                    <a:pt x="2150189" y="15081"/>
                  </a:lnTo>
                  <a:lnTo>
                    <a:pt x="2133510" y="4016"/>
                  </a:lnTo>
                  <a:lnTo>
                    <a:pt x="2113153" y="0"/>
                  </a:lnTo>
                  <a:close/>
                </a:path>
              </a:pathLst>
            </a:custGeom>
            <a:solidFill>
              <a:srgbClr val="BDC0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115812" y="2966719"/>
              <a:ext cx="1158240" cy="712470"/>
            </a:xfrm>
            <a:custGeom>
              <a:avLst/>
              <a:gdLst/>
              <a:ahLst/>
              <a:cxnLst/>
              <a:rect l="l" t="t" r="r" b="b"/>
              <a:pathLst>
                <a:path w="1158240" h="712470">
                  <a:moveTo>
                    <a:pt x="952" y="242570"/>
                  </a:moveTo>
                  <a:lnTo>
                    <a:pt x="0" y="242570"/>
                  </a:lnTo>
                  <a:lnTo>
                    <a:pt x="0" y="245110"/>
                  </a:lnTo>
                  <a:lnTo>
                    <a:pt x="952" y="245110"/>
                  </a:lnTo>
                  <a:lnTo>
                    <a:pt x="952" y="242570"/>
                  </a:lnTo>
                  <a:close/>
                </a:path>
                <a:path w="1158240" h="712470">
                  <a:moveTo>
                    <a:pt x="3695" y="240030"/>
                  </a:moveTo>
                  <a:lnTo>
                    <a:pt x="1295" y="240030"/>
                  </a:lnTo>
                  <a:lnTo>
                    <a:pt x="1295" y="242570"/>
                  </a:lnTo>
                  <a:lnTo>
                    <a:pt x="3695" y="242570"/>
                  </a:lnTo>
                  <a:lnTo>
                    <a:pt x="3695" y="240030"/>
                  </a:lnTo>
                  <a:close/>
                </a:path>
                <a:path w="1158240" h="712470">
                  <a:moveTo>
                    <a:pt x="172745" y="100330"/>
                  </a:moveTo>
                  <a:lnTo>
                    <a:pt x="172212" y="100330"/>
                  </a:lnTo>
                  <a:lnTo>
                    <a:pt x="172212" y="101600"/>
                  </a:lnTo>
                  <a:lnTo>
                    <a:pt x="172745" y="101600"/>
                  </a:lnTo>
                  <a:lnTo>
                    <a:pt x="172745" y="100330"/>
                  </a:lnTo>
                  <a:close/>
                </a:path>
                <a:path w="1158240" h="712470">
                  <a:moveTo>
                    <a:pt x="173291" y="708660"/>
                  </a:moveTo>
                  <a:lnTo>
                    <a:pt x="172212" y="708660"/>
                  </a:lnTo>
                  <a:lnTo>
                    <a:pt x="172212" y="712470"/>
                  </a:lnTo>
                  <a:lnTo>
                    <a:pt x="173291" y="712470"/>
                  </a:lnTo>
                  <a:lnTo>
                    <a:pt x="173291" y="708660"/>
                  </a:lnTo>
                  <a:close/>
                </a:path>
                <a:path w="1158240" h="712470">
                  <a:moveTo>
                    <a:pt x="173380" y="553720"/>
                  </a:moveTo>
                  <a:lnTo>
                    <a:pt x="172212" y="553720"/>
                  </a:lnTo>
                  <a:lnTo>
                    <a:pt x="172212" y="556260"/>
                  </a:lnTo>
                  <a:lnTo>
                    <a:pt x="173380" y="556260"/>
                  </a:lnTo>
                  <a:lnTo>
                    <a:pt x="173380" y="553720"/>
                  </a:lnTo>
                  <a:close/>
                </a:path>
                <a:path w="1158240" h="712470">
                  <a:moveTo>
                    <a:pt x="173456" y="397510"/>
                  </a:moveTo>
                  <a:lnTo>
                    <a:pt x="172212" y="397510"/>
                  </a:lnTo>
                  <a:lnTo>
                    <a:pt x="172212" y="400050"/>
                  </a:lnTo>
                  <a:lnTo>
                    <a:pt x="173456" y="400050"/>
                  </a:lnTo>
                  <a:lnTo>
                    <a:pt x="173456" y="397510"/>
                  </a:lnTo>
                  <a:close/>
                </a:path>
                <a:path w="1158240" h="712470">
                  <a:moveTo>
                    <a:pt x="174764" y="97790"/>
                  </a:moveTo>
                  <a:lnTo>
                    <a:pt x="172885" y="97790"/>
                  </a:lnTo>
                  <a:lnTo>
                    <a:pt x="172885" y="100330"/>
                  </a:lnTo>
                  <a:lnTo>
                    <a:pt x="174764" y="100330"/>
                  </a:lnTo>
                  <a:lnTo>
                    <a:pt x="174764" y="97790"/>
                  </a:lnTo>
                  <a:close/>
                </a:path>
                <a:path w="1158240" h="712470">
                  <a:moveTo>
                    <a:pt x="174840" y="3810"/>
                  </a:moveTo>
                  <a:lnTo>
                    <a:pt x="172910" y="3810"/>
                  </a:lnTo>
                  <a:lnTo>
                    <a:pt x="172910" y="6350"/>
                  </a:lnTo>
                  <a:lnTo>
                    <a:pt x="172212" y="6350"/>
                  </a:lnTo>
                  <a:lnTo>
                    <a:pt x="172212" y="7620"/>
                  </a:lnTo>
                  <a:lnTo>
                    <a:pt x="173050" y="7620"/>
                  </a:lnTo>
                  <a:lnTo>
                    <a:pt x="173050" y="6350"/>
                  </a:lnTo>
                  <a:lnTo>
                    <a:pt x="174840" y="6350"/>
                  </a:lnTo>
                  <a:lnTo>
                    <a:pt x="174840" y="3810"/>
                  </a:lnTo>
                  <a:close/>
                </a:path>
                <a:path w="1158240" h="712470">
                  <a:moveTo>
                    <a:pt x="175348" y="551180"/>
                  </a:moveTo>
                  <a:lnTo>
                    <a:pt x="173405" y="551180"/>
                  </a:lnTo>
                  <a:lnTo>
                    <a:pt x="173405" y="553720"/>
                  </a:lnTo>
                  <a:lnTo>
                    <a:pt x="175348" y="553720"/>
                  </a:lnTo>
                  <a:lnTo>
                    <a:pt x="175348" y="551180"/>
                  </a:lnTo>
                  <a:close/>
                </a:path>
                <a:path w="1158240" h="712470">
                  <a:moveTo>
                    <a:pt x="175729" y="394970"/>
                  </a:moveTo>
                  <a:lnTo>
                    <a:pt x="173824" y="394970"/>
                  </a:lnTo>
                  <a:lnTo>
                    <a:pt x="173824" y="397510"/>
                  </a:lnTo>
                  <a:lnTo>
                    <a:pt x="175729" y="397510"/>
                  </a:lnTo>
                  <a:lnTo>
                    <a:pt x="175729" y="394970"/>
                  </a:lnTo>
                  <a:close/>
                </a:path>
                <a:path w="1158240" h="712470">
                  <a:moveTo>
                    <a:pt x="294309" y="393700"/>
                  </a:moveTo>
                  <a:lnTo>
                    <a:pt x="175844" y="393700"/>
                  </a:lnTo>
                  <a:lnTo>
                    <a:pt x="175844" y="394970"/>
                  </a:lnTo>
                  <a:lnTo>
                    <a:pt x="294309" y="394970"/>
                  </a:lnTo>
                  <a:lnTo>
                    <a:pt x="294309" y="393700"/>
                  </a:lnTo>
                  <a:close/>
                </a:path>
                <a:path w="1158240" h="712470">
                  <a:moveTo>
                    <a:pt x="294500" y="704850"/>
                  </a:moveTo>
                  <a:lnTo>
                    <a:pt x="175679" y="704850"/>
                  </a:lnTo>
                  <a:lnTo>
                    <a:pt x="175679" y="706120"/>
                  </a:lnTo>
                  <a:lnTo>
                    <a:pt x="173888" y="706120"/>
                  </a:lnTo>
                  <a:lnTo>
                    <a:pt x="173888" y="708660"/>
                  </a:lnTo>
                  <a:lnTo>
                    <a:pt x="175742" y="708660"/>
                  </a:lnTo>
                  <a:lnTo>
                    <a:pt x="175742" y="706120"/>
                  </a:lnTo>
                  <a:lnTo>
                    <a:pt x="294500" y="706120"/>
                  </a:lnTo>
                  <a:lnTo>
                    <a:pt x="294500" y="704850"/>
                  </a:lnTo>
                  <a:close/>
                </a:path>
                <a:path w="1158240" h="712470">
                  <a:moveTo>
                    <a:pt x="298704" y="709168"/>
                  </a:moveTo>
                  <a:lnTo>
                    <a:pt x="295516" y="706374"/>
                  </a:lnTo>
                  <a:lnTo>
                    <a:pt x="293497" y="706374"/>
                  </a:lnTo>
                  <a:lnTo>
                    <a:pt x="298704" y="711962"/>
                  </a:lnTo>
                  <a:lnTo>
                    <a:pt x="298704" y="709168"/>
                  </a:lnTo>
                  <a:close/>
                </a:path>
                <a:path w="1158240" h="712470">
                  <a:moveTo>
                    <a:pt x="298704" y="553720"/>
                  </a:moveTo>
                  <a:lnTo>
                    <a:pt x="295516" y="550926"/>
                  </a:lnTo>
                  <a:lnTo>
                    <a:pt x="294360" y="550926"/>
                  </a:lnTo>
                  <a:lnTo>
                    <a:pt x="294360" y="548640"/>
                  </a:lnTo>
                  <a:lnTo>
                    <a:pt x="175806" y="548640"/>
                  </a:lnTo>
                  <a:lnTo>
                    <a:pt x="175806" y="551180"/>
                  </a:lnTo>
                  <a:lnTo>
                    <a:pt x="293725" y="551180"/>
                  </a:lnTo>
                  <a:lnTo>
                    <a:pt x="298704" y="556514"/>
                  </a:lnTo>
                  <a:lnTo>
                    <a:pt x="298704" y="553720"/>
                  </a:lnTo>
                  <a:close/>
                </a:path>
                <a:path w="1158240" h="712470">
                  <a:moveTo>
                    <a:pt x="298704" y="397764"/>
                  </a:moveTo>
                  <a:lnTo>
                    <a:pt x="295605" y="395351"/>
                  </a:lnTo>
                  <a:lnTo>
                    <a:pt x="293497" y="395351"/>
                  </a:lnTo>
                  <a:lnTo>
                    <a:pt x="298704" y="400177"/>
                  </a:lnTo>
                  <a:lnTo>
                    <a:pt x="298704" y="397764"/>
                  </a:lnTo>
                  <a:close/>
                </a:path>
                <a:path w="1158240" h="712470">
                  <a:moveTo>
                    <a:pt x="298704" y="242316"/>
                  </a:moveTo>
                  <a:lnTo>
                    <a:pt x="295605" y="239903"/>
                  </a:lnTo>
                  <a:lnTo>
                    <a:pt x="294957" y="239903"/>
                  </a:lnTo>
                  <a:lnTo>
                    <a:pt x="294957" y="238760"/>
                  </a:lnTo>
                  <a:lnTo>
                    <a:pt x="3733" y="238760"/>
                  </a:lnTo>
                  <a:lnTo>
                    <a:pt x="3733" y="240030"/>
                  </a:lnTo>
                  <a:lnTo>
                    <a:pt x="293624" y="240030"/>
                  </a:lnTo>
                  <a:lnTo>
                    <a:pt x="298704" y="244729"/>
                  </a:lnTo>
                  <a:lnTo>
                    <a:pt x="298704" y="242316"/>
                  </a:lnTo>
                  <a:close/>
                </a:path>
                <a:path w="1158240" h="712470">
                  <a:moveTo>
                    <a:pt x="298704" y="99822"/>
                  </a:moveTo>
                  <a:lnTo>
                    <a:pt x="296100" y="97409"/>
                  </a:lnTo>
                  <a:lnTo>
                    <a:pt x="295135" y="97409"/>
                  </a:lnTo>
                  <a:lnTo>
                    <a:pt x="295135" y="95250"/>
                  </a:lnTo>
                  <a:lnTo>
                    <a:pt x="175158" y="95250"/>
                  </a:lnTo>
                  <a:lnTo>
                    <a:pt x="175158" y="97790"/>
                  </a:lnTo>
                  <a:lnTo>
                    <a:pt x="293979" y="97790"/>
                  </a:lnTo>
                  <a:lnTo>
                    <a:pt x="298704" y="101473"/>
                  </a:lnTo>
                  <a:lnTo>
                    <a:pt x="298704" y="99822"/>
                  </a:lnTo>
                  <a:close/>
                </a:path>
                <a:path w="1158240" h="712470">
                  <a:moveTo>
                    <a:pt x="298704" y="5969"/>
                  </a:moveTo>
                  <a:lnTo>
                    <a:pt x="296151" y="3302"/>
                  </a:lnTo>
                  <a:lnTo>
                    <a:pt x="294817" y="3302"/>
                  </a:lnTo>
                  <a:lnTo>
                    <a:pt x="294817" y="0"/>
                  </a:lnTo>
                  <a:lnTo>
                    <a:pt x="175425" y="0"/>
                  </a:lnTo>
                  <a:lnTo>
                    <a:pt x="175425" y="3810"/>
                  </a:lnTo>
                  <a:lnTo>
                    <a:pt x="294068" y="3810"/>
                  </a:lnTo>
                  <a:lnTo>
                    <a:pt x="298704" y="7874"/>
                  </a:lnTo>
                  <a:lnTo>
                    <a:pt x="298704" y="5969"/>
                  </a:lnTo>
                  <a:close/>
                </a:path>
                <a:path w="1158240" h="712470">
                  <a:moveTo>
                    <a:pt x="689063" y="243840"/>
                  </a:moveTo>
                  <a:lnTo>
                    <a:pt x="688848" y="243840"/>
                  </a:lnTo>
                  <a:lnTo>
                    <a:pt x="688848" y="245110"/>
                  </a:lnTo>
                  <a:lnTo>
                    <a:pt x="689063" y="245110"/>
                  </a:lnTo>
                  <a:lnTo>
                    <a:pt x="689063" y="243840"/>
                  </a:lnTo>
                  <a:close/>
                </a:path>
                <a:path w="1158240" h="712470">
                  <a:moveTo>
                    <a:pt x="689381" y="100330"/>
                  </a:moveTo>
                  <a:lnTo>
                    <a:pt x="688848" y="100330"/>
                  </a:lnTo>
                  <a:lnTo>
                    <a:pt x="688848" y="101600"/>
                  </a:lnTo>
                  <a:lnTo>
                    <a:pt x="689381" y="101600"/>
                  </a:lnTo>
                  <a:lnTo>
                    <a:pt x="689381" y="100330"/>
                  </a:lnTo>
                  <a:close/>
                </a:path>
                <a:path w="1158240" h="712470">
                  <a:moveTo>
                    <a:pt x="689889" y="397510"/>
                  </a:moveTo>
                  <a:lnTo>
                    <a:pt x="688848" y="397510"/>
                  </a:lnTo>
                  <a:lnTo>
                    <a:pt x="688848" y="401320"/>
                  </a:lnTo>
                  <a:lnTo>
                    <a:pt x="689889" y="401320"/>
                  </a:lnTo>
                  <a:lnTo>
                    <a:pt x="689889" y="397510"/>
                  </a:lnTo>
                  <a:close/>
                </a:path>
                <a:path w="1158240" h="712470">
                  <a:moveTo>
                    <a:pt x="689952" y="708660"/>
                  </a:moveTo>
                  <a:lnTo>
                    <a:pt x="688848" y="708660"/>
                  </a:lnTo>
                  <a:lnTo>
                    <a:pt x="688848" y="712470"/>
                  </a:lnTo>
                  <a:lnTo>
                    <a:pt x="689952" y="712470"/>
                  </a:lnTo>
                  <a:lnTo>
                    <a:pt x="689952" y="708660"/>
                  </a:lnTo>
                  <a:close/>
                </a:path>
                <a:path w="1158240" h="712470">
                  <a:moveTo>
                    <a:pt x="690016" y="553720"/>
                  </a:moveTo>
                  <a:lnTo>
                    <a:pt x="688848" y="553720"/>
                  </a:lnTo>
                  <a:lnTo>
                    <a:pt x="688848" y="556260"/>
                  </a:lnTo>
                  <a:lnTo>
                    <a:pt x="690016" y="556260"/>
                  </a:lnTo>
                  <a:lnTo>
                    <a:pt x="690016" y="553720"/>
                  </a:lnTo>
                  <a:close/>
                </a:path>
                <a:path w="1158240" h="712470">
                  <a:moveTo>
                    <a:pt x="691337" y="240030"/>
                  </a:moveTo>
                  <a:lnTo>
                    <a:pt x="689952" y="240030"/>
                  </a:lnTo>
                  <a:lnTo>
                    <a:pt x="689952" y="243840"/>
                  </a:lnTo>
                  <a:lnTo>
                    <a:pt x="691337" y="243840"/>
                  </a:lnTo>
                  <a:lnTo>
                    <a:pt x="691337" y="240030"/>
                  </a:lnTo>
                  <a:close/>
                </a:path>
                <a:path w="1158240" h="712470">
                  <a:moveTo>
                    <a:pt x="691400" y="97790"/>
                  </a:moveTo>
                  <a:lnTo>
                    <a:pt x="689521" y="97790"/>
                  </a:lnTo>
                  <a:lnTo>
                    <a:pt x="689521" y="100330"/>
                  </a:lnTo>
                  <a:lnTo>
                    <a:pt x="691400" y="100330"/>
                  </a:lnTo>
                  <a:lnTo>
                    <a:pt x="691400" y="97790"/>
                  </a:lnTo>
                  <a:close/>
                </a:path>
                <a:path w="1158240" h="712470">
                  <a:moveTo>
                    <a:pt x="691476" y="3810"/>
                  </a:moveTo>
                  <a:lnTo>
                    <a:pt x="689546" y="3810"/>
                  </a:lnTo>
                  <a:lnTo>
                    <a:pt x="689546" y="6350"/>
                  </a:lnTo>
                  <a:lnTo>
                    <a:pt x="688848" y="6350"/>
                  </a:lnTo>
                  <a:lnTo>
                    <a:pt x="688848" y="7620"/>
                  </a:lnTo>
                  <a:lnTo>
                    <a:pt x="689686" y="7620"/>
                  </a:lnTo>
                  <a:lnTo>
                    <a:pt x="689686" y="6350"/>
                  </a:lnTo>
                  <a:lnTo>
                    <a:pt x="691476" y="6350"/>
                  </a:lnTo>
                  <a:lnTo>
                    <a:pt x="691476" y="3810"/>
                  </a:lnTo>
                  <a:close/>
                </a:path>
                <a:path w="1158240" h="712470">
                  <a:moveTo>
                    <a:pt x="691984" y="551180"/>
                  </a:moveTo>
                  <a:lnTo>
                    <a:pt x="690041" y="551180"/>
                  </a:lnTo>
                  <a:lnTo>
                    <a:pt x="690041" y="553720"/>
                  </a:lnTo>
                  <a:lnTo>
                    <a:pt x="691984" y="553720"/>
                  </a:lnTo>
                  <a:lnTo>
                    <a:pt x="691984" y="551180"/>
                  </a:lnTo>
                  <a:close/>
                </a:path>
                <a:path w="1158240" h="712470">
                  <a:moveTo>
                    <a:pt x="692480" y="706120"/>
                  </a:moveTo>
                  <a:lnTo>
                    <a:pt x="690575" y="706120"/>
                  </a:lnTo>
                  <a:lnTo>
                    <a:pt x="690575" y="708660"/>
                  </a:lnTo>
                  <a:lnTo>
                    <a:pt x="692480" y="708660"/>
                  </a:lnTo>
                  <a:lnTo>
                    <a:pt x="692480" y="706120"/>
                  </a:lnTo>
                  <a:close/>
                </a:path>
                <a:path w="1158240" h="712470">
                  <a:moveTo>
                    <a:pt x="692531" y="394970"/>
                  </a:moveTo>
                  <a:lnTo>
                    <a:pt x="690613" y="394970"/>
                  </a:lnTo>
                  <a:lnTo>
                    <a:pt x="690613" y="397510"/>
                  </a:lnTo>
                  <a:lnTo>
                    <a:pt x="692531" y="397510"/>
                  </a:lnTo>
                  <a:lnTo>
                    <a:pt x="692531" y="394970"/>
                  </a:lnTo>
                  <a:close/>
                </a:path>
                <a:path w="1158240" h="712470">
                  <a:moveTo>
                    <a:pt x="810120" y="393700"/>
                  </a:moveTo>
                  <a:lnTo>
                    <a:pt x="692531" y="393700"/>
                  </a:lnTo>
                  <a:lnTo>
                    <a:pt x="692531" y="394970"/>
                  </a:lnTo>
                  <a:lnTo>
                    <a:pt x="810120" y="394970"/>
                  </a:lnTo>
                  <a:lnTo>
                    <a:pt x="810120" y="393700"/>
                  </a:lnTo>
                  <a:close/>
                </a:path>
                <a:path w="1158240" h="712470">
                  <a:moveTo>
                    <a:pt x="813816" y="553720"/>
                  </a:moveTo>
                  <a:lnTo>
                    <a:pt x="811174" y="550926"/>
                  </a:lnTo>
                  <a:lnTo>
                    <a:pt x="810209" y="550926"/>
                  </a:lnTo>
                  <a:lnTo>
                    <a:pt x="810209" y="548640"/>
                  </a:lnTo>
                  <a:lnTo>
                    <a:pt x="692442" y="548640"/>
                  </a:lnTo>
                  <a:lnTo>
                    <a:pt x="692442" y="551180"/>
                  </a:lnTo>
                  <a:lnTo>
                    <a:pt x="809688" y="551180"/>
                  </a:lnTo>
                  <a:lnTo>
                    <a:pt x="813816" y="556514"/>
                  </a:lnTo>
                  <a:lnTo>
                    <a:pt x="813816" y="553720"/>
                  </a:lnTo>
                  <a:close/>
                </a:path>
                <a:path w="1158240" h="712470">
                  <a:moveTo>
                    <a:pt x="813816" y="398018"/>
                  </a:moveTo>
                  <a:lnTo>
                    <a:pt x="811263" y="395478"/>
                  </a:lnTo>
                  <a:lnTo>
                    <a:pt x="809498" y="395478"/>
                  </a:lnTo>
                  <a:lnTo>
                    <a:pt x="813816" y="400685"/>
                  </a:lnTo>
                  <a:lnTo>
                    <a:pt x="813816" y="398018"/>
                  </a:lnTo>
                  <a:close/>
                </a:path>
                <a:path w="1158240" h="712470">
                  <a:moveTo>
                    <a:pt x="813816" y="243205"/>
                  </a:moveTo>
                  <a:lnTo>
                    <a:pt x="810933" y="239903"/>
                  </a:lnTo>
                  <a:lnTo>
                    <a:pt x="810488" y="239903"/>
                  </a:lnTo>
                  <a:lnTo>
                    <a:pt x="810488" y="238760"/>
                  </a:lnTo>
                  <a:lnTo>
                    <a:pt x="692162" y="238760"/>
                  </a:lnTo>
                  <a:lnTo>
                    <a:pt x="692162" y="240030"/>
                  </a:lnTo>
                  <a:lnTo>
                    <a:pt x="809599" y="240030"/>
                  </a:lnTo>
                  <a:lnTo>
                    <a:pt x="813816" y="244729"/>
                  </a:lnTo>
                  <a:lnTo>
                    <a:pt x="813816" y="243205"/>
                  </a:lnTo>
                  <a:close/>
                </a:path>
                <a:path w="1158240" h="712470">
                  <a:moveTo>
                    <a:pt x="813816" y="99822"/>
                  </a:moveTo>
                  <a:lnTo>
                    <a:pt x="811657" y="97409"/>
                  </a:lnTo>
                  <a:lnTo>
                    <a:pt x="810856" y="97409"/>
                  </a:lnTo>
                  <a:lnTo>
                    <a:pt x="810856" y="95250"/>
                  </a:lnTo>
                  <a:lnTo>
                    <a:pt x="691794" y="95250"/>
                  </a:lnTo>
                  <a:lnTo>
                    <a:pt x="691794" y="97790"/>
                  </a:lnTo>
                  <a:lnTo>
                    <a:pt x="809891" y="97790"/>
                  </a:lnTo>
                  <a:lnTo>
                    <a:pt x="813816" y="101473"/>
                  </a:lnTo>
                  <a:lnTo>
                    <a:pt x="813816" y="99822"/>
                  </a:lnTo>
                  <a:close/>
                </a:path>
                <a:path w="1158240" h="712470">
                  <a:moveTo>
                    <a:pt x="813816" y="5969"/>
                  </a:moveTo>
                  <a:lnTo>
                    <a:pt x="811695" y="3302"/>
                  </a:lnTo>
                  <a:lnTo>
                    <a:pt x="810590" y="3302"/>
                  </a:lnTo>
                  <a:lnTo>
                    <a:pt x="810590" y="0"/>
                  </a:lnTo>
                  <a:lnTo>
                    <a:pt x="692061" y="0"/>
                  </a:lnTo>
                  <a:lnTo>
                    <a:pt x="692061" y="3810"/>
                  </a:lnTo>
                  <a:lnTo>
                    <a:pt x="809967" y="3810"/>
                  </a:lnTo>
                  <a:lnTo>
                    <a:pt x="813816" y="7874"/>
                  </a:lnTo>
                  <a:lnTo>
                    <a:pt x="813816" y="5969"/>
                  </a:lnTo>
                  <a:close/>
                </a:path>
                <a:path w="1158240" h="712470">
                  <a:moveTo>
                    <a:pt x="859815" y="243840"/>
                  </a:moveTo>
                  <a:lnTo>
                    <a:pt x="859536" y="243840"/>
                  </a:lnTo>
                  <a:lnTo>
                    <a:pt x="859536" y="245110"/>
                  </a:lnTo>
                  <a:lnTo>
                    <a:pt x="859815" y="245110"/>
                  </a:lnTo>
                  <a:lnTo>
                    <a:pt x="859815" y="243840"/>
                  </a:lnTo>
                  <a:close/>
                </a:path>
                <a:path w="1158240" h="712470">
                  <a:moveTo>
                    <a:pt x="860196" y="100330"/>
                  </a:moveTo>
                  <a:lnTo>
                    <a:pt x="859536" y="100330"/>
                  </a:lnTo>
                  <a:lnTo>
                    <a:pt x="859536" y="101600"/>
                  </a:lnTo>
                  <a:lnTo>
                    <a:pt x="860196" y="101600"/>
                  </a:lnTo>
                  <a:lnTo>
                    <a:pt x="860196" y="100330"/>
                  </a:lnTo>
                  <a:close/>
                </a:path>
                <a:path w="1158240" h="712470">
                  <a:moveTo>
                    <a:pt x="860831" y="397510"/>
                  </a:moveTo>
                  <a:lnTo>
                    <a:pt x="859536" y="397510"/>
                  </a:lnTo>
                  <a:lnTo>
                    <a:pt x="859536" y="401320"/>
                  </a:lnTo>
                  <a:lnTo>
                    <a:pt x="860831" y="401320"/>
                  </a:lnTo>
                  <a:lnTo>
                    <a:pt x="860831" y="397510"/>
                  </a:lnTo>
                  <a:close/>
                </a:path>
                <a:path w="1158240" h="712470">
                  <a:moveTo>
                    <a:pt x="860983" y="553720"/>
                  </a:moveTo>
                  <a:lnTo>
                    <a:pt x="859536" y="553720"/>
                  </a:lnTo>
                  <a:lnTo>
                    <a:pt x="859536" y="556260"/>
                  </a:lnTo>
                  <a:lnTo>
                    <a:pt x="860983" y="556260"/>
                  </a:lnTo>
                  <a:lnTo>
                    <a:pt x="860983" y="553720"/>
                  </a:lnTo>
                  <a:close/>
                </a:path>
                <a:path w="1158240" h="712470">
                  <a:moveTo>
                    <a:pt x="862622" y="240030"/>
                  </a:moveTo>
                  <a:lnTo>
                    <a:pt x="860894" y="240030"/>
                  </a:lnTo>
                  <a:lnTo>
                    <a:pt x="860894" y="243840"/>
                  </a:lnTo>
                  <a:lnTo>
                    <a:pt x="862622" y="243840"/>
                  </a:lnTo>
                  <a:lnTo>
                    <a:pt x="862622" y="240030"/>
                  </a:lnTo>
                  <a:close/>
                </a:path>
                <a:path w="1158240" h="712470">
                  <a:moveTo>
                    <a:pt x="862698" y="97790"/>
                  </a:moveTo>
                  <a:lnTo>
                    <a:pt x="860374" y="97790"/>
                  </a:lnTo>
                  <a:lnTo>
                    <a:pt x="860374" y="100330"/>
                  </a:lnTo>
                  <a:lnTo>
                    <a:pt x="862698" y="100330"/>
                  </a:lnTo>
                  <a:lnTo>
                    <a:pt x="862698" y="97790"/>
                  </a:lnTo>
                  <a:close/>
                </a:path>
                <a:path w="1158240" h="712470">
                  <a:moveTo>
                    <a:pt x="862787" y="3810"/>
                  </a:moveTo>
                  <a:lnTo>
                    <a:pt x="860399" y="3810"/>
                  </a:lnTo>
                  <a:lnTo>
                    <a:pt x="860399" y="6350"/>
                  </a:lnTo>
                  <a:lnTo>
                    <a:pt x="859536" y="6350"/>
                  </a:lnTo>
                  <a:lnTo>
                    <a:pt x="859536" y="7620"/>
                  </a:lnTo>
                  <a:lnTo>
                    <a:pt x="860564" y="7620"/>
                  </a:lnTo>
                  <a:lnTo>
                    <a:pt x="860564" y="6350"/>
                  </a:lnTo>
                  <a:lnTo>
                    <a:pt x="862787" y="6350"/>
                  </a:lnTo>
                  <a:lnTo>
                    <a:pt x="862787" y="3810"/>
                  </a:lnTo>
                  <a:close/>
                </a:path>
                <a:path w="1158240" h="712470">
                  <a:moveTo>
                    <a:pt x="863409" y="551180"/>
                  </a:moveTo>
                  <a:lnTo>
                    <a:pt x="861009" y="551180"/>
                  </a:lnTo>
                  <a:lnTo>
                    <a:pt x="861009" y="553720"/>
                  </a:lnTo>
                  <a:lnTo>
                    <a:pt x="863409" y="553720"/>
                  </a:lnTo>
                  <a:lnTo>
                    <a:pt x="863409" y="551180"/>
                  </a:lnTo>
                  <a:close/>
                </a:path>
                <a:path w="1158240" h="712470">
                  <a:moveTo>
                    <a:pt x="864082" y="394970"/>
                  </a:moveTo>
                  <a:lnTo>
                    <a:pt x="861720" y="394970"/>
                  </a:lnTo>
                  <a:lnTo>
                    <a:pt x="861720" y="397510"/>
                  </a:lnTo>
                  <a:lnTo>
                    <a:pt x="864082" y="397510"/>
                  </a:lnTo>
                  <a:lnTo>
                    <a:pt x="864082" y="394970"/>
                  </a:lnTo>
                  <a:close/>
                </a:path>
                <a:path w="1158240" h="712470">
                  <a:moveTo>
                    <a:pt x="982992" y="393700"/>
                  </a:moveTo>
                  <a:lnTo>
                    <a:pt x="864082" y="393700"/>
                  </a:lnTo>
                  <a:lnTo>
                    <a:pt x="864082" y="394970"/>
                  </a:lnTo>
                  <a:lnTo>
                    <a:pt x="982992" y="394970"/>
                  </a:lnTo>
                  <a:lnTo>
                    <a:pt x="982992" y="393700"/>
                  </a:lnTo>
                  <a:close/>
                </a:path>
                <a:path w="1158240" h="712470">
                  <a:moveTo>
                    <a:pt x="987552" y="553720"/>
                  </a:moveTo>
                  <a:lnTo>
                    <a:pt x="984288" y="550926"/>
                  </a:lnTo>
                  <a:lnTo>
                    <a:pt x="983094" y="550926"/>
                  </a:lnTo>
                  <a:lnTo>
                    <a:pt x="983094" y="548640"/>
                  </a:lnTo>
                  <a:lnTo>
                    <a:pt x="863981" y="548640"/>
                  </a:lnTo>
                  <a:lnTo>
                    <a:pt x="863981" y="551180"/>
                  </a:lnTo>
                  <a:lnTo>
                    <a:pt x="982459" y="551180"/>
                  </a:lnTo>
                  <a:lnTo>
                    <a:pt x="987552" y="556514"/>
                  </a:lnTo>
                  <a:lnTo>
                    <a:pt x="987552" y="553720"/>
                  </a:lnTo>
                  <a:close/>
                </a:path>
                <a:path w="1158240" h="712470">
                  <a:moveTo>
                    <a:pt x="987552" y="398018"/>
                  </a:moveTo>
                  <a:lnTo>
                    <a:pt x="984402" y="395478"/>
                  </a:lnTo>
                  <a:lnTo>
                    <a:pt x="982218" y="395478"/>
                  </a:lnTo>
                  <a:lnTo>
                    <a:pt x="987552" y="400685"/>
                  </a:lnTo>
                  <a:lnTo>
                    <a:pt x="987552" y="398018"/>
                  </a:lnTo>
                  <a:close/>
                </a:path>
                <a:path w="1158240" h="712470">
                  <a:moveTo>
                    <a:pt x="987552" y="243205"/>
                  </a:moveTo>
                  <a:lnTo>
                    <a:pt x="983996" y="239903"/>
                  </a:lnTo>
                  <a:lnTo>
                    <a:pt x="983437" y="239903"/>
                  </a:lnTo>
                  <a:lnTo>
                    <a:pt x="983437" y="238760"/>
                  </a:lnTo>
                  <a:lnTo>
                    <a:pt x="863638" y="238760"/>
                  </a:lnTo>
                  <a:lnTo>
                    <a:pt x="863638" y="240030"/>
                  </a:lnTo>
                  <a:lnTo>
                    <a:pt x="982357" y="240030"/>
                  </a:lnTo>
                  <a:lnTo>
                    <a:pt x="987552" y="244729"/>
                  </a:lnTo>
                  <a:lnTo>
                    <a:pt x="987552" y="243205"/>
                  </a:lnTo>
                  <a:close/>
                </a:path>
                <a:path w="1158240" h="712470">
                  <a:moveTo>
                    <a:pt x="987552" y="99822"/>
                  </a:moveTo>
                  <a:lnTo>
                    <a:pt x="984885" y="97409"/>
                  </a:lnTo>
                  <a:lnTo>
                    <a:pt x="983894" y="97409"/>
                  </a:lnTo>
                  <a:lnTo>
                    <a:pt x="983894" y="95250"/>
                  </a:lnTo>
                  <a:lnTo>
                    <a:pt x="863180" y="95250"/>
                  </a:lnTo>
                  <a:lnTo>
                    <a:pt x="863180" y="97790"/>
                  </a:lnTo>
                  <a:lnTo>
                    <a:pt x="982713" y="97790"/>
                  </a:lnTo>
                  <a:lnTo>
                    <a:pt x="987552" y="101473"/>
                  </a:lnTo>
                  <a:lnTo>
                    <a:pt x="987552" y="99822"/>
                  </a:lnTo>
                  <a:close/>
                </a:path>
                <a:path w="1158240" h="712470">
                  <a:moveTo>
                    <a:pt x="987552" y="5969"/>
                  </a:moveTo>
                  <a:lnTo>
                    <a:pt x="984935" y="3302"/>
                  </a:lnTo>
                  <a:lnTo>
                    <a:pt x="983576" y="3302"/>
                  </a:lnTo>
                  <a:lnTo>
                    <a:pt x="983576" y="0"/>
                  </a:lnTo>
                  <a:lnTo>
                    <a:pt x="863498" y="0"/>
                  </a:lnTo>
                  <a:lnTo>
                    <a:pt x="863498" y="3810"/>
                  </a:lnTo>
                  <a:lnTo>
                    <a:pt x="982802" y="3810"/>
                  </a:lnTo>
                  <a:lnTo>
                    <a:pt x="987552" y="7874"/>
                  </a:lnTo>
                  <a:lnTo>
                    <a:pt x="987552" y="5969"/>
                  </a:lnTo>
                  <a:close/>
                </a:path>
                <a:path w="1158240" h="712470">
                  <a:moveTo>
                    <a:pt x="1158240" y="553720"/>
                  </a:moveTo>
                  <a:lnTo>
                    <a:pt x="1155598" y="550926"/>
                  </a:lnTo>
                  <a:lnTo>
                    <a:pt x="1153922" y="549148"/>
                  </a:lnTo>
                  <a:lnTo>
                    <a:pt x="1036955" y="549148"/>
                  </a:lnTo>
                  <a:lnTo>
                    <a:pt x="1031748" y="553720"/>
                  </a:lnTo>
                  <a:lnTo>
                    <a:pt x="1031748" y="562864"/>
                  </a:lnTo>
                  <a:lnTo>
                    <a:pt x="1032637" y="556514"/>
                  </a:lnTo>
                  <a:lnTo>
                    <a:pt x="1036955" y="550926"/>
                  </a:lnTo>
                  <a:lnTo>
                    <a:pt x="1153922" y="550926"/>
                  </a:lnTo>
                  <a:lnTo>
                    <a:pt x="1158240" y="556514"/>
                  </a:lnTo>
                  <a:lnTo>
                    <a:pt x="1158240" y="553720"/>
                  </a:lnTo>
                  <a:close/>
                </a:path>
                <a:path w="1158240" h="712470">
                  <a:moveTo>
                    <a:pt x="1158240" y="398018"/>
                  </a:moveTo>
                  <a:lnTo>
                    <a:pt x="1155700" y="395478"/>
                  </a:lnTo>
                  <a:lnTo>
                    <a:pt x="1153922" y="393700"/>
                  </a:lnTo>
                  <a:lnTo>
                    <a:pt x="1036955" y="393700"/>
                  </a:lnTo>
                  <a:lnTo>
                    <a:pt x="1031748" y="398018"/>
                  </a:lnTo>
                  <a:lnTo>
                    <a:pt x="1031748" y="405892"/>
                  </a:lnTo>
                  <a:lnTo>
                    <a:pt x="1032637" y="400685"/>
                  </a:lnTo>
                  <a:lnTo>
                    <a:pt x="1036955" y="395478"/>
                  </a:lnTo>
                  <a:lnTo>
                    <a:pt x="1153922" y="395478"/>
                  </a:lnTo>
                  <a:lnTo>
                    <a:pt x="1158240" y="400685"/>
                  </a:lnTo>
                  <a:lnTo>
                    <a:pt x="1158240" y="398018"/>
                  </a:lnTo>
                  <a:close/>
                </a:path>
                <a:path w="1158240" h="712470">
                  <a:moveTo>
                    <a:pt x="1158240" y="243205"/>
                  </a:moveTo>
                  <a:lnTo>
                    <a:pt x="1155357" y="239903"/>
                  </a:lnTo>
                  <a:lnTo>
                    <a:pt x="1153922" y="238252"/>
                  </a:lnTo>
                  <a:lnTo>
                    <a:pt x="1036955" y="238252"/>
                  </a:lnTo>
                  <a:lnTo>
                    <a:pt x="1031748" y="243205"/>
                  </a:lnTo>
                  <a:lnTo>
                    <a:pt x="1031748" y="250444"/>
                  </a:lnTo>
                  <a:lnTo>
                    <a:pt x="1032637" y="244729"/>
                  </a:lnTo>
                  <a:lnTo>
                    <a:pt x="1036955" y="239903"/>
                  </a:lnTo>
                  <a:lnTo>
                    <a:pt x="1153922" y="239903"/>
                  </a:lnTo>
                  <a:lnTo>
                    <a:pt x="1158240" y="244729"/>
                  </a:lnTo>
                  <a:lnTo>
                    <a:pt x="1158240" y="243205"/>
                  </a:lnTo>
                  <a:close/>
                </a:path>
                <a:path w="1158240" h="712470">
                  <a:moveTo>
                    <a:pt x="1158240" y="99822"/>
                  </a:moveTo>
                  <a:lnTo>
                    <a:pt x="1156068" y="97409"/>
                  </a:lnTo>
                  <a:lnTo>
                    <a:pt x="1153922" y="94996"/>
                  </a:lnTo>
                  <a:lnTo>
                    <a:pt x="1036955" y="94996"/>
                  </a:lnTo>
                  <a:lnTo>
                    <a:pt x="1031748" y="99822"/>
                  </a:lnTo>
                  <a:lnTo>
                    <a:pt x="1031748" y="107188"/>
                  </a:lnTo>
                  <a:lnTo>
                    <a:pt x="1032637" y="101473"/>
                  </a:lnTo>
                  <a:lnTo>
                    <a:pt x="1036955" y="97409"/>
                  </a:lnTo>
                  <a:lnTo>
                    <a:pt x="1153922" y="97409"/>
                  </a:lnTo>
                  <a:lnTo>
                    <a:pt x="1158240" y="101473"/>
                  </a:lnTo>
                  <a:lnTo>
                    <a:pt x="1158240" y="99822"/>
                  </a:lnTo>
                  <a:close/>
                </a:path>
                <a:path w="1158240" h="712470">
                  <a:moveTo>
                    <a:pt x="1158240" y="5969"/>
                  </a:moveTo>
                  <a:lnTo>
                    <a:pt x="1156119" y="3302"/>
                  </a:lnTo>
                  <a:lnTo>
                    <a:pt x="1153922" y="508"/>
                  </a:lnTo>
                  <a:lnTo>
                    <a:pt x="1036955" y="508"/>
                  </a:lnTo>
                  <a:lnTo>
                    <a:pt x="1031748" y="5969"/>
                  </a:lnTo>
                  <a:lnTo>
                    <a:pt x="1031748" y="14224"/>
                  </a:lnTo>
                  <a:lnTo>
                    <a:pt x="1032637" y="7874"/>
                  </a:lnTo>
                  <a:lnTo>
                    <a:pt x="1036955" y="3302"/>
                  </a:lnTo>
                  <a:lnTo>
                    <a:pt x="1153922" y="3302"/>
                  </a:lnTo>
                  <a:lnTo>
                    <a:pt x="1158240" y="7874"/>
                  </a:lnTo>
                  <a:lnTo>
                    <a:pt x="1158240" y="5969"/>
                  </a:lnTo>
                  <a:close/>
                </a:path>
              </a:pathLst>
            </a:custGeom>
            <a:solidFill>
              <a:srgbClr val="0031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460236" y="2966719"/>
              <a:ext cx="1158240" cy="712470"/>
            </a:xfrm>
            <a:custGeom>
              <a:avLst/>
              <a:gdLst/>
              <a:ahLst/>
              <a:cxnLst/>
              <a:rect l="l" t="t" r="r" b="b"/>
              <a:pathLst>
                <a:path w="1158240" h="712470">
                  <a:moveTo>
                    <a:pt x="647" y="100330"/>
                  </a:moveTo>
                  <a:lnTo>
                    <a:pt x="0" y="100330"/>
                  </a:lnTo>
                  <a:lnTo>
                    <a:pt x="0" y="101600"/>
                  </a:lnTo>
                  <a:lnTo>
                    <a:pt x="647" y="101600"/>
                  </a:lnTo>
                  <a:lnTo>
                    <a:pt x="647" y="100330"/>
                  </a:lnTo>
                  <a:close/>
                </a:path>
                <a:path w="1158240" h="712470">
                  <a:moveTo>
                    <a:pt x="952" y="242570"/>
                  </a:moveTo>
                  <a:lnTo>
                    <a:pt x="0" y="242570"/>
                  </a:lnTo>
                  <a:lnTo>
                    <a:pt x="0" y="245110"/>
                  </a:lnTo>
                  <a:lnTo>
                    <a:pt x="952" y="245110"/>
                  </a:lnTo>
                  <a:lnTo>
                    <a:pt x="952" y="242570"/>
                  </a:lnTo>
                  <a:close/>
                </a:path>
                <a:path w="1158240" h="712470">
                  <a:moveTo>
                    <a:pt x="1295" y="708660"/>
                  </a:moveTo>
                  <a:lnTo>
                    <a:pt x="0" y="708660"/>
                  </a:lnTo>
                  <a:lnTo>
                    <a:pt x="0" y="712470"/>
                  </a:lnTo>
                  <a:lnTo>
                    <a:pt x="1295" y="712470"/>
                  </a:lnTo>
                  <a:lnTo>
                    <a:pt x="1295" y="708660"/>
                  </a:lnTo>
                  <a:close/>
                </a:path>
                <a:path w="1158240" h="712470">
                  <a:moveTo>
                    <a:pt x="1409" y="553720"/>
                  </a:moveTo>
                  <a:lnTo>
                    <a:pt x="0" y="553720"/>
                  </a:lnTo>
                  <a:lnTo>
                    <a:pt x="0" y="556260"/>
                  </a:lnTo>
                  <a:lnTo>
                    <a:pt x="1409" y="556260"/>
                  </a:lnTo>
                  <a:lnTo>
                    <a:pt x="1409" y="553720"/>
                  </a:lnTo>
                  <a:close/>
                </a:path>
                <a:path w="1158240" h="712470">
                  <a:moveTo>
                    <a:pt x="1498" y="397510"/>
                  </a:moveTo>
                  <a:lnTo>
                    <a:pt x="0" y="397510"/>
                  </a:lnTo>
                  <a:lnTo>
                    <a:pt x="0" y="400050"/>
                  </a:lnTo>
                  <a:lnTo>
                    <a:pt x="1498" y="400050"/>
                  </a:lnTo>
                  <a:lnTo>
                    <a:pt x="1498" y="397510"/>
                  </a:lnTo>
                  <a:close/>
                </a:path>
                <a:path w="1158240" h="712470">
                  <a:moveTo>
                    <a:pt x="3086" y="97790"/>
                  </a:moveTo>
                  <a:lnTo>
                    <a:pt x="812" y="97790"/>
                  </a:lnTo>
                  <a:lnTo>
                    <a:pt x="812" y="100330"/>
                  </a:lnTo>
                  <a:lnTo>
                    <a:pt x="3086" y="100330"/>
                  </a:lnTo>
                  <a:lnTo>
                    <a:pt x="3086" y="97790"/>
                  </a:lnTo>
                  <a:close/>
                </a:path>
                <a:path w="1158240" h="712470">
                  <a:moveTo>
                    <a:pt x="3175" y="3810"/>
                  </a:moveTo>
                  <a:lnTo>
                    <a:pt x="838" y="3810"/>
                  </a:lnTo>
                  <a:lnTo>
                    <a:pt x="838" y="6350"/>
                  </a:lnTo>
                  <a:lnTo>
                    <a:pt x="0" y="6350"/>
                  </a:lnTo>
                  <a:lnTo>
                    <a:pt x="0" y="7620"/>
                  </a:lnTo>
                  <a:lnTo>
                    <a:pt x="1003" y="7620"/>
                  </a:lnTo>
                  <a:lnTo>
                    <a:pt x="1003" y="6350"/>
                  </a:lnTo>
                  <a:lnTo>
                    <a:pt x="3175" y="6350"/>
                  </a:lnTo>
                  <a:lnTo>
                    <a:pt x="3175" y="3810"/>
                  </a:lnTo>
                  <a:close/>
                </a:path>
                <a:path w="1158240" h="712470">
                  <a:moveTo>
                    <a:pt x="3695" y="240030"/>
                  </a:moveTo>
                  <a:lnTo>
                    <a:pt x="1295" y="240030"/>
                  </a:lnTo>
                  <a:lnTo>
                    <a:pt x="1295" y="242570"/>
                  </a:lnTo>
                  <a:lnTo>
                    <a:pt x="3695" y="242570"/>
                  </a:lnTo>
                  <a:lnTo>
                    <a:pt x="3695" y="240030"/>
                  </a:lnTo>
                  <a:close/>
                </a:path>
                <a:path w="1158240" h="712470">
                  <a:moveTo>
                    <a:pt x="3784" y="551180"/>
                  </a:moveTo>
                  <a:lnTo>
                    <a:pt x="1435" y="551180"/>
                  </a:lnTo>
                  <a:lnTo>
                    <a:pt x="1435" y="553720"/>
                  </a:lnTo>
                  <a:lnTo>
                    <a:pt x="3784" y="553720"/>
                  </a:lnTo>
                  <a:lnTo>
                    <a:pt x="3784" y="551180"/>
                  </a:lnTo>
                  <a:close/>
                </a:path>
                <a:path w="1158240" h="712470">
                  <a:moveTo>
                    <a:pt x="4241" y="394970"/>
                  </a:moveTo>
                  <a:lnTo>
                    <a:pt x="1943" y="394970"/>
                  </a:lnTo>
                  <a:lnTo>
                    <a:pt x="1943" y="397510"/>
                  </a:lnTo>
                  <a:lnTo>
                    <a:pt x="4241" y="397510"/>
                  </a:lnTo>
                  <a:lnTo>
                    <a:pt x="4241" y="394970"/>
                  </a:lnTo>
                  <a:close/>
                </a:path>
                <a:path w="1158240" h="712470">
                  <a:moveTo>
                    <a:pt x="122847" y="393700"/>
                  </a:moveTo>
                  <a:lnTo>
                    <a:pt x="4381" y="393700"/>
                  </a:lnTo>
                  <a:lnTo>
                    <a:pt x="4381" y="394970"/>
                  </a:lnTo>
                  <a:lnTo>
                    <a:pt x="122847" y="394970"/>
                  </a:lnTo>
                  <a:lnTo>
                    <a:pt x="122847" y="393700"/>
                  </a:lnTo>
                  <a:close/>
                </a:path>
                <a:path w="1158240" h="712470">
                  <a:moveTo>
                    <a:pt x="123012" y="704850"/>
                  </a:moveTo>
                  <a:lnTo>
                    <a:pt x="4191" y="704850"/>
                  </a:lnTo>
                  <a:lnTo>
                    <a:pt x="4191" y="706120"/>
                  </a:lnTo>
                  <a:lnTo>
                    <a:pt x="2019" y="706120"/>
                  </a:lnTo>
                  <a:lnTo>
                    <a:pt x="2019" y="708660"/>
                  </a:lnTo>
                  <a:lnTo>
                    <a:pt x="4254" y="708660"/>
                  </a:lnTo>
                  <a:lnTo>
                    <a:pt x="4254" y="706120"/>
                  </a:lnTo>
                  <a:lnTo>
                    <a:pt x="123012" y="706120"/>
                  </a:lnTo>
                  <a:lnTo>
                    <a:pt x="123012" y="704850"/>
                  </a:lnTo>
                  <a:close/>
                </a:path>
                <a:path w="1158240" h="712470">
                  <a:moveTo>
                    <a:pt x="126492" y="709168"/>
                  </a:moveTo>
                  <a:lnTo>
                    <a:pt x="123850" y="706374"/>
                  </a:lnTo>
                  <a:lnTo>
                    <a:pt x="122161" y="706374"/>
                  </a:lnTo>
                  <a:lnTo>
                    <a:pt x="126492" y="711962"/>
                  </a:lnTo>
                  <a:lnTo>
                    <a:pt x="126492" y="709168"/>
                  </a:lnTo>
                  <a:close/>
                </a:path>
                <a:path w="1158240" h="712470">
                  <a:moveTo>
                    <a:pt x="126492" y="553720"/>
                  </a:moveTo>
                  <a:lnTo>
                    <a:pt x="123850" y="550926"/>
                  </a:lnTo>
                  <a:lnTo>
                    <a:pt x="122885" y="550926"/>
                  </a:lnTo>
                  <a:lnTo>
                    <a:pt x="122885" y="548640"/>
                  </a:lnTo>
                  <a:lnTo>
                    <a:pt x="4330" y="548640"/>
                  </a:lnTo>
                  <a:lnTo>
                    <a:pt x="4330" y="551180"/>
                  </a:lnTo>
                  <a:lnTo>
                    <a:pt x="122351" y="551180"/>
                  </a:lnTo>
                  <a:lnTo>
                    <a:pt x="126492" y="556514"/>
                  </a:lnTo>
                  <a:lnTo>
                    <a:pt x="126492" y="553720"/>
                  </a:lnTo>
                  <a:close/>
                </a:path>
                <a:path w="1158240" h="712470">
                  <a:moveTo>
                    <a:pt x="126492" y="397764"/>
                  </a:moveTo>
                  <a:lnTo>
                    <a:pt x="123926" y="395351"/>
                  </a:lnTo>
                  <a:lnTo>
                    <a:pt x="122161" y="395351"/>
                  </a:lnTo>
                  <a:lnTo>
                    <a:pt x="126492" y="400177"/>
                  </a:lnTo>
                  <a:lnTo>
                    <a:pt x="126492" y="397764"/>
                  </a:lnTo>
                  <a:close/>
                </a:path>
                <a:path w="1158240" h="712470">
                  <a:moveTo>
                    <a:pt x="126492" y="242316"/>
                  </a:moveTo>
                  <a:lnTo>
                    <a:pt x="123926" y="239903"/>
                  </a:lnTo>
                  <a:lnTo>
                    <a:pt x="123380" y="239903"/>
                  </a:lnTo>
                  <a:lnTo>
                    <a:pt x="123380" y="238760"/>
                  </a:lnTo>
                  <a:lnTo>
                    <a:pt x="3733" y="238760"/>
                  </a:lnTo>
                  <a:lnTo>
                    <a:pt x="3733" y="240030"/>
                  </a:lnTo>
                  <a:lnTo>
                    <a:pt x="122262" y="240030"/>
                  </a:lnTo>
                  <a:lnTo>
                    <a:pt x="126492" y="244729"/>
                  </a:lnTo>
                  <a:lnTo>
                    <a:pt x="126492" y="242316"/>
                  </a:lnTo>
                  <a:close/>
                </a:path>
                <a:path w="1158240" h="712470">
                  <a:moveTo>
                    <a:pt x="126492" y="99822"/>
                  </a:moveTo>
                  <a:lnTo>
                    <a:pt x="124333" y="97409"/>
                  </a:lnTo>
                  <a:lnTo>
                    <a:pt x="123532" y="97409"/>
                  </a:lnTo>
                  <a:lnTo>
                    <a:pt x="123532" y="95250"/>
                  </a:lnTo>
                  <a:lnTo>
                    <a:pt x="3556" y="95250"/>
                  </a:lnTo>
                  <a:lnTo>
                    <a:pt x="3556" y="97790"/>
                  </a:lnTo>
                  <a:lnTo>
                    <a:pt x="122555" y="97790"/>
                  </a:lnTo>
                  <a:lnTo>
                    <a:pt x="126492" y="101473"/>
                  </a:lnTo>
                  <a:lnTo>
                    <a:pt x="126492" y="99822"/>
                  </a:lnTo>
                  <a:close/>
                </a:path>
                <a:path w="1158240" h="712470">
                  <a:moveTo>
                    <a:pt x="126492" y="5969"/>
                  </a:moveTo>
                  <a:lnTo>
                    <a:pt x="124371" y="3302"/>
                  </a:lnTo>
                  <a:lnTo>
                    <a:pt x="123266" y="3302"/>
                  </a:lnTo>
                  <a:lnTo>
                    <a:pt x="123266" y="0"/>
                  </a:lnTo>
                  <a:lnTo>
                    <a:pt x="3873" y="0"/>
                  </a:lnTo>
                  <a:lnTo>
                    <a:pt x="3873" y="3810"/>
                  </a:lnTo>
                  <a:lnTo>
                    <a:pt x="122631" y="3810"/>
                  </a:lnTo>
                  <a:lnTo>
                    <a:pt x="126492" y="7874"/>
                  </a:lnTo>
                  <a:lnTo>
                    <a:pt x="126492" y="5969"/>
                  </a:lnTo>
                  <a:close/>
                </a:path>
                <a:path w="1158240" h="712470">
                  <a:moveTo>
                    <a:pt x="172859" y="100330"/>
                  </a:moveTo>
                  <a:lnTo>
                    <a:pt x="172212" y="100330"/>
                  </a:lnTo>
                  <a:lnTo>
                    <a:pt x="172212" y="101600"/>
                  </a:lnTo>
                  <a:lnTo>
                    <a:pt x="172859" y="101600"/>
                  </a:lnTo>
                  <a:lnTo>
                    <a:pt x="172859" y="100330"/>
                  </a:lnTo>
                  <a:close/>
                </a:path>
                <a:path w="1158240" h="712470">
                  <a:moveTo>
                    <a:pt x="173164" y="242570"/>
                  </a:moveTo>
                  <a:lnTo>
                    <a:pt x="172212" y="242570"/>
                  </a:lnTo>
                  <a:lnTo>
                    <a:pt x="172212" y="245110"/>
                  </a:lnTo>
                  <a:lnTo>
                    <a:pt x="173164" y="245110"/>
                  </a:lnTo>
                  <a:lnTo>
                    <a:pt x="173164" y="242570"/>
                  </a:lnTo>
                  <a:close/>
                </a:path>
                <a:path w="1158240" h="712470">
                  <a:moveTo>
                    <a:pt x="173507" y="708660"/>
                  </a:moveTo>
                  <a:lnTo>
                    <a:pt x="172212" y="708660"/>
                  </a:lnTo>
                  <a:lnTo>
                    <a:pt x="172212" y="712470"/>
                  </a:lnTo>
                  <a:lnTo>
                    <a:pt x="173507" y="712470"/>
                  </a:lnTo>
                  <a:lnTo>
                    <a:pt x="173507" y="708660"/>
                  </a:lnTo>
                  <a:close/>
                </a:path>
                <a:path w="1158240" h="712470">
                  <a:moveTo>
                    <a:pt x="173621" y="553720"/>
                  </a:moveTo>
                  <a:lnTo>
                    <a:pt x="172212" y="553720"/>
                  </a:lnTo>
                  <a:lnTo>
                    <a:pt x="172212" y="556260"/>
                  </a:lnTo>
                  <a:lnTo>
                    <a:pt x="173621" y="556260"/>
                  </a:lnTo>
                  <a:lnTo>
                    <a:pt x="173621" y="553720"/>
                  </a:lnTo>
                  <a:close/>
                </a:path>
                <a:path w="1158240" h="712470">
                  <a:moveTo>
                    <a:pt x="173710" y="397510"/>
                  </a:moveTo>
                  <a:lnTo>
                    <a:pt x="172212" y="397510"/>
                  </a:lnTo>
                  <a:lnTo>
                    <a:pt x="172212" y="400050"/>
                  </a:lnTo>
                  <a:lnTo>
                    <a:pt x="173710" y="400050"/>
                  </a:lnTo>
                  <a:lnTo>
                    <a:pt x="173710" y="397510"/>
                  </a:lnTo>
                  <a:close/>
                </a:path>
                <a:path w="1158240" h="712470">
                  <a:moveTo>
                    <a:pt x="175298" y="97790"/>
                  </a:moveTo>
                  <a:lnTo>
                    <a:pt x="173024" y="97790"/>
                  </a:lnTo>
                  <a:lnTo>
                    <a:pt x="173024" y="100330"/>
                  </a:lnTo>
                  <a:lnTo>
                    <a:pt x="175298" y="100330"/>
                  </a:lnTo>
                  <a:lnTo>
                    <a:pt x="175298" y="97790"/>
                  </a:lnTo>
                  <a:close/>
                </a:path>
                <a:path w="1158240" h="712470">
                  <a:moveTo>
                    <a:pt x="175387" y="3810"/>
                  </a:moveTo>
                  <a:lnTo>
                    <a:pt x="173050" y="3810"/>
                  </a:lnTo>
                  <a:lnTo>
                    <a:pt x="173050" y="6350"/>
                  </a:lnTo>
                  <a:lnTo>
                    <a:pt x="172212" y="6350"/>
                  </a:lnTo>
                  <a:lnTo>
                    <a:pt x="172212" y="7620"/>
                  </a:lnTo>
                  <a:lnTo>
                    <a:pt x="173215" y="7620"/>
                  </a:lnTo>
                  <a:lnTo>
                    <a:pt x="173215" y="6350"/>
                  </a:lnTo>
                  <a:lnTo>
                    <a:pt x="175387" y="6350"/>
                  </a:lnTo>
                  <a:lnTo>
                    <a:pt x="175387" y="3810"/>
                  </a:lnTo>
                  <a:close/>
                </a:path>
                <a:path w="1158240" h="712470">
                  <a:moveTo>
                    <a:pt x="175907" y="240030"/>
                  </a:moveTo>
                  <a:lnTo>
                    <a:pt x="173507" y="240030"/>
                  </a:lnTo>
                  <a:lnTo>
                    <a:pt x="173507" y="242570"/>
                  </a:lnTo>
                  <a:lnTo>
                    <a:pt x="175907" y="242570"/>
                  </a:lnTo>
                  <a:lnTo>
                    <a:pt x="175907" y="240030"/>
                  </a:lnTo>
                  <a:close/>
                </a:path>
                <a:path w="1158240" h="712470">
                  <a:moveTo>
                    <a:pt x="175996" y="551180"/>
                  </a:moveTo>
                  <a:lnTo>
                    <a:pt x="173647" y="551180"/>
                  </a:lnTo>
                  <a:lnTo>
                    <a:pt x="173647" y="553720"/>
                  </a:lnTo>
                  <a:lnTo>
                    <a:pt x="175996" y="553720"/>
                  </a:lnTo>
                  <a:lnTo>
                    <a:pt x="175996" y="551180"/>
                  </a:lnTo>
                  <a:close/>
                </a:path>
                <a:path w="1158240" h="712470">
                  <a:moveTo>
                    <a:pt x="176453" y="394970"/>
                  </a:moveTo>
                  <a:lnTo>
                    <a:pt x="174155" y="394970"/>
                  </a:lnTo>
                  <a:lnTo>
                    <a:pt x="174155" y="397510"/>
                  </a:lnTo>
                  <a:lnTo>
                    <a:pt x="176453" y="397510"/>
                  </a:lnTo>
                  <a:lnTo>
                    <a:pt x="176453" y="394970"/>
                  </a:lnTo>
                  <a:close/>
                </a:path>
                <a:path w="1158240" h="712470">
                  <a:moveTo>
                    <a:pt x="294309" y="393700"/>
                  </a:moveTo>
                  <a:lnTo>
                    <a:pt x="176593" y="393700"/>
                  </a:lnTo>
                  <a:lnTo>
                    <a:pt x="176593" y="394970"/>
                  </a:lnTo>
                  <a:lnTo>
                    <a:pt x="294309" y="394970"/>
                  </a:lnTo>
                  <a:lnTo>
                    <a:pt x="294309" y="393700"/>
                  </a:lnTo>
                  <a:close/>
                </a:path>
                <a:path w="1158240" h="712470">
                  <a:moveTo>
                    <a:pt x="294500" y="704850"/>
                  </a:moveTo>
                  <a:lnTo>
                    <a:pt x="176403" y="704850"/>
                  </a:lnTo>
                  <a:lnTo>
                    <a:pt x="176403" y="706120"/>
                  </a:lnTo>
                  <a:lnTo>
                    <a:pt x="174231" y="706120"/>
                  </a:lnTo>
                  <a:lnTo>
                    <a:pt x="174231" y="708660"/>
                  </a:lnTo>
                  <a:lnTo>
                    <a:pt x="176466" y="708660"/>
                  </a:lnTo>
                  <a:lnTo>
                    <a:pt x="176466" y="706120"/>
                  </a:lnTo>
                  <a:lnTo>
                    <a:pt x="294500" y="706120"/>
                  </a:lnTo>
                  <a:lnTo>
                    <a:pt x="294500" y="704850"/>
                  </a:lnTo>
                  <a:close/>
                </a:path>
                <a:path w="1158240" h="712470">
                  <a:moveTo>
                    <a:pt x="298704" y="709168"/>
                  </a:moveTo>
                  <a:lnTo>
                    <a:pt x="295516" y="706374"/>
                  </a:lnTo>
                  <a:lnTo>
                    <a:pt x="293497" y="706374"/>
                  </a:lnTo>
                  <a:lnTo>
                    <a:pt x="298704" y="711962"/>
                  </a:lnTo>
                  <a:lnTo>
                    <a:pt x="298704" y="709168"/>
                  </a:lnTo>
                  <a:close/>
                </a:path>
                <a:path w="1158240" h="712470">
                  <a:moveTo>
                    <a:pt x="298704" y="553720"/>
                  </a:moveTo>
                  <a:lnTo>
                    <a:pt x="295516" y="550926"/>
                  </a:lnTo>
                  <a:lnTo>
                    <a:pt x="294360" y="550926"/>
                  </a:lnTo>
                  <a:lnTo>
                    <a:pt x="294360" y="548640"/>
                  </a:lnTo>
                  <a:lnTo>
                    <a:pt x="176542" y="548640"/>
                  </a:lnTo>
                  <a:lnTo>
                    <a:pt x="176542" y="551180"/>
                  </a:lnTo>
                  <a:lnTo>
                    <a:pt x="293725" y="551180"/>
                  </a:lnTo>
                  <a:lnTo>
                    <a:pt x="298704" y="556514"/>
                  </a:lnTo>
                  <a:lnTo>
                    <a:pt x="298704" y="553720"/>
                  </a:lnTo>
                  <a:close/>
                </a:path>
                <a:path w="1158240" h="712470">
                  <a:moveTo>
                    <a:pt x="298704" y="397764"/>
                  </a:moveTo>
                  <a:lnTo>
                    <a:pt x="295605" y="395351"/>
                  </a:lnTo>
                  <a:lnTo>
                    <a:pt x="293497" y="395351"/>
                  </a:lnTo>
                  <a:lnTo>
                    <a:pt x="298704" y="400177"/>
                  </a:lnTo>
                  <a:lnTo>
                    <a:pt x="298704" y="397764"/>
                  </a:lnTo>
                  <a:close/>
                </a:path>
                <a:path w="1158240" h="712470">
                  <a:moveTo>
                    <a:pt x="298704" y="242316"/>
                  </a:moveTo>
                  <a:lnTo>
                    <a:pt x="295605" y="239903"/>
                  </a:lnTo>
                  <a:lnTo>
                    <a:pt x="294957" y="239903"/>
                  </a:lnTo>
                  <a:lnTo>
                    <a:pt x="294957" y="238760"/>
                  </a:lnTo>
                  <a:lnTo>
                    <a:pt x="175945" y="238760"/>
                  </a:lnTo>
                  <a:lnTo>
                    <a:pt x="175945" y="240030"/>
                  </a:lnTo>
                  <a:lnTo>
                    <a:pt x="293624" y="240030"/>
                  </a:lnTo>
                  <a:lnTo>
                    <a:pt x="298704" y="244729"/>
                  </a:lnTo>
                  <a:lnTo>
                    <a:pt x="298704" y="242316"/>
                  </a:lnTo>
                  <a:close/>
                </a:path>
                <a:path w="1158240" h="712470">
                  <a:moveTo>
                    <a:pt x="298704" y="99822"/>
                  </a:moveTo>
                  <a:lnTo>
                    <a:pt x="296100" y="97409"/>
                  </a:lnTo>
                  <a:lnTo>
                    <a:pt x="295135" y="97409"/>
                  </a:lnTo>
                  <a:lnTo>
                    <a:pt x="295135" y="95250"/>
                  </a:lnTo>
                  <a:lnTo>
                    <a:pt x="175768" y="95250"/>
                  </a:lnTo>
                  <a:lnTo>
                    <a:pt x="175768" y="97790"/>
                  </a:lnTo>
                  <a:lnTo>
                    <a:pt x="293979" y="97790"/>
                  </a:lnTo>
                  <a:lnTo>
                    <a:pt x="298704" y="101473"/>
                  </a:lnTo>
                  <a:lnTo>
                    <a:pt x="298704" y="99822"/>
                  </a:lnTo>
                  <a:close/>
                </a:path>
                <a:path w="1158240" h="712470">
                  <a:moveTo>
                    <a:pt x="298704" y="5969"/>
                  </a:moveTo>
                  <a:lnTo>
                    <a:pt x="296151" y="3302"/>
                  </a:lnTo>
                  <a:lnTo>
                    <a:pt x="294817" y="3302"/>
                  </a:lnTo>
                  <a:lnTo>
                    <a:pt x="294817" y="0"/>
                  </a:lnTo>
                  <a:lnTo>
                    <a:pt x="176085" y="0"/>
                  </a:lnTo>
                  <a:lnTo>
                    <a:pt x="176085" y="3810"/>
                  </a:lnTo>
                  <a:lnTo>
                    <a:pt x="294068" y="3810"/>
                  </a:lnTo>
                  <a:lnTo>
                    <a:pt x="298704" y="7874"/>
                  </a:lnTo>
                  <a:lnTo>
                    <a:pt x="298704" y="5969"/>
                  </a:lnTo>
                  <a:close/>
                </a:path>
                <a:path w="1158240" h="712470">
                  <a:moveTo>
                    <a:pt x="1154036" y="704850"/>
                  </a:moveTo>
                  <a:lnTo>
                    <a:pt x="347992" y="704850"/>
                  </a:lnTo>
                  <a:lnTo>
                    <a:pt x="347992" y="706120"/>
                  </a:lnTo>
                  <a:lnTo>
                    <a:pt x="346151" y="706120"/>
                  </a:lnTo>
                  <a:lnTo>
                    <a:pt x="346151" y="708660"/>
                  </a:lnTo>
                  <a:lnTo>
                    <a:pt x="348056" y="708660"/>
                  </a:lnTo>
                  <a:lnTo>
                    <a:pt x="348056" y="706120"/>
                  </a:lnTo>
                  <a:lnTo>
                    <a:pt x="1154036" y="706120"/>
                  </a:lnTo>
                  <a:lnTo>
                    <a:pt x="1154036" y="704850"/>
                  </a:lnTo>
                  <a:close/>
                </a:path>
                <a:path w="1158240" h="712470">
                  <a:moveTo>
                    <a:pt x="1158240" y="709168"/>
                  </a:moveTo>
                  <a:lnTo>
                    <a:pt x="1155052" y="706374"/>
                  </a:lnTo>
                  <a:lnTo>
                    <a:pt x="1153033" y="706374"/>
                  </a:lnTo>
                  <a:lnTo>
                    <a:pt x="1158240" y="711962"/>
                  </a:lnTo>
                  <a:lnTo>
                    <a:pt x="1158240" y="709168"/>
                  </a:lnTo>
                  <a:close/>
                </a:path>
              </a:pathLst>
            </a:custGeom>
            <a:solidFill>
              <a:srgbClr val="0031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92467" y="3892295"/>
              <a:ext cx="649605" cy="379730"/>
            </a:xfrm>
            <a:custGeom>
              <a:avLst/>
              <a:gdLst/>
              <a:ahLst/>
              <a:cxnLst/>
              <a:rect l="l" t="t" r="r" b="b"/>
              <a:pathLst>
                <a:path w="649604" h="379729">
                  <a:moveTo>
                    <a:pt x="596773" y="0"/>
                  </a:moveTo>
                  <a:lnTo>
                    <a:pt x="52450" y="0"/>
                  </a:lnTo>
                  <a:lnTo>
                    <a:pt x="32093" y="4130"/>
                  </a:lnTo>
                  <a:lnTo>
                    <a:pt x="15414" y="15378"/>
                  </a:lnTo>
                  <a:lnTo>
                    <a:pt x="4141" y="32023"/>
                  </a:lnTo>
                  <a:lnTo>
                    <a:pt x="0" y="52349"/>
                  </a:lnTo>
                  <a:lnTo>
                    <a:pt x="0" y="327126"/>
                  </a:lnTo>
                  <a:lnTo>
                    <a:pt x="4141" y="347452"/>
                  </a:lnTo>
                  <a:lnTo>
                    <a:pt x="15414" y="364097"/>
                  </a:lnTo>
                  <a:lnTo>
                    <a:pt x="32093" y="375345"/>
                  </a:lnTo>
                  <a:lnTo>
                    <a:pt x="52450" y="379475"/>
                  </a:lnTo>
                  <a:lnTo>
                    <a:pt x="596773" y="379475"/>
                  </a:lnTo>
                  <a:lnTo>
                    <a:pt x="617130" y="375345"/>
                  </a:lnTo>
                  <a:lnTo>
                    <a:pt x="633809" y="364097"/>
                  </a:lnTo>
                  <a:lnTo>
                    <a:pt x="645082" y="347452"/>
                  </a:lnTo>
                  <a:lnTo>
                    <a:pt x="649224" y="327126"/>
                  </a:lnTo>
                  <a:lnTo>
                    <a:pt x="649224" y="52349"/>
                  </a:lnTo>
                  <a:lnTo>
                    <a:pt x="645082" y="32023"/>
                  </a:lnTo>
                  <a:lnTo>
                    <a:pt x="633809" y="15378"/>
                  </a:lnTo>
                  <a:lnTo>
                    <a:pt x="617130" y="4130"/>
                  </a:lnTo>
                  <a:lnTo>
                    <a:pt x="596773" y="0"/>
                  </a:lnTo>
                  <a:close/>
                </a:path>
              </a:pathLst>
            </a:custGeom>
            <a:solidFill>
              <a:srgbClr val="C1B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15811" y="2967227"/>
              <a:ext cx="2018030" cy="822960"/>
            </a:xfrm>
            <a:custGeom>
              <a:avLst/>
              <a:gdLst/>
              <a:ahLst/>
              <a:cxnLst/>
              <a:rect l="l" t="t" r="r" b="b"/>
              <a:pathLst>
                <a:path w="2018029" h="822960">
                  <a:moveTo>
                    <a:pt x="122427" y="0"/>
                  </a:moveTo>
                  <a:lnTo>
                    <a:pt x="5207" y="0"/>
                  </a:lnTo>
                  <a:lnTo>
                    <a:pt x="0" y="5334"/>
                  </a:lnTo>
                  <a:lnTo>
                    <a:pt x="0" y="68326"/>
                  </a:lnTo>
                  <a:lnTo>
                    <a:pt x="5207" y="72644"/>
                  </a:lnTo>
                  <a:lnTo>
                    <a:pt x="122427" y="72644"/>
                  </a:lnTo>
                  <a:lnTo>
                    <a:pt x="126873" y="68326"/>
                  </a:lnTo>
                  <a:lnTo>
                    <a:pt x="126873" y="5334"/>
                  </a:lnTo>
                  <a:lnTo>
                    <a:pt x="122427" y="0"/>
                  </a:lnTo>
                  <a:close/>
                </a:path>
                <a:path w="2018029" h="822960">
                  <a:moveTo>
                    <a:pt x="293877" y="0"/>
                  </a:moveTo>
                  <a:lnTo>
                    <a:pt x="176657" y="0"/>
                  </a:lnTo>
                  <a:lnTo>
                    <a:pt x="172338" y="5334"/>
                  </a:lnTo>
                  <a:lnTo>
                    <a:pt x="172338" y="68326"/>
                  </a:lnTo>
                  <a:lnTo>
                    <a:pt x="176657" y="72644"/>
                  </a:lnTo>
                  <a:lnTo>
                    <a:pt x="293877" y="72644"/>
                  </a:lnTo>
                  <a:lnTo>
                    <a:pt x="299085" y="68326"/>
                  </a:lnTo>
                  <a:lnTo>
                    <a:pt x="299085" y="5334"/>
                  </a:lnTo>
                  <a:lnTo>
                    <a:pt x="293877" y="0"/>
                  </a:lnTo>
                  <a:close/>
                </a:path>
                <a:path w="2018029" h="822960">
                  <a:moveTo>
                    <a:pt x="466216" y="0"/>
                  </a:moveTo>
                  <a:lnTo>
                    <a:pt x="348996" y="0"/>
                  </a:lnTo>
                  <a:lnTo>
                    <a:pt x="343788" y="5334"/>
                  </a:lnTo>
                  <a:lnTo>
                    <a:pt x="343788" y="68326"/>
                  </a:lnTo>
                  <a:lnTo>
                    <a:pt x="348996" y="72644"/>
                  </a:lnTo>
                  <a:lnTo>
                    <a:pt x="466216" y="72644"/>
                  </a:lnTo>
                  <a:lnTo>
                    <a:pt x="470535" y="68326"/>
                  </a:lnTo>
                  <a:lnTo>
                    <a:pt x="470535" y="5334"/>
                  </a:lnTo>
                  <a:lnTo>
                    <a:pt x="466216" y="0"/>
                  </a:lnTo>
                  <a:close/>
                </a:path>
                <a:path w="2018029" h="822960">
                  <a:moveTo>
                    <a:pt x="637666" y="0"/>
                  </a:moveTo>
                  <a:lnTo>
                    <a:pt x="521335" y="0"/>
                  </a:lnTo>
                  <a:lnTo>
                    <a:pt x="516001" y="5334"/>
                  </a:lnTo>
                  <a:lnTo>
                    <a:pt x="516001" y="68326"/>
                  </a:lnTo>
                  <a:lnTo>
                    <a:pt x="521335" y="72644"/>
                  </a:lnTo>
                  <a:lnTo>
                    <a:pt x="637666" y="72644"/>
                  </a:lnTo>
                  <a:lnTo>
                    <a:pt x="642873" y="68326"/>
                  </a:lnTo>
                  <a:lnTo>
                    <a:pt x="642873" y="5334"/>
                  </a:lnTo>
                  <a:lnTo>
                    <a:pt x="637666" y="0"/>
                  </a:lnTo>
                  <a:close/>
                </a:path>
                <a:path w="2018029" h="822960">
                  <a:moveTo>
                    <a:pt x="809879" y="0"/>
                  </a:moveTo>
                  <a:lnTo>
                    <a:pt x="692785" y="0"/>
                  </a:lnTo>
                  <a:lnTo>
                    <a:pt x="688339" y="5334"/>
                  </a:lnTo>
                  <a:lnTo>
                    <a:pt x="688339" y="68326"/>
                  </a:lnTo>
                  <a:lnTo>
                    <a:pt x="692785" y="72644"/>
                  </a:lnTo>
                  <a:lnTo>
                    <a:pt x="809879" y="72644"/>
                  </a:lnTo>
                  <a:lnTo>
                    <a:pt x="814323" y="68326"/>
                  </a:lnTo>
                  <a:lnTo>
                    <a:pt x="814323" y="5334"/>
                  </a:lnTo>
                  <a:lnTo>
                    <a:pt x="809879" y="0"/>
                  </a:lnTo>
                  <a:close/>
                </a:path>
                <a:path w="2018029" h="822960">
                  <a:moveTo>
                    <a:pt x="981329" y="0"/>
                  </a:moveTo>
                  <a:lnTo>
                    <a:pt x="864996" y="0"/>
                  </a:lnTo>
                  <a:lnTo>
                    <a:pt x="859789" y="5334"/>
                  </a:lnTo>
                  <a:lnTo>
                    <a:pt x="859789" y="68326"/>
                  </a:lnTo>
                  <a:lnTo>
                    <a:pt x="864996" y="72644"/>
                  </a:lnTo>
                  <a:lnTo>
                    <a:pt x="981329" y="72644"/>
                  </a:lnTo>
                  <a:lnTo>
                    <a:pt x="986663" y="68326"/>
                  </a:lnTo>
                  <a:lnTo>
                    <a:pt x="986663" y="5334"/>
                  </a:lnTo>
                  <a:lnTo>
                    <a:pt x="981329" y="0"/>
                  </a:lnTo>
                  <a:close/>
                </a:path>
                <a:path w="2018029" h="822960">
                  <a:moveTo>
                    <a:pt x="1153667" y="0"/>
                  </a:moveTo>
                  <a:lnTo>
                    <a:pt x="1036446" y="0"/>
                  </a:lnTo>
                  <a:lnTo>
                    <a:pt x="1031239" y="5334"/>
                  </a:lnTo>
                  <a:lnTo>
                    <a:pt x="1031239" y="62230"/>
                  </a:lnTo>
                  <a:lnTo>
                    <a:pt x="1032129" y="68326"/>
                  </a:lnTo>
                  <a:lnTo>
                    <a:pt x="1036446" y="72644"/>
                  </a:lnTo>
                  <a:lnTo>
                    <a:pt x="1153667" y="72644"/>
                  </a:lnTo>
                  <a:lnTo>
                    <a:pt x="1157986" y="68326"/>
                  </a:lnTo>
                  <a:lnTo>
                    <a:pt x="1157986" y="5334"/>
                  </a:lnTo>
                  <a:lnTo>
                    <a:pt x="1153667" y="0"/>
                  </a:lnTo>
                  <a:close/>
                </a:path>
                <a:path w="2018029" h="822960">
                  <a:moveTo>
                    <a:pt x="1325117" y="0"/>
                  </a:moveTo>
                  <a:lnTo>
                    <a:pt x="1208786" y="0"/>
                  </a:lnTo>
                  <a:lnTo>
                    <a:pt x="1203452" y="5334"/>
                  </a:lnTo>
                  <a:lnTo>
                    <a:pt x="1203452" y="68326"/>
                  </a:lnTo>
                  <a:lnTo>
                    <a:pt x="1208786" y="72644"/>
                  </a:lnTo>
                  <a:lnTo>
                    <a:pt x="1325117" y="72644"/>
                  </a:lnTo>
                  <a:lnTo>
                    <a:pt x="1330324" y="68326"/>
                  </a:lnTo>
                  <a:lnTo>
                    <a:pt x="1330324" y="5334"/>
                  </a:lnTo>
                  <a:lnTo>
                    <a:pt x="1325117" y="0"/>
                  </a:lnTo>
                  <a:close/>
                </a:path>
                <a:path w="2018029" h="822960">
                  <a:moveTo>
                    <a:pt x="1497330" y="0"/>
                  </a:moveTo>
                  <a:lnTo>
                    <a:pt x="1380109" y="0"/>
                  </a:lnTo>
                  <a:lnTo>
                    <a:pt x="1375790" y="5334"/>
                  </a:lnTo>
                  <a:lnTo>
                    <a:pt x="1375790" y="68326"/>
                  </a:lnTo>
                  <a:lnTo>
                    <a:pt x="1380109" y="72644"/>
                  </a:lnTo>
                  <a:lnTo>
                    <a:pt x="1497330" y="72644"/>
                  </a:lnTo>
                  <a:lnTo>
                    <a:pt x="1502664" y="68326"/>
                  </a:lnTo>
                  <a:lnTo>
                    <a:pt x="1502664" y="5334"/>
                  </a:lnTo>
                  <a:lnTo>
                    <a:pt x="1497330" y="0"/>
                  </a:lnTo>
                  <a:close/>
                </a:path>
                <a:path w="2018029" h="822960">
                  <a:moveTo>
                    <a:pt x="1668780" y="0"/>
                  </a:moveTo>
                  <a:lnTo>
                    <a:pt x="1552447" y="0"/>
                  </a:lnTo>
                  <a:lnTo>
                    <a:pt x="1547240" y="5334"/>
                  </a:lnTo>
                  <a:lnTo>
                    <a:pt x="1547240" y="68326"/>
                  </a:lnTo>
                  <a:lnTo>
                    <a:pt x="1552447" y="72644"/>
                  </a:lnTo>
                  <a:lnTo>
                    <a:pt x="1668780" y="72644"/>
                  </a:lnTo>
                  <a:lnTo>
                    <a:pt x="1673987" y="68326"/>
                  </a:lnTo>
                  <a:lnTo>
                    <a:pt x="1673987" y="5334"/>
                  </a:lnTo>
                  <a:lnTo>
                    <a:pt x="1668780" y="0"/>
                  </a:lnTo>
                  <a:close/>
                </a:path>
                <a:path w="2018029" h="822960">
                  <a:moveTo>
                    <a:pt x="1841118" y="0"/>
                  </a:moveTo>
                  <a:lnTo>
                    <a:pt x="1723897" y="0"/>
                  </a:lnTo>
                  <a:lnTo>
                    <a:pt x="1719580" y="5334"/>
                  </a:lnTo>
                  <a:lnTo>
                    <a:pt x="1719580" y="68326"/>
                  </a:lnTo>
                  <a:lnTo>
                    <a:pt x="1723897" y="72644"/>
                  </a:lnTo>
                  <a:lnTo>
                    <a:pt x="1841118" y="72644"/>
                  </a:lnTo>
                  <a:lnTo>
                    <a:pt x="1846326" y="68326"/>
                  </a:lnTo>
                  <a:lnTo>
                    <a:pt x="1846326" y="5334"/>
                  </a:lnTo>
                  <a:lnTo>
                    <a:pt x="1841118" y="0"/>
                  </a:lnTo>
                  <a:close/>
                </a:path>
                <a:path w="2018029" h="822960">
                  <a:moveTo>
                    <a:pt x="2013458" y="0"/>
                  </a:moveTo>
                  <a:lnTo>
                    <a:pt x="1896237" y="0"/>
                  </a:lnTo>
                  <a:lnTo>
                    <a:pt x="1890903" y="5334"/>
                  </a:lnTo>
                  <a:lnTo>
                    <a:pt x="1890903" y="68326"/>
                  </a:lnTo>
                  <a:lnTo>
                    <a:pt x="1896237" y="72644"/>
                  </a:lnTo>
                  <a:lnTo>
                    <a:pt x="2013458" y="72644"/>
                  </a:lnTo>
                  <a:lnTo>
                    <a:pt x="2017776" y="68326"/>
                  </a:lnTo>
                  <a:lnTo>
                    <a:pt x="2017776" y="5334"/>
                  </a:lnTo>
                  <a:lnTo>
                    <a:pt x="2013458" y="0"/>
                  </a:lnTo>
                  <a:close/>
                </a:path>
                <a:path w="2018029" h="822960">
                  <a:moveTo>
                    <a:pt x="122427" y="93726"/>
                  </a:moveTo>
                  <a:lnTo>
                    <a:pt x="5207" y="93726"/>
                  </a:lnTo>
                  <a:lnTo>
                    <a:pt x="0" y="98933"/>
                  </a:lnTo>
                  <a:lnTo>
                    <a:pt x="0" y="207518"/>
                  </a:lnTo>
                  <a:lnTo>
                    <a:pt x="5207" y="211836"/>
                  </a:lnTo>
                  <a:lnTo>
                    <a:pt x="122427" y="211836"/>
                  </a:lnTo>
                  <a:lnTo>
                    <a:pt x="126873" y="207518"/>
                  </a:lnTo>
                  <a:lnTo>
                    <a:pt x="126873" y="98933"/>
                  </a:lnTo>
                  <a:lnTo>
                    <a:pt x="122427" y="93726"/>
                  </a:lnTo>
                  <a:close/>
                </a:path>
                <a:path w="2018029" h="822960">
                  <a:moveTo>
                    <a:pt x="293877" y="93726"/>
                  </a:moveTo>
                  <a:lnTo>
                    <a:pt x="176657" y="93726"/>
                  </a:lnTo>
                  <a:lnTo>
                    <a:pt x="172338" y="98933"/>
                  </a:lnTo>
                  <a:lnTo>
                    <a:pt x="172338" y="207518"/>
                  </a:lnTo>
                  <a:lnTo>
                    <a:pt x="176657" y="211836"/>
                  </a:lnTo>
                  <a:lnTo>
                    <a:pt x="293877" y="211836"/>
                  </a:lnTo>
                  <a:lnTo>
                    <a:pt x="299085" y="207518"/>
                  </a:lnTo>
                  <a:lnTo>
                    <a:pt x="299085" y="98933"/>
                  </a:lnTo>
                  <a:lnTo>
                    <a:pt x="293877" y="93726"/>
                  </a:lnTo>
                  <a:close/>
                </a:path>
                <a:path w="2018029" h="822960">
                  <a:moveTo>
                    <a:pt x="466216" y="93726"/>
                  </a:moveTo>
                  <a:lnTo>
                    <a:pt x="348996" y="93726"/>
                  </a:lnTo>
                  <a:lnTo>
                    <a:pt x="343788" y="98933"/>
                  </a:lnTo>
                  <a:lnTo>
                    <a:pt x="343788" y="207518"/>
                  </a:lnTo>
                  <a:lnTo>
                    <a:pt x="348996" y="211836"/>
                  </a:lnTo>
                  <a:lnTo>
                    <a:pt x="466216" y="211836"/>
                  </a:lnTo>
                  <a:lnTo>
                    <a:pt x="470535" y="207518"/>
                  </a:lnTo>
                  <a:lnTo>
                    <a:pt x="470535" y="98933"/>
                  </a:lnTo>
                  <a:lnTo>
                    <a:pt x="466216" y="93726"/>
                  </a:lnTo>
                  <a:close/>
                </a:path>
                <a:path w="2018029" h="822960">
                  <a:moveTo>
                    <a:pt x="637666" y="93726"/>
                  </a:moveTo>
                  <a:lnTo>
                    <a:pt x="521335" y="93726"/>
                  </a:lnTo>
                  <a:lnTo>
                    <a:pt x="516001" y="98933"/>
                  </a:lnTo>
                  <a:lnTo>
                    <a:pt x="516001" y="207518"/>
                  </a:lnTo>
                  <a:lnTo>
                    <a:pt x="521335" y="211836"/>
                  </a:lnTo>
                  <a:lnTo>
                    <a:pt x="637666" y="211836"/>
                  </a:lnTo>
                  <a:lnTo>
                    <a:pt x="642873" y="207518"/>
                  </a:lnTo>
                  <a:lnTo>
                    <a:pt x="642873" y="98933"/>
                  </a:lnTo>
                  <a:lnTo>
                    <a:pt x="637666" y="93726"/>
                  </a:lnTo>
                  <a:close/>
                </a:path>
                <a:path w="2018029" h="822960">
                  <a:moveTo>
                    <a:pt x="809879" y="93726"/>
                  </a:moveTo>
                  <a:lnTo>
                    <a:pt x="692785" y="93726"/>
                  </a:lnTo>
                  <a:lnTo>
                    <a:pt x="688339" y="98933"/>
                  </a:lnTo>
                  <a:lnTo>
                    <a:pt x="688339" y="207518"/>
                  </a:lnTo>
                  <a:lnTo>
                    <a:pt x="692785" y="211836"/>
                  </a:lnTo>
                  <a:lnTo>
                    <a:pt x="809879" y="211836"/>
                  </a:lnTo>
                  <a:lnTo>
                    <a:pt x="814323" y="207518"/>
                  </a:lnTo>
                  <a:lnTo>
                    <a:pt x="814323" y="98933"/>
                  </a:lnTo>
                  <a:lnTo>
                    <a:pt x="809879" y="93726"/>
                  </a:lnTo>
                  <a:close/>
                </a:path>
                <a:path w="2018029" h="822960">
                  <a:moveTo>
                    <a:pt x="981329" y="93726"/>
                  </a:moveTo>
                  <a:lnTo>
                    <a:pt x="864996" y="93726"/>
                  </a:lnTo>
                  <a:lnTo>
                    <a:pt x="859789" y="98933"/>
                  </a:lnTo>
                  <a:lnTo>
                    <a:pt x="859789" y="207518"/>
                  </a:lnTo>
                  <a:lnTo>
                    <a:pt x="864996" y="211836"/>
                  </a:lnTo>
                  <a:lnTo>
                    <a:pt x="981329" y="211836"/>
                  </a:lnTo>
                  <a:lnTo>
                    <a:pt x="986663" y="207518"/>
                  </a:lnTo>
                  <a:lnTo>
                    <a:pt x="986663" y="98933"/>
                  </a:lnTo>
                  <a:lnTo>
                    <a:pt x="981329" y="93726"/>
                  </a:lnTo>
                  <a:close/>
                </a:path>
                <a:path w="2018029" h="822960">
                  <a:moveTo>
                    <a:pt x="1153667" y="93726"/>
                  </a:moveTo>
                  <a:lnTo>
                    <a:pt x="1036446" y="93726"/>
                  </a:lnTo>
                  <a:lnTo>
                    <a:pt x="1031239" y="98933"/>
                  </a:lnTo>
                  <a:lnTo>
                    <a:pt x="1031239" y="201422"/>
                  </a:lnTo>
                  <a:lnTo>
                    <a:pt x="1032129" y="207518"/>
                  </a:lnTo>
                  <a:lnTo>
                    <a:pt x="1036446" y="211836"/>
                  </a:lnTo>
                  <a:lnTo>
                    <a:pt x="1153667" y="211836"/>
                  </a:lnTo>
                  <a:lnTo>
                    <a:pt x="1157986" y="207518"/>
                  </a:lnTo>
                  <a:lnTo>
                    <a:pt x="1157986" y="98933"/>
                  </a:lnTo>
                  <a:lnTo>
                    <a:pt x="1153667" y="93726"/>
                  </a:lnTo>
                  <a:close/>
                </a:path>
                <a:path w="2018029" h="822960">
                  <a:moveTo>
                    <a:pt x="1325117" y="93726"/>
                  </a:moveTo>
                  <a:lnTo>
                    <a:pt x="1208786" y="93726"/>
                  </a:lnTo>
                  <a:lnTo>
                    <a:pt x="1203452" y="98933"/>
                  </a:lnTo>
                  <a:lnTo>
                    <a:pt x="1203452" y="207518"/>
                  </a:lnTo>
                  <a:lnTo>
                    <a:pt x="1208786" y="211836"/>
                  </a:lnTo>
                  <a:lnTo>
                    <a:pt x="1325117" y="211836"/>
                  </a:lnTo>
                  <a:lnTo>
                    <a:pt x="1330324" y="207518"/>
                  </a:lnTo>
                  <a:lnTo>
                    <a:pt x="1330324" y="98933"/>
                  </a:lnTo>
                  <a:lnTo>
                    <a:pt x="1325117" y="93726"/>
                  </a:lnTo>
                  <a:close/>
                </a:path>
                <a:path w="2018029" h="822960">
                  <a:moveTo>
                    <a:pt x="1497330" y="93726"/>
                  </a:moveTo>
                  <a:lnTo>
                    <a:pt x="1380109" y="93726"/>
                  </a:lnTo>
                  <a:lnTo>
                    <a:pt x="1375790" y="98933"/>
                  </a:lnTo>
                  <a:lnTo>
                    <a:pt x="1375790" y="207518"/>
                  </a:lnTo>
                  <a:lnTo>
                    <a:pt x="1380109" y="211836"/>
                  </a:lnTo>
                  <a:lnTo>
                    <a:pt x="1497330" y="211836"/>
                  </a:lnTo>
                  <a:lnTo>
                    <a:pt x="1502664" y="207518"/>
                  </a:lnTo>
                  <a:lnTo>
                    <a:pt x="1502664" y="98933"/>
                  </a:lnTo>
                  <a:lnTo>
                    <a:pt x="1497330" y="93726"/>
                  </a:lnTo>
                  <a:close/>
                </a:path>
                <a:path w="2018029" h="822960">
                  <a:moveTo>
                    <a:pt x="1668780" y="93726"/>
                  </a:moveTo>
                  <a:lnTo>
                    <a:pt x="1552447" y="93726"/>
                  </a:lnTo>
                  <a:lnTo>
                    <a:pt x="1547240" y="98933"/>
                  </a:lnTo>
                  <a:lnTo>
                    <a:pt x="1547240" y="207518"/>
                  </a:lnTo>
                  <a:lnTo>
                    <a:pt x="1552447" y="211836"/>
                  </a:lnTo>
                  <a:lnTo>
                    <a:pt x="1668780" y="211836"/>
                  </a:lnTo>
                  <a:lnTo>
                    <a:pt x="1673987" y="207518"/>
                  </a:lnTo>
                  <a:lnTo>
                    <a:pt x="1673987" y="98933"/>
                  </a:lnTo>
                  <a:lnTo>
                    <a:pt x="1668780" y="93726"/>
                  </a:lnTo>
                  <a:close/>
                </a:path>
                <a:path w="2018029" h="822960">
                  <a:moveTo>
                    <a:pt x="2013458" y="93726"/>
                  </a:moveTo>
                  <a:lnTo>
                    <a:pt x="1723897" y="93726"/>
                  </a:lnTo>
                  <a:lnTo>
                    <a:pt x="1719580" y="98933"/>
                  </a:lnTo>
                  <a:lnTo>
                    <a:pt x="1719580" y="207518"/>
                  </a:lnTo>
                  <a:lnTo>
                    <a:pt x="1723897" y="211836"/>
                  </a:lnTo>
                  <a:lnTo>
                    <a:pt x="2013458" y="211836"/>
                  </a:lnTo>
                  <a:lnTo>
                    <a:pt x="2017776" y="207518"/>
                  </a:lnTo>
                  <a:lnTo>
                    <a:pt x="2017776" y="98933"/>
                  </a:lnTo>
                  <a:lnTo>
                    <a:pt x="2013458" y="93726"/>
                  </a:lnTo>
                  <a:close/>
                </a:path>
                <a:path w="2018029" h="822960">
                  <a:moveTo>
                    <a:pt x="293877" y="237236"/>
                  </a:moveTo>
                  <a:lnTo>
                    <a:pt x="5207" y="237236"/>
                  </a:lnTo>
                  <a:lnTo>
                    <a:pt x="0" y="241681"/>
                  </a:lnTo>
                  <a:lnTo>
                    <a:pt x="0" y="350266"/>
                  </a:lnTo>
                  <a:lnTo>
                    <a:pt x="5207" y="355473"/>
                  </a:lnTo>
                  <a:lnTo>
                    <a:pt x="293877" y="355473"/>
                  </a:lnTo>
                  <a:lnTo>
                    <a:pt x="299085" y="350266"/>
                  </a:lnTo>
                  <a:lnTo>
                    <a:pt x="299085" y="241681"/>
                  </a:lnTo>
                  <a:lnTo>
                    <a:pt x="293877" y="237236"/>
                  </a:lnTo>
                  <a:close/>
                </a:path>
                <a:path w="2018029" h="822960">
                  <a:moveTo>
                    <a:pt x="466216" y="237236"/>
                  </a:moveTo>
                  <a:lnTo>
                    <a:pt x="348996" y="237236"/>
                  </a:lnTo>
                  <a:lnTo>
                    <a:pt x="343788" y="241681"/>
                  </a:lnTo>
                  <a:lnTo>
                    <a:pt x="343788" y="350266"/>
                  </a:lnTo>
                  <a:lnTo>
                    <a:pt x="348996" y="355473"/>
                  </a:lnTo>
                  <a:lnTo>
                    <a:pt x="466216" y="355473"/>
                  </a:lnTo>
                  <a:lnTo>
                    <a:pt x="470535" y="350266"/>
                  </a:lnTo>
                  <a:lnTo>
                    <a:pt x="470535" y="241681"/>
                  </a:lnTo>
                  <a:lnTo>
                    <a:pt x="466216" y="237236"/>
                  </a:lnTo>
                  <a:close/>
                </a:path>
                <a:path w="2018029" h="822960">
                  <a:moveTo>
                    <a:pt x="637666" y="237236"/>
                  </a:moveTo>
                  <a:lnTo>
                    <a:pt x="521335" y="237236"/>
                  </a:lnTo>
                  <a:lnTo>
                    <a:pt x="516001" y="241681"/>
                  </a:lnTo>
                  <a:lnTo>
                    <a:pt x="516001" y="350266"/>
                  </a:lnTo>
                  <a:lnTo>
                    <a:pt x="521335" y="355473"/>
                  </a:lnTo>
                  <a:lnTo>
                    <a:pt x="637666" y="355473"/>
                  </a:lnTo>
                  <a:lnTo>
                    <a:pt x="642873" y="350266"/>
                  </a:lnTo>
                  <a:lnTo>
                    <a:pt x="642873" y="241681"/>
                  </a:lnTo>
                  <a:lnTo>
                    <a:pt x="637666" y="237236"/>
                  </a:lnTo>
                  <a:close/>
                </a:path>
                <a:path w="2018029" h="822960">
                  <a:moveTo>
                    <a:pt x="809879" y="237236"/>
                  </a:moveTo>
                  <a:lnTo>
                    <a:pt x="692785" y="237236"/>
                  </a:lnTo>
                  <a:lnTo>
                    <a:pt x="688339" y="241681"/>
                  </a:lnTo>
                  <a:lnTo>
                    <a:pt x="688339" y="350266"/>
                  </a:lnTo>
                  <a:lnTo>
                    <a:pt x="692785" y="355473"/>
                  </a:lnTo>
                  <a:lnTo>
                    <a:pt x="809879" y="355473"/>
                  </a:lnTo>
                  <a:lnTo>
                    <a:pt x="814323" y="350266"/>
                  </a:lnTo>
                  <a:lnTo>
                    <a:pt x="814323" y="241681"/>
                  </a:lnTo>
                  <a:lnTo>
                    <a:pt x="809879" y="237236"/>
                  </a:lnTo>
                  <a:close/>
                </a:path>
                <a:path w="2018029" h="822960">
                  <a:moveTo>
                    <a:pt x="981329" y="237236"/>
                  </a:moveTo>
                  <a:lnTo>
                    <a:pt x="864996" y="237236"/>
                  </a:lnTo>
                  <a:lnTo>
                    <a:pt x="859789" y="241681"/>
                  </a:lnTo>
                  <a:lnTo>
                    <a:pt x="859789" y="350266"/>
                  </a:lnTo>
                  <a:lnTo>
                    <a:pt x="864996" y="355473"/>
                  </a:lnTo>
                  <a:lnTo>
                    <a:pt x="981329" y="355473"/>
                  </a:lnTo>
                  <a:lnTo>
                    <a:pt x="986663" y="350266"/>
                  </a:lnTo>
                  <a:lnTo>
                    <a:pt x="986663" y="241681"/>
                  </a:lnTo>
                  <a:lnTo>
                    <a:pt x="981329" y="237236"/>
                  </a:lnTo>
                  <a:close/>
                </a:path>
                <a:path w="2018029" h="822960">
                  <a:moveTo>
                    <a:pt x="1153667" y="237236"/>
                  </a:moveTo>
                  <a:lnTo>
                    <a:pt x="1036446" y="237236"/>
                  </a:lnTo>
                  <a:lnTo>
                    <a:pt x="1031239" y="241681"/>
                  </a:lnTo>
                  <a:lnTo>
                    <a:pt x="1031239" y="344043"/>
                  </a:lnTo>
                  <a:lnTo>
                    <a:pt x="1032129" y="350266"/>
                  </a:lnTo>
                  <a:lnTo>
                    <a:pt x="1036446" y="355473"/>
                  </a:lnTo>
                  <a:lnTo>
                    <a:pt x="1153667" y="355473"/>
                  </a:lnTo>
                  <a:lnTo>
                    <a:pt x="1157986" y="350266"/>
                  </a:lnTo>
                  <a:lnTo>
                    <a:pt x="1157986" y="241681"/>
                  </a:lnTo>
                  <a:lnTo>
                    <a:pt x="1153667" y="237236"/>
                  </a:lnTo>
                  <a:close/>
                </a:path>
                <a:path w="2018029" h="822960">
                  <a:moveTo>
                    <a:pt x="1325117" y="237236"/>
                  </a:moveTo>
                  <a:lnTo>
                    <a:pt x="1208786" y="237236"/>
                  </a:lnTo>
                  <a:lnTo>
                    <a:pt x="1203452" y="241681"/>
                  </a:lnTo>
                  <a:lnTo>
                    <a:pt x="1203452" y="350266"/>
                  </a:lnTo>
                  <a:lnTo>
                    <a:pt x="1208786" y="355473"/>
                  </a:lnTo>
                  <a:lnTo>
                    <a:pt x="1325117" y="355473"/>
                  </a:lnTo>
                  <a:lnTo>
                    <a:pt x="1330324" y="350266"/>
                  </a:lnTo>
                  <a:lnTo>
                    <a:pt x="1330324" y="241681"/>
                  </a:lnTo>
                  <a:lnTo>
                    <a:pt x="1325117" y="237236"/>
                  </a:lnTo>
                  <a:close/>
                </a:path>
                <a:path w="2018029" h="822960">
                  <a:moveTo>
                    <a:pt x="1497330" y="237236"/>
                  </a:moveTo>
                  <a:lnTo>
                    <a:pt x="1380109" y="237236"/>
                  </a:lnTo>
                  <a:lnTo>
                    <a:pt x="1375790" y="241681"/>
                  </a:lnTo>
                  <a:lnTo>
                    <a:pt x="1375790" y="350266"/>
                  </a:lnTo>
                  <a:lnTo>
                    <a:pt x="1380109" y="355473"/>
                  </a:lnTo>
                  <a:lnTo>
                    <a:pt x="1497330" y="355473"/>
                  </a:lnTo>
                  <a:lnTo>
                    <a:pt x="1502664" y="350266"/>
                  </a:lnTo>
                  <a:lnTo>
                    <a:pt x="1502664" y="241681"/>
                  </a:lnTo>
                  <a:lnTo>
                    <a:pt x="1497330" y="237236"/>
                  </a:lnTo>
                  <a:close/>
                </a:path>
                <a:path w="2018029" h="822960">
                  <a:moveTo>
                    <a:pt x="1668780" y="237236"/>
                  </a:moveTo>
                  <a:lnTo>
                    <a:pt x="1552447" y="237236"/>
                  </a:lnTo>
                  <a:lnTo>
                    <a:pt x="1547240" y="241681"/>
                  </a:lnTo>
                  <a:lnTo>
                    <a:pt x="1547240" y="350266"/>
                  </a:lnTo>
                  <a:lnTo>
                    <a:pt x="1552447" y="355473"/>
                  </a:lnTo>
                  <a:lnTo>
                    <a:pt x="1668780" y="355473"/>
                  </a:lnTo>
                  <a:lnTo>
                    <a:pt x="1673987" y="350266"/>
                  </a:lnTo>
                  <a:lnTo>
                    <a:pt x="1673987" y="241681"/>
                  </a:lnTo>
                  <a:lnTo>
                    <a:pt x="1668780" y="237236"/>
                  </a:lnTo>
                  <a:close/>
                </a:path>
                <a:path w="2018029" h="822960">
                  <a:moveTo>
                    <a:pt x="122427" y="393065"/>
                  </a:moveTo>
                  <a:lnTo>
                    <a:pt x="5207" y="393065"/>
                  </a:lnTo>
                  <a:lnTo>
                    <a:pt x="0" y="397510"/>
                  </a:lnTo>
                  <a:lnTo>
                    <a:pt x="0" y="505968"/>
                  </a:lnTo>
                  <a:lnTo>
                    <a:pt x="5207" y="511302"/>
                  </a:lnTo>
                  <a:lnTo>
                    <a:pt x="122427" y="511302"/>
                  </a:lnTo>
                  <a:lnTo>
                    <a:pt x="126873" y="505968"/>
                  </a:lnTo>
                  <a:lnTo>
                    <a:pt x="126873" y="397510"/>
                  </a:lnTo>
                  <a:lnTo>
                    <a:pt x="122427" y="393065"/>
                  </a:lnTo>
                  <a:close/>
                </a:path>
                <a:path w="2018029" h="822960">
                  <a:moveTo>
                    <a:pt x="293877" y="393065"/>
                  </a:moveTo>
                  <a:lnTo>
                    <a:pt x="176657" y="393065"/>
                  </a:lnTo>
                  <a:lnTo>
                    <a:pt x="172338" y="397510"/>
                  </a:lnTo>
                  <a:lnTo>
                    <a:pt x="172338" y="505968"/>
                  </a:lnTo>
                  <a:lnTo>
                    <a:pt x="176657" y="511302"/>
                  </a:lnTo>
                  <a:lnTo>
                    <a:pt x="293877" y="511302"/>
                  </a:lnTo>
                  <a:lnTo>
                    <a:pt x="299085" y="505968"/>
                  </a:lnTo>
                  <a:lnTo>
                    <a:pt x="299085" y="397510"/>
                  </a:lnTo>
                  <a:lnTo>
                    <a:pt x="293877" y="393065"/>
                  </a:lnTo>
                  <a:close/>
                </a:path>
                <a:path w="2018029" h="822960">
                  <a:moveTo>
                    <a:pt x="466216" y="393065"/>
                  </a:moveTo>
                  <a:lnTo>
                    <a:pt x="348996" y="393065"/>
                  </a:lnTo>
                  <a:lnTo>
                    <a:pt x="343788" y="397510"/>
                  </a:lnTo>
                  <a:lnTo>
                    <a:pt x="343788" y="505968"/>
                  </a:lnTo>
                  <a:lnTo>
                    <a:pt x="348996" y="511302"/>
                  </a:lnTo>
                  <a:lnTo>
                    <a:pt x="466216" y="511302"/>
                  </a:lnTo>
                  <a:lnTo>
                    <a:pt x="470535" y="505968"/>
                  </a:lnTo>
                  <a:lnTo>
                    <a:pt x="470535" y="397510"/>
                  </a:lnTo>
                  <a:lnTo>
                    <a:pt x="466216" y="393065"/>
                  </a:lnTo>
                  <a:close/>
                </a:path>
                <a:path w="2018029" h="822960">
                  <a:moveTo>
                    <a:pt x="637666" y="393065"/>
                  </a:moveTo>
                  <a:lnTo>
                    <a:pt x="521335" y="393065"/>
                  </a:lnTo>
                  <a:lnTo>
                    <a:pt x="516001" y="397510"/>
                  </a:lnTo>
                  <a:lnTo>
                    <a:pt x="516001" y="505968"/>
                  </a:lnTo>
                  <a:lnTo>
                    <a:pt x="521335" y="511302"/>
                  </a:lnTo>
                  <a:lnTo>
                    <a:pt x="637666" y="511302"/>
                  </a:lnTo>
                  <a:lnTo>
                    <a:pt x="642873" y="505968"/>
                  </a:lnTo>
                  <a:lnTo>
                    <a:pt x="642873" y="397510"/>
                  </a:lnTo>
                  <a:lnTo>
                    <a:pt x="637666" y="393065"/>
                  </a:lnTo>
                  <a:close/>
                </a:path>
                <a:path w="2018029" h="822960">
                  <a:moveTo>
                    <a:pt x="809879" y="393065"/>
                  </a:moveTo>
                  <a:lnTo>
                    <a:pt x="692785" y="393065"/>
                  </a:lnTo>
                  <a:lnTo>
                    <a:pt x="688339" y="397510"/>
                  </a:lnTo>
                  <a:lnTo>
                    <a:pt x="688339" y="505968"/>
                  </a:lnTo>
                  <a:lnTo>
                    <a:pt x="692785" y="511302"/>
                  </a:lnTo>
                  <a:lnTo>
                    <a:pt x="809879" y="511302"/>
                  </a:lnTo>
                  <a:lnTo>
                    <a:pt x="814323" y="505968"/>
                  </a:lnTo>
                  <a:lnTo>
                    <a:pt x="814323" y="397510"/>
                  </a:lnTo>
                  <a:lnTo>
                    <a:pt x="809879" y="393065"/>
                  </a:lnTo>
                  <a:close/>
                </a:path>
                <a:path w="2018029" h="822960">
                  <a:moveTo>
                    <a:pt x="981329" y="393065"/>
                  </a:moveTo>
                  <a:lnTo>
                    <a:pt x="864996" y="393065"/>
                  </a:lnTo>
                  <a:lnTo>
                    <a:pt x="859789" y="397510"/>
                  </a:lnTo>
                  <a:lnTo>
                    <a:pt x="859789" y="505968"/>
                  </a:lnTo>
                  <a:lnTo>
                    <a:pt x="864996" y="511302"/>
                  </a:lnTo>
                  <a:lnTo>
                    <a:pt x="981329" y="511302"/>
                  </a:lnTo>
                  <a:lnTo>
                    <a:pt x="986663" y="505968"/>
                  </a:lnTo>
                  <a:lnTo>
                    <a:pt x="986663" y="397510"/>
                  </a:lnTo>
                  <a:lnTo>
                    <a:pt x="981329" y="393065"/>
                  </a:lnTo>
                  <a:close/>
                </a:path>
                <a:path w="2018029" h="822960">
                  <a:moveTo>
                    <a:pt x="1153667" y="393065"/>
                  </a:moveTo>
                  <a:lnTo>
                    <a:pt x="1036446" y="393065"/>
                  </a:lnTo>
                  <a:lnTo>
                    <a:pt x="1031239" y="397510"/>
                  </a:lnTo>
                  <a:lnTo>
                    <a:pt x="1031239" y="499872"/>
                  </a:lnTo>
                  <a:lnTo>
                    <a:pt x="1032129" y="505968"/>
                  </a:lnTo>
                  <a:lnTo>
                    <a:pt x="1036446" y="511302"/>
                  </a:lnTo>
                  <a:lnTo>
                    <a:pt x="1153667" y="511302"/>
                  </a:lnTo>
                  <a:lnTo>
                    <a:pt x="1157986" y="505968"/>
                  </a:lnTo>
                  <a:lnTo>
                    <a:pt x="1157986" y="397510"/>
                  </a:lnTo>
                  <a:lnTo>
                    <a:pt x="1153667" y="393065"/>
                  </a:lnTo>
                  <a:close/>
                </a:path>
                <a:path w="2018029" h="822960">
                  <a:moveTo>
                    <a:pt x="1325117" y="393065"/>
                  </a:moveTo>
                  <a:lnTo>
                    <a:pt x="1208786" y="393065"/>
                  </a:lnTo>
                  <a:lnTo>
                    <a:pt x="1203452" y="397510"/>
                  </a:lnTo>
                  <a:lnTo>
                    <a:pt x="1203452" y="505968"/>
                  </a:lnTo>
                  <a:lnTo>
                    <a:pt x="1208786" y="511302"/>
                  </a:lnTo>
                  <a:lnTo>
                    <a:pt x="1325117" y="511302"/>
                  </a:lnTo>
                  <a:lnTo>
                    <a:pt x="1330324" y="505968"/>
                  </a:lnTo>
                  <a:lnTo>
                    <a:pt x="1330324" y="397510"/>
                  </a:lnTo>
                  <a:lnTo>
                    <a:pt x="1325117" y="393065"/>
                  </a:lnTo>
                  <a:close/>
                </a:path>
                <a:path w="2018029" h="822960">
                  <a:moveTo>
                    <a:pt x="1497330" y="393065"/>
                  </a:moveTo>
                  <a:lnTo>
                    <a:pt x="1380109" y="393065"/>
                  </a:lnTo>
                  <a:lnTo>
                    <a:pt x="1375790" y="397510"/>
                  </a:lnTo>
                  <a:lnTo>
                    <a:pt x="1375790" y="505968"/>
                  </a:lnTo>
                  <a:lnTo>
                    <a:pt x="1380109" y="511302"/>
                  </a:lnTo>
                  <a:lnTo>
                    <a:pt x="1497330" y="511302"/>
                  </a:lnTo>
                  <a:lnTo>
                    <a:pt x="1502664" y="505968"/>
                  </a:lnTo>
                  <a:lnTo>
                    <a:pt x="1502664" y="397510"/>
                  </a:lnTo>
                  <a:lnTo>
                    <a:pt x="1497330" y="393065"/>
                  </a:lnTo>
                  <a:close/>
                </a:path>
                <a:path w="2018029" h="822960">
                  <a:moveTo>
                    <a:pt x="1668780" y="393065"/>
                  </a:moveTo>
                  <a:lnTo>
                    <a:pt x="1552447" y="393065"/>
                  </a:lnTo>
                  <a:lnTo>
                    <a:pt x="1547240" y="397510"/>
                  </a:lnTo>
                  <a:lnTo>
                    <a:pt x="1547240" y="505968"/>
                  </a:lnTo>
                  <a:lnTo>
                    <a:pt x="1552447" y="511302"/>
                  </a:lnTo>
                  <a:lnTo>
                    <a:pt x="1668780" y="511302"/>
                  </a:lnTo>
                  <a:lnTo>
                    <a:pt x="1673987" y="505968"/>
                  </a:lnTo>
                  <a:lnTo>
                    <a:pt x="1673987" y="397510"/>
                  </a:lnTo>
                  <a:lnTo>
                    <a:pt x="1668780" y="393065"/>
                  </a:lnTo>
                  <a:close/>
                </a:path>
                <a:path w="2018029" h="822960">
                  <a:moveTo>
                    <a:pt x="1841118" y="393065"/>
                  </a:moveTo>
                  <a:lnTo>
                    <a:pt x="1723897" y="393065"/>
                  </a:lnTo>
                  <a:lnTo>
                    <a:pt x="1719580" y="397510"/>
                  </a:lnTo>
                  <a:lnTo>
                    <a:pt x="1719580" y="505968"/>
                  </a:lnTo>
                  <a:lnTo>
                    <a:pt x="1723897" y="511302"/>
                  </a:lnTo>
                  <a:lnTo>
                    <a:pt x="1841118" y="511302"/>
                  </a:lnTo>
                  <a:lnTo>
                    <a:pt x="1846326" y="505968"/>
                  </a:lnTo>
                  <a:lnTo>
                    <a:pt x="1846326" y="397510"/>
                  </a:lnTo>
                  <a:lnTo>
                    <a:pt x="1841118" y="393065"/>
                  </a:lnTo>
                  <a:close/>
                </a:path>
                <a:path w="2018029" h="822960">
                  <a:moveTo>
                    <a:pt x="2013458" y="237236"/>
                  </a:moveTo>
                  <a:lnTo>
                    <a:pt x="1723897" y="237236"/>
                  </a:lnTo>
                  <a:lnTo>
                    <a:pt x="1719580" y="241681"/>
                  </a:lnTo>
                  <a:lnTo>
                    <a:pt x="1719580" y="350266"/>
                  </a:lnTo>
                  <a:lnTo>
                    <a:pt x="1723897" y="355473"/>
                  </a:lnTo>
                  <a:lnTo>
                    <a:pt x="1886585" y="355473"/>
                  </a:lnTo>
                  <a:lnTo>
                    <a:pt x="1890903" y="360680"/>
                  </a:lnTo>
                  <a:lnTo>
                    <a:pt x="1890903" y="505968"/>
                  </a:lnTo>
                  <a:lnTo>
                    <a:pt x="1896237" y="511302"/>
                  </a:lnTo>
                  <a:lnTo>
                    <a:pt x="2013458" y="511302"/>
                  </a:lnTo>
                  <a:lnTo>
                    <a:pt x="2017776" y="505968"/>
                  </a:lnTo>
                  <a:lnTo>
                    <a:pt x="2017776" y="241681"/>
                  </a:lnTo>
                  <a:lnTo>
                    <a:pt x="2013458" y="237236"/>
                  </a:lnTo>
                  <a:close/>
                </a:path>
                <a:path w="2018029" h="822960">
                  <a:moveTo>
                    <a:pt x="122427" y="548894"/>
                  </a:moveTo>
                  <a:lnTo>
                    <a:pt x="5207" y="548894"/>
                  </a:lnTo>
                  <a:lnTo>
                    <a:pt x="0" y="553339"/>
                  </a:lnTo>
                  <a:lnTo>
                    <a:pt x="0" y="661924"/>
                  </a:lnTo>
                  <a:lnTo>
                    <a:pt x="5207" y="667131"/>
                  </a:lnTo>
                  <a:lnTo>
                    <a:pt x="122427" y="667131"/>
                  </a:lnTo>
                  <a:lnTo>
                    <a:pt x="126873" y="661924"/>
                  </a:lnTo>
                  <a:lnTo>
                    <a:pt x="126873" y="553339"/>
                  </a:lnTo>
                  <a:lnTo>
                    <a:pt x="122427" y="548894"/>
                  </a:lnTo>
                  <a:close/>
                </a:path>
                <a:path w="2018029" h="822960">
                  <a:moveTo>
                    <a:pt x="293877" y="548894"/>
                  </a:moveTo>
                  <a:lnTo>
                    <a:pt x="176657" y="548894"/>
                  </a:lnTo>
                  <a:lnTo>
                    <a:pt x="172338" y="553339"/>
                  </a:lnTo>
                  <a:lnTo>
                    <a:pt x="172338" y="661924"/>
                  </a:lnTo>
                  <a:lnTo>
                    <a:pt x="176657" y="667131"/>
                  </a:lnTo>
                  <a:lnTo>
                    <a:pt x="293877" y="667131"/>
                  </a:lnTo>
                  <a:lnTo>
                    <a:pt x="299085" y="661924"/>
                  </a:lnTo>
                  <a:lnTo>
                    <a:pt x="299085" y="553339"/>
                  </a:lnTo>
                  <a:lnTo>
                    <a:pt x="293877" y="548894"/>
                  </a:lnTo>
                  <a:close/>
                </a:path>
                <a:path w="2018029" h="822960">
                  <a:moveTo>
                    <a:pt x="466216" y="548894"/>
                  </a:moveTo>
                  <a:lnTo>
                    <a:pt x="348996" y="548894"/>
                  </a:lnTo>
                  <a:lnTo>
                    <a:pt x="343788" y="553339"/>
                  </a:lnTo>
                  <a:lnTo>
                    <a:pt x="343788" y="661924"/>
                  </a:lnTo>
                  <a:lnTo>
                    <a:pt x="348996" y="667131"/>
                  </a:lnTo>
                  <a:lnTo>
                    <a:pt x="466216" y="667131"/>
                  </a:lnTo>
                  <a:lnTo>
                    <a:pt x="470535" y="661924"/>
                  </a:lnTo>
                  <a:lnTo>
                    <a:pt x="470535" y="553339"/>
                  </a:lnTo>
                  <a:lnTo>
                    <a:pt x="466216" y="548894"/>
                  </a:lnTo>
                  <a:close/>
                </a:path>
                <a:path w="2018029" h="822960">
                  <a:moveTo>
                    <a:pt x="637666" y="548894"/>
                  </a:moveTo>
                  <a:lnTo>
                    <a:pt x="521335" y="548894"/>
                  </a:lnTo>
                  <a:lnTo>
                    <a:pt x="516001" y="553339"/>
                  </a:lnTo>
                  <a:lnTo>
                    <a:pt x="516001" y="661924"/>
                  </a:lnTo>
                  <a:lnTo>
                    <a:pt x="521335" y="667131"/>
                  </a:lnTo>
                  <a:lnTo>
                    <a:pt x="637666" y="667131"/>
                  </a:lnTo>
                  <a:lnTo>
                    <a:pt x="642873" y="661924"/>
                  </a:lnTo>
                  <a:lnTo>
                    <a:pt x="642873" y="553339"/>
                  </a:lnTo>
                  <a:lnTo>
                    <a:pt x="637666" y="548894"/>
                  </a:lnTo>
                  <a:close/>
                </a:path>
                <a:path w="2018029" h="822960">
                  <a:moveTo>
                    <a:pt x="809879" y="548894"/>
                  </a:moveTo>
                  <a:lnTo>
                    <a:pt x="692785" y="548894"/>
                  </a:lnTo>
                  <a:lnTo>
                    <a:pt x="688339" y="553339"/>
                  </a:lnTo>
                  <a:lnTo>
                    <a:pt x="688339" y="661924"/>
                  </a:lnTo>
                  <a:lnTo>
                    <a:pt x="692785" y="667131"/>
                  </a:lnTo>
                  <a:lnTo>
                    <a:pt x="809879" y="667131"/>
                  </a:lnTo>
                  <a:lnTo>
                    <a:pt x="814323" y="661924"/>
                  </a:lnTo>
                  <a:lnTo>
                    <a:pt x="814323" y="553339"/>
                  </a:lnTo>
                  <a:lnTo>
                    <a:pt x="809879" y="548894"/>
                  </a:lnTo>
                  <a:close/>
                </a:path>
                <a:path w="2018029" h="822960">
                  <a:moveTo>
                    <a:pt x="981329" y="548894"/>
                  </a:moveTo>
                  <a:lnTo>
                    <a:pt x="864996" y="548894"/>
                  </a:lnTo>
                  <a:lnTo>
                    <a:pt x="859789" y="553339"/>
                  </a:lnTo>
                  <a:lnTo>
                    <a:pt x="859789" y="661924"/>
                  </a:lnTo>
                  <a:lnTo>
                    <a:pt x="864996" y="667131"/>
                  </a:lnTo>
                  <a:lnTo>
                    <a:pt x="981329" y="667131"/>
                  </a:lnTo>
                  <a:lnTo>
                    <a:pt x="986663" y="661924"/>
                  </a:lnTo>
                  <a:lnTo>
                    <a:pt x="986663" y="553339"/>
                  </a:lnTo>
                  <a:lnTo>
                    <a:pt x="981329" y="548894"/>
                  </a:lnTo>
                  <a:close/>
                </a:path>
                <a:path w="2018029" h="822960">
                  <a:moveTo>
                    <a:pt x="1153667" y="548894"/>
                  </a:moveTo>
                  <a:lnTo>
                    <a:pt x="1036446" y="548894"/>
                  </a:lnTo>
                  <a:lnTo>
                    <a:pt x="1031239" y="553339"/>
                  </a:lnTo>
                  <a:lnTo>
                    <a:pt x="1031239" y="655701"/>
                  </a:lnTo>
                  <a:lnTo>
                    <a:pt x="1032129" y="661924"/>
                  </a:lnTo>
                  <a:lnTo>
                    <a:pt x="1036446" y="667131"/>
                  </a:lnTo>
                  <a:lnTo>
                    <a:pt x="1153667" y="667131"/>
                  </a:lnTo>
                  <a:lnTo>
                    <a:pt x="1157986" y="661924"/>
                  </a:lnTo>
                  <a:lnTo>
                    <a:pt x="1157986" y="553339"/>
                  </a:lnTo>
                  <a:lnTo>
                    <a:pt x="1153667" y="548894"/>
                  </a:lnTo>
                  <a:close/>
                </a:path>
                <a:path w="2018029" h="822960">
                  <a:moveTo>
                    <a:pt x="1325117" y="548894"/>
                  </a:moveTo>
                  <a:lnTo>
                    <a:pt x="1208786" y="548894"/>
                  </a:lnTo>
                  <a:lnTo>
                    <a:pt x="1203452" y="553339"/>
                  </a:lnTo>
                  <a:lnTo>
                    <a:pt x="1203452" y="661924"/>
                  </a:lnTo>
                  <a:lnTo>
                    <a:pt x="1208786" y="667131"/>
                  </a:lnTo>
                  <a:lnTo>
                    <a:pt x="1325117" y="667131"/>
                  </a:lnTo>
                  <a:lnTo>
                    <a:pt x="1330324" y="661924"/>
                  </a:lnTo>
                  <a:lnTo>
                    <a:pt x="1330324" y="553339"/>
                  </a:lnTo>
                  <a:lnTo>
                    <a:pt x="1325117" y="548894"/>
                  </a:lnTo>
                  <a:close/>
                </a:path>
                <a:path w="2018029" h="822960">
                  <a:moveTo>
                    <a:pt x="1497330" y="548894"/>
                  </a:moveTo>
                  <a:lnTo>
                    <a:pt x="1380109" y="548894"/>
                  </a:lnTo>
                  <a:lnTo>
                    <a:pt x="1375790" y="553339"/>
                  </a:lnTo>
                  <a:lnTo>
                    <a:pt x="1375790" y="661924"/>
                  </a:lnTo>
                  <a:lnTo>
                    <a:pt x="1380109" y="667131"/>
                  </a:lnTo>
                  <a:lnTo>
                    <a:pt x="1497330" y="667131"/>
                  </a:lnTo>
                  <a:lnTo>
                    <a:pt x="1502664" y="661924"/>
                  </a:lnTo>
                  <a:lnTo>
                    <a:pt x="1502664" y="553339"/>
                  </a:lnTo>
                  <a:lnTo>
                    <a:pt x="1497330" y="548894"/>
                  </a:lnTo>
                  <a:close/>
                </a:path>
                <a:path w="2018029" h="822960">
                  <a:moveTo>
                    <a:pt x="1668780" y="548894"/>
                  </a:moveTo>
                  <a:lnTo>
                    <a:pt x="1552447" y="548894"/>
                  </a:lnTo>
                  <a:lnTo>
                    <a:pt x="1547240" y="553339"/>
                  </a:lnTo>
                  <a:lnTo>
                    <a:pt x="1547240" y="661924"/>
                  </a:lnTo>
                  <a:lnTo>
                    <a:pt x="1552447" y="667131"/>
                  </a:lnTo>
                  <a:lnTo>
                    <a:pt x="1668780" y="667131"/>
                  </a:lnTo>
                  <a:lnTo>
                    <a:pt x="1673987" y="661924"/>
                  </a:lnTo>
                  <a:lnTo>
                    <a:pt x="1673987" y="553339"/>
                  </a:lnTo>
                  <a:lnTo>
                    <a:pt x="1668780" y="548894"/>
                  </a:lnTo>
                  <a:close/>
                </a:path>
                <a:path w="2018029" h="822960">
                  <a:moveTo>
                    <a:pt x="1841118" y="548894"/>
                  </a:moveTo>
                  <a:lnTo>
                    <a:pt x="1723897" y="548894"/>
                  </a:lnTo>
                  <a:lnTo>
                    <a:pt x="1719580" y="553339"/>
                  </a:lnTo>
                  <a:lnTo>
                    <a:pt x="1719580" y="661924"/>
                  </a:lnTo>
                  <a:lnTo>
                    <a:pt x="1723897" y="667131"/>
                  </a:lnTo>
                  <a:lnTo>
                    <a:pt x="1841118" y="667131"/>
                  </a:lnTo>
                  <a:lnTo>
                    <a:pt x="1846326" y="661924"/>
                  </a:lnTo>
                  <a:lnTo>
                    <a:pt x="1846326" y="553339"/>
                  </a:lnTo>
                  <a:lnTo>
                    <a:pt x="1841118" y="548894"/>
                  </a:lnTo>
                  <a:close/>
                </a:path>
                <a:path w="2018029" h="822960">
                  <a:moveTo>
                    <a:pt x="2013458" y="548894"/>
                  </a:moveTo>
                  <a:lnTo>
                    <a:pt x="1896237" y="548894"/>
                  </a:lnTo>
                  <a:lnTo>
                    <a:pt x="1890903" y="553339"/>
                  </a:lnTo>
                  <a:lnTo>
                    <a:pt x="1890903" y="661924"/>
                  </a:lnTo>
                  <a:lnTo>
                    <a:pt x="1896237" y="667131"/>
                  </a:lnTo>
                  <a:lnTo>
                    <a:pt x="2013458" y="667131"/>
                  </a:lnTo>
                  <a:lnTo>
                    <a:pt x="2017776" y="661924"/>
                  </a:lnTo>
                  <a:lnTo>
                    <a:pt x="2017776" y="553339"/>
                  </a:lnTo>
                  <a:lnTo>
                    <a:pt x="2013458" y="548894"/>
                  </a:lnTo>
                  <a:close/>
                </a:path>
                <a:path w="2018029" h="822960">
                  <a:moveTo>
                    <a:pt x="122427" y="704723"/>
                  </a:moveTo>
                  <a:lnTo>
                    <a:pt x="5207" y="704723"/>
                  </a:lnTo>
                  <a:lnTo>
                    <a:pt x="0" y="709168"/>
                  </a:lnTo>
                  <a:lnTo>
                    <a:pt x="0" y="817626"/>
                  </a:lnTo>
                  <a:lnTo>
                    <a:pt x="5207" y="822960"/>
                  </a:lnTo>
                  <a:lnTo>
                    <a:pt x="122427" y="822960"/>
                  </a:lnTo>
                  <a:lnTo>
                    <a:pt x="126873" y="817626"/>
                  </a:lnTo>
                  <a:lnTo>
                    <a:pt x="126873" y="709168"/>
                  </a:lnTo>
                  <a:lnTo>
                    <a:pt x="122427" y="704723"/>
                  </a:lnTo>
                  <a:close/>
                </a:path>
                <a:path w="2018029" h="822960">
                  <a:moveTo>
                    <a:pt x="293877" y="704723"/>
                  </a:moveTo>
                  <a:lnTo>
                    <a:pt x="176657" y="704723"/>
                  </a:lnTo>
                  <a:lnTo>
                    <a:pt x="172338" y="709168"/>
                  </a:lnTo>
                  <a:lnTo>
                    <a:pt x="172338" y="817626"/>
                  </a:lnTo>
                  <a:lnTo>
                    <a:pt x="176657" y="822960"/>
                  </a:lnTo>
                  <a:lnTo>
                    <a:pt x="293877" y="822960"/>
                  </a:lnTo>
                  <a:lnTo>
                    <a:pt x="299085" y="817626"/>
                  </a:lnTo>
                  <a:lnTo>
                    <a:pt x="299085" y="709168"/>
                  </a:lnTo>
                  <a:lnTo>
                    <a:pt x="293877" y="704723"/>
                  </a:lnTo>
                  <a:close/>
                </a:path>
                <a:path w="2018029" h="822960">
                  <a:moveTo>
                    <a:pt x="466216" y="704723"/>
                  </a:moveTo>
                  <a:lnTo>
                    <a:pt x="348996" y="704723"/>
                  </a:lnTo>
                  <a:lnTo>
                    <a:pt x="343788" y="709168"/>
                  </a:lnTo>
                  <a:lnTo>
                    <a:pt x="343788" y="817626"/>
                  </a:lnTo>
                  <a:lnTo>
                    <a:pt x="348996" y="822960"/>
                  </a:lnTo>
                  <a:lnTo>
                    <a:pt x="466216" y="822960"/>
                  </a:lnTo>
                  <a:lnTo>
                    <a:pt x="470535" y="817626"/>
                  </a:lnTo>
                  <a:lnTo>
                    <a:pt x="470535" y="709168"/>
                  </a:lnTo>
                  <a:lnTo>
                    <a:pt x="466216" y="704723"/>
                  </a:lnTo>
                  <a:close/>
                </a:path>
                <a:path w="2018029" h="822960">
                  <a:moveTo>
                    <a:pt x="637666" y="704723"/>
                  </a:moveTo>
                  <a:lnTo>
                    <a:pt x="521335" y="704723"/>
                  </a:lnTo>
                  <a:lnTo>
                    <a:pt x="516001" y="709168"/>
                  </a:lnTo>
                  <a:lnTo>
                    <a:pt x="516001" y="817626"/>
                  </a:lnTo>
                  <a:lnTo>
                    <a:pt x="521335" y="822960"/>
                  </a:lnTo>
                  <a:lnTo>
                    <a:pt x="637666" y="822960"/>
                  </a:lnTo>
                  <a:lnTo>
                    <a:pt x="642873" y="817626"/>
                  </a:lnTo>
                  <a:lnTo>
                    <a:pt x="642873" y="709168"/>
                  </a:lnTo>
                  <a:lnTo>
                    <a:pt x="637666" y="704723"/>
                  </a:lnTo>
                  <a:close/>
                </a:path>
                <a:path w="2018029" h="822960">
                  <a:moveTo>
                    <a:pt x="1497330" y="704723"/>
                  </a:moveTo>
                  <a:lnTo>
                    <a:pt x="692785" y="704723"/>
                  </a:lnTo>
                  <a:lnTo>
                    <a:pt x="688339" y="709168"/>
                  </a:lnTo>
                  <a:lnTo>
                    <a:pt x="688339" y="817626"/>
                  </a:lnTo>
                  <a:lnTo>
                    <a:pt x="692785" y="822960"/>
                  </a:lnTo>
                  <a:lnTo>
                    <a:pt x="1497330" y="822960"/>
                  </a:lnTo>
                  <a:lnTo>
                    <a:pt x="1502664" y="817626"/>
                  </a:lnTo>
                  <a:lnTo>
                    <a:pt x="1502664" y="709168"/>
                  </a:lnTo>
                  <a:lnTo>
                    <a:pt x="1497330" y="704723"/>
                  </a:lnTo>
                  <a:close/>
                </a:path>
                <a:path w="2018029" h="822960">
                  <a:moveTo>
                    <a:pt x="1668780" y="704723"/>
                  </a:moveTo>
                  <a:lnTo>
                    <a:pt x="1552447" y="704723"/>
                  </a:lnTo>
                  <a:lnTo>
                    <a:pt x="1547240" y="709168"/>
                  </a:lnTo>
                  <a:lnTo>
                    <a:pt x="1547240" y="817626"/>
                  </a:lnTo>
                  <a:lnTo>
                    <a:pt x="1552447" y="822960"/>
                  </a:lnTo>
                  <a:lnTo>
                    <a:pt x="1668780" y="822960"/>
                  </a:lnTo>
                  <a:lnTo>
                    <a:pt x="1673987" y="817626"/>
                  </a:lnTo>
                  <a:lnTo>
                    <a:pt x="1673987" y="709168"/>
                  </a:lnTo>
                  <a:lnTo>
                    <a:pt x="1668780" y="704723"/>
                  </a:lnTo>
                  <a:close/>
                </a:path>
                <a:path w="2018029" h="822960">
                  <a:moveTo>
                    <a:pt x="1841118" y="704723"/>
                  </a:moveTo>
                  <a:lnTo>
                    <a:pt x="1723897" y="704723"/>
                  </a:lnTo>
                  <a:lnTo>
                    <a:pt x="1719580" y="709168"/>
                  </a:lnTo>
                  <a:lnTo>
                    <a:pt x="1719580" y="817626"/>
                  </a:lnTo>
                  <a:lnTo>
                    <a:pt x="1723897" y="822960"/>
                  </a:lnTo>
                  <a:lnTo>
                    <a:pt x="1841118" y="822960"/>
                  </a:lnTo>
                  <a:lnTo>
                    <a:pt x="1846326" y="817626"/>
                  </a:lnTo>
                  <a:lnTo>
                    <a:pt x="1846326" y="709168"/>
                  </a:lnTo>
                  <a:lnTo>
                    <a:pt x="1841118" y="704723"/>
                  </a:lnTo>
                  <a:close/>
                </a:path>
                <a:path w="2018029" h="822960">
                  <a:moveTo>
                    <a:pt x="2013458" y="704723"/>
                  </a:moveTo>
                  <a:lnTo>
                    <a:pt x="1896237" y="704723"/>
                  </a:lnTo>
                  <a:lnTo>
                    <a:pt x="1890903" y="709168"/>
                  </a:lnTo>
                  <a:lnTo>
                    <a:pt x="1890903" y="817626"/>
                  </a:lnTo>
                  <a:lnTo>
                    <a:pt x="1896237" y="822960"/>
                  </a:lnTo>
                  <a:lnTo>
                    <a:pt x="2013458" y="822960"/>
                  </a:lnTo>
                  <a:lnTo>
                    <a:pt x="2017776" y="817626"/>
                  </a:lnTo>
                  <a:lnTo>
                    <a:pt x="2017776" y="709168"/>
                  </a:lnTo>
                  <a:lnTo>
                    <a:pt x="2013458" y="704723"/>
                  </a:lnTo>
                  <a:close/>
                </a:path>
              </a:pathLst>
            </a:custGeom>
            <a:solidFill>
              <a:srgbClr val="091D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15812" y="2966719"/>
              <a:ext cx="2018030" cy="712470"/>
            </a:xfrm>
            <a:custGeom>
              <a:avLst/>
              <a:gdLst/>
              <a:ahLst/>
              <a:cxnLst/>
              <a:rect l="l" t="t" r="r" b="b"/>
              <a:pathLst>
                <a:path w="2018029" h="712470">
                  <a:moveTo>
                    <a:pt x="1295" y="708660"/>
                  </a:moveTo>
                  <a:lnTo>
                    <a:pt x="0" y="708660"/>
                  </a:lnTo>
                  <a:lnTo>
                    <a:pt x="0" y="712470"/>
                  </a:lnTo>
                  <a:lnTo>
                    <a:pt x="1295" y="712470"/>
                  </a:lnTo>
                  <a:lnTo>
                    <a:pt x="1295" y="708660"/>
                  </a:lnTo>
                  <a:close/>
                </a:path>
                <a:path w="2018029" h="712470">
                  <a:moveTo>
                    <a:pt x="1409" y="553720"/>
                  </a:moveTo>
                  <a:lnTo>
                    <a:pt x="0" y="553720"/>
                  </a:lnTo>
                  <a:lnTo>
                    <a:pt x="0" y="556260"/>
                  </a:lnTo>
                  <a:lnTo>
                    <a:pt x="1409" y="556260"/>
                  </a:lnTo>
                  <a:lnTo>
                    <a:pt x="1409" y="553720"/>
                  </a:lnTo>
                  <a:close/>
                </a:path>
                <a:path w="2018029" h="712470">
                  <a:moveTo>
                    <a:pt x="1498" y="397510"/>
                  </a:moveTo>
                  <a:lnTo>
                    <a:pt x="0" y="397510"/>
                  </a:lnTo>
                  <a:lnTo>
                    <a:pt x="0" y="400050"/>
                  </a:lnTo>
                  <a:lnTo>
                    <a:pt x="1498" y="400050"/>
                  </a:lnTo>
                  <a:lnTo>
                    <a:pt x="1498" y="397510"/>
                  </a:lnTo>
                  <a:close/>
                </a:path>
                <a:path w="2018029" h="712470">
                  <a:moveTo>
                    <a:pt x="3784" y="551180"/>
                  </a:moveTo>
                  <a:lnTo>
                    <a:pt x="1435" y="551180"/>
                  </a:lnTo>
                  <a:lnTo>
                    <a:pt x="1435" y="553720"/>
                  </a:lnTo>
                  <a:lnTo>
                    <a:pt x="3784" y="553720"/>
                  </a:lnTo>
                  <a:lnTo>
                    <a:pt x="3784" y="551180"/>
                  </a:lnTo>
                  <a:close/>
                </a:path>
                <a:path w="2018029" h="712470">
                  <a:moveTo>
                    <a:pt x="4241" y="394970"/>
                  </a:moveTo>
                  <a:lnTo>
                    <a:pt x="1943" y="394970"/>
                  </a:lnTo>
                  <a:lnTo>
                    <a:pt x="1943" y="397510"/>
                  </a:lnTo>
                  <a:lnTo>
                    <a:pt x="4241" y="397510"/>
                  </a:lnTo>
                  <a:lnTo>
                    <a:pt x="4241" y="394970"/>
                  </a:lnTo>
                  <a:close/>
                </a:path>
                <a:path w="2018029" h="712470">
                  <a:moveTo>
                    <a:pt x="122847" y="393700"/>
                  </a:moveTo>
                  <a:lnTo>
                    <a:pt x="4381" y="393700"/>
                  </a:lnTo>
                  <a:lnTo>
                    <a:pt x="4381" y="394970"/>
                  </a:lnTo>
                  <a:lnTo>
                    <a:pt x="122847" y="394970"/>
                  </a:lnTo>
                  <a:lnTo>
                    <a:pt x="122847" y="393700"/>
                  </a:lnTo>
                  <a:close/>
                </a:path>
                <a:path w="2018029" h="712470">
                  <a:moveTo>
                    <a:pt x="123012" y="704850"/>
                  </a:moveTo>
                  <a:lnTo>
                    <a:pt x="4191" y="704850"/>
                  </a:lnTo>
                  <a:lnTo>
                    <a:pt x="4191" y="706120"/>
                  </a:lnTo>
                  <a:lnTo>
                    <a:pt x="2019" y="706120"/>
                  </a:lnTo>
                  <a:lnTo>
                    <a:pt x="2019" y="708660"/>
                  </a:lnTo>
                  <a:lnTo>
                    <a:pt x="4254" y="708660"/>
                  </a:lnTo>
                  <a:lnTo>
                    <a:pt x="4254" y="706120"/>
                  </a:lnTo>
                  <a:lnTo>
                    <a:pt x="123012" y="706120"/>
                  </a:lnTo>
                  <a:lnTo>
                    <a:pt x="123012" y="704850"/>
                  </a:lnTo>
                  <a:close/>
                </a:path>
                <a:path w="2018029" h="712470">
                  <a:moveTo>
                    <a:pt x="126492" y="709168"/>
                  </a:moveTo>
                  <a:lnTo>
                    <a:pt x="123850" y="706374"/>
                  </a:lnTo>
                  <a:lnTo>
                    <a:pt x="122174" y="706374"/>
                  </a:lnTo>
                  <a:lnTo>
                    <a:pt x="126492" y="711962"/>
                  </a:lnTo>
                  <a:lnTo>
                    <a:pt x="126492" y="709168"/>
                  </a:lnTo>
                  <a:close/>
                </a:path>
                <a:path w="2018029" h="712470">
                  <a:moveTo>
                    <a:pt x="126492" y="553720"/>
                  </a:moveTo>
                  <a:lnTo>
                    <a:pt x="123850" y="550926"/>
                  </a:lnTo>
                  <a:lnTo>
                    <a:pt x="122885" y="550926"/>
                  </a:lnTo>
                  <a:lnTo>
                    <a:pt x="122885" y="548640"/>
                  </a:lnTo>
                  <a:lnTo>
                    <a:pt x="4330" y="548640"/>
                  </a:lnTo>
                  <a:lnTo>
                    <a:pt x="4330" y="551180"/>
                  </a:lnTo>
                  <a:lnTo>
                    <a:pt x="122364" y="551180"/>
                  </a:lnTo>
                  <a:lnTo>
                    <a:pt x="126492" y="556514"/>
                  </a:lnTo>
                  <a:lnTo>
                    <a:pt x="126492" y="553720"/>
                  </a:lnTo>
                  <a:close/>
                </a:path>
                <a:path w="2018029" h="712470">
                  <a:moveTo>
                    <a:pt x="126492" y="397764"/>
                  </a:moveTo>
                  <a:lnTo>
                    <a:pt x="123926" y="395351"/>
                  </a:lnTo>
                  <a:lnTo>
                    <a:pt x="122174" y="395351"/>
                  </a:lnTo>
                  <a:lnTo>
                    <a:pt x="126492" y="400177"/>
                  </a:lnTo>
                  <a:lnTo>
                    <a:pt x="126492" y="397764"/>
                  </a:lnTo>
                  <a:close/>
                </a:path>
                <a:path w="2018029" h="712470">
                  <a:moveTo>
                    <a:pt x="1204226" y="243840"/>
                  </a:moveTo>
                  <a:lnTo>
                    <a:pt x="1203960" y="243840"/>
                  </a:lnTo>
                  <a:lnTo>
                    <a:pt x="1203960" y="245110"/>
                  </a:lnTo>
                  <a:lnTo>
                    <a:pt x="1204226" y="245110"/>
                  </a:lnTo>
                  <a:lnTo>
                    <a:pt x="1204226" y="243840"/>
                  </a:lnTo>
                  <a:close/>
                </a:path>
                <a:path w="2018029" h="712470">
                  <a:moveTo>
                    <a:pt x="1205230" y="397510"/>
                  </a:moveTo>
                  <a:lnTo>
                    <a:pt x="1203960" y="397510"/>
                  </a:lnTo>
                  <a:lnTo>
                    <a:pt x="1203960" y="401320"/>
                  </a:lnTo>
                  <a:lnTo>
                    <a:pt x="1205230" y="401320"/>
                  </a:lnTo>
                  <a:lnTo>
                    <a:pt x="1205230" y="397510"/>
                  </a:lnTo>
                  <a:close/>
                </a:path>
                <a:path w="2018029" h="712470">
                  <a:moveTo>
                    <a:pt x="1205369" y="553720"/>
                  </a:moveTo>
                  <a:lnTo>
                    <a:pt x="1203960" y="553720"/>
                  </a:lnTo>
                  <a:lnTo>
                    <a:pt x="1203960" y="556260"/>
                  </a:lnTo>
                  <a:lnTo>
                    <a:pt x="1205369" y="556260"/>
                  </a:lnTo>
                  <a:lnTo>
                    <a:pt x="1205369" y="553720"/>
                  </a:lnTo>
                  <a:close/>
                </a:path>
                <a:path w="2018029" h="712470">
                  <a:moveTo>
                    <a:pt x="1206969" y="240030"/>
                  </a:moveTo>
                  <a:lnTo>
                    <a:pt x="1205293" y="240030"/>
                  </a:lnTo>
                  <a:lnTo>
                    <a:pt x="1205293" y="243840"/>
                  </a:lnTo>
                  <a:lnTo>
                    <a:pt x="1206969" y="243840"/>
                  </a:lnTo>
                  <a:lnTo>
                    <a:pt x="1206969" y="240030"/>
                  </a:lnTo>
                  <a:close/>
                </a:path>
                <a:path w="2018029" h="712470">
                  <a:moveTo>
                    <a:pt x="1207135" y="3810"/>
                  </a:moveTo>
                  <a:lnTo>
                    <a:pt x="1204798" y="3810"/>
                  </a:lnTo>
                  <a:lnTo>
                    <a:pt x="1204798" y="6350"/>
                  </a:lnTo>
                  <a:lnTo>
                    <a:pt x="1203960" y="6350"/>
                  </a:lnTo>
                  <a:lnTo>
                    <a:pt x="1203960" y="7620"/>
                  </a:lnTo>
                  <a:lnTo>
                    <a:pt x="1204963" y="7620"/>
                  </a:lnTo>
                  <a:lnTo>
                    <a:pt x="1204963" y="6350"/>
                  </a:lnTo>
                  <a:lnTo>
                    <a:pt x="1207135" y="6350"/>
                  </a:lnTo>
                  <a:lnTo>
                    <a:pt x="1207135" y="3810"/>
                  </a:lnTo>
                  <a:close/>
                </a:path>
                <a:path w="2018029" h="712470">
                  <a:moveTo>
                    <a:pt x="1207744" y="551180"/>
                  </a:moveTo>
                  <a:lnTo>
                    <a:pt x="1205395" y="551180"/>
                  </a:lnTo>
                  <a:lnTo>
                    <a:pt x="1205395" y="553720"/>
                  </a:lnTo>
                  <a:lnTo>
                    <a:pt x="1207744" y="553720"/>
                  </a:lnTo>
                  <a:lnTo>
                    <a:pt x="1207744" y="551180"/>
                  </a:lnTo>
                  <a:close/>
                </a:path>
                <a:path w="2018029" h="712470">
                  <a:moveTo>
                    <a:pt x="1326007" y="393700"/>
                  </a:moveTo>
                  <a:lnTo>
                    <a:pt x="1208392" y="393700"/>
                  </a:lnTo>
                  <a:lnTo>
                    <a:pt x="1208392" y="394970"/>
                  </a:lnTo>
                  <a:lnTo>
                    <a:pt x="1206093" y="394970"/>
                  </a:lnTo>
                  <a:lnTo>
                    <a:pt x="1206093" y="397510"/>
                  </a:lnTo>
                  <a:lnTo>
                    <a:pt x="1208405" y="397510"/>
                  </a:lnTo>
                  <a:lnTo>
                    <a:pt x="1208405" y="394970"/>
                  </a:lnTo>
                  <a:lnTo>
                    <a:pt x="1326007" y="394970"/>
                  </a:lnTo>
                  <a:lnTo>
                    <a:pt x="1326007" y="393700"/>
                  </a:lnTo>
                  <a:close/>
                </a:path>
                <a:path w="2018029" h="712470">
                  <a:moveTo>
                    <a:pt x="1330452" y="553720"/>
                  </a:moveTo>
                  <a:lnTo>
                    <a:pt x="1327264" y="550926"/>
                  </a:lnTo>
                  <a:lnTo>
                    <a:pt x="1326108" y="550926"/>
                  </a:lnTo>
                  <a:lnTo>
                    <a:pt x="1326108" y="548640"/>
                  </a:lnTo>
                  <a:lnTo>
                    <a:pt x="1208290" y="548640"/>
                  </a:lnTo>
                  <a:lnTo>
                    <a:pt x="1208290" y="551180"/>
                  </a:lnTo>
                  <a:lnTo>
                    <a:pt x="1325473" y="551180"/>
                  </a:lnTo>
                  <a:lnTo>
                    <a:pt x="1330452" y="556514"/>
                  </a:lnTo>
                  <a:lnTo>
                    <a:pt x="1330452" y="553720"/>
                  </a:lnTo>
                  <a:close/>
                </a:path>
                <a:path w="2018029" h="712470">
                  <a:moveTo>
                    <a:pt x="1330452" y="398018"/>
                  </a:moveTo>
                  <a:lnTo>
                    <a:pt x="1327378" y="395478"/>
                  </a:lnTo>
                  <a:lnTo>
                    <a:pt x="1325245" y="395478"/>
                  </a:lnTo>
                  <a:lnTo>
                    <a:pt x="1330452" y="400685"/>
                  </a:lnTo>
                  <a:lnTo>
                    <a:pt x="1330452" y="398018"/>
                  </a:lnTo>
                  <a:close/>
                </a:path>
                <a:path w="2018029" h="712470">
                  <a:moveTo>
                    <a:pt x="1330452" y="243205"/>
                  </a:moveTo>
                  <a:lnTo>
                    <a:pt x="1326972" y="239903"/>
                  </a:lnTo>
                  <a:lnTo>
                    <a:pt x="1326438" y="239903"/>
                  </a:lnTo>
                  <a:lnTo>
                    <a:pt x="1326438" y="238760"/>
                  </a:lnTo>
                  <a:lnTo>
                    <a:pt x="1207960" y="238760"/>
                  </a:lnTo>
                  <a:lnTo>
                    <a:pt x="1207960" y="240030"/>
                  </a:lnTo>
                  <a:lnTo>
                    <a:pt x="1325372" y="240030"/>
                  </a:lnTo>
                  <a:lnTo>
                    <a:pt x="1330452" y="244729"/>
                  </a:lnTo>
                  <a:lnTo>
                    <a:pt x="1330452" y="243205"/>
                  </a:lnTo>
                  <a:close/>
                </a:path>
                <a:path w="2018029" h="712470">
                  <a:moveTo>
                    <a:pt x="1330452" y="5969"/>
                  </a:moveTo>
                  <a:lnTo>
                    <a:pt x="1327899" y="3302"/>
                  </a:lnTo>
                  <a:lnTo>
                    <a:pt x="1326565" y="3302"/>
                  </a:lnTo>
                  <a:lnTo>
                    <a:pt x="1326565" y="0"/>
                  </a:lnTo>
                  <a:lnTo>
                    <a:pt x="1207833" y="0"/>
                  </a:lnTo>
                  <a:lnTo>
                    <a:pt x="1207833" y="3810"/>
                  </a:lnTo>
                  <a:lnTo>
                    <a:pt x="1325816" y="3810"/>
                  </a:lnTo>
                  <a:lnTo>
                    <a:pt x="1330452" y="7874"/>
                  </a:lnTo>
                  <a:lnTo>
                    <a:pt x="1330452" y="5969"/>
                  </a:lnTo>
                  <a:close/>
                </a:path>
                <a:path w="2018029" h="712470">
                  <a:moveTo>
                    <a:pt x="1378800" y="3810"/>
                  </a:moveTo>
                  <a:lnTo>
                    <a:pt x="1376870" y="3810"/>
                  </a:lnTo>
                  <a:lnTo>
                    <a:pt x="1376870" y="6350"/>
                  </a:lnTo>
                  <a:lnTo>
                    <a:pt x="1376172" y="6350"/>
                  </a:lnTo>
                  <a:lnTo>
                    <a:pt x="1376172" y="7620"/>
                  </a:lnTo>
                  <a:lnTo>
                    <a:pt x="1377010" y="7620"/>
                  </a:lnTo>
                  <a:lnTo>
                    <a:pt x="1377010" y="6350"/>
                  </a:lnTo>
                  <a:lnTo>
                    <a:pt x="1378800" y="6350"/>
                  </a:lnTo>
                  <a:lnTo>
                    <a:pt x="1378800" y="3810"/>
                  </a:lnTo>
                  <a:close/>
                </a:path>
                <a:path w="2018029" h="712470">
                  <a:moveTo>
                    <a:pt x="1502664" y="5969"/>
                  </a:moveTo>
                  <a:lnTo>
                    <a:pt x="1500111" y="3302"/>
                  </a:lnTo>
                  <a:lnTo>
                    <a:pt x="1498777" y="3302"/>
                  </a:lnTo>
                  <a:lnTo>
                    <a:pt x="1498777" y="0"/>
                  </a:lnTo>
                  <a:lnTo>
                    <a:pt x="1379385" y="0"/>
                  </a:lnTo>
                  <a:lnTo>
                    <a:pt x="1379385" y="3810"/>
                  </a:lnTo>
                  <a:lnTo>
                    <a:pt x="1498028" y="3810"/>
                  </a:lnTo>
                  <a:lnTo>
                    <a:pt x="1502664" y="7874"/>
                  </a:lnTo>
                  <a:lnTo>
                    <a:pt x="1502664" y="5969"/>
                  </a:lnTo>
                  <a:close/>
                </a:path>
                <a:path w="2018029" h="712470">
                  <a:moveTo>
                    <a:pt x="1547837" y="242570"/>
                  </a:moveTo>
                  <a:lnTo>
                    <a:pt x="1546860" y="242570"/>
                  </a:lnTo>
                  <a:lnTo>
                    <a:pt x="1546860" y="245110"/>
                  </a:lnTo>
                  <a:lnTo>
                    <a:pt x="1547837" y="245110"/>
                  </a:lnTo>
                  <a:lnTo>
                    <a:pt x="1547837" y="242570"/>
                  </a:lnTo>
                  <a:close/>
                </a:path>
                <a:path w="2018029" h="712470">
                  <a:moveTo>
                    <a:pt x="1548193" y="708660"/>
                  </a:moveTo>
                  <a:lnTo>
                    <a:pt x="1546860" y="708660"/>
                  </a:lnTo>
                  <a:lnTo>
                    <a:pt x="1546860" y="712470"/>
                  </a:lnTo>
                  <a:lnTo>
                    <a:pt x="1548193" y="712470"/>
                  </a:lnTo>
                  <a:lnTo>
                    <a:pt x="1548193" y="708660"/>
                  </a:lnTo>
                  <a:close/>
                </a:path>
                <a:path w="2018029" h="712470">
                  <a:moveTo>
                    <a:pt x="1548307" y="553720"/>
                  </a:moveTo>
                  <a:lnTo>
                    <a:pt x="1546860" y="553720"/>
                  </a:lnTo>
                  <a:lnTo>
                    <a:pt x="1546860" y="556260"/>
                  </a:lnTo>
                  <a:lnTo>
                    <a:pt x="1548307" y="556260"/>
                  </a:lnTo>
                  <a:lnTo>
                    <a:pt x="1548307" y="553720"/>
                  </a:lnTo>
                  <a:close/>
                </a:path>
                <a:path w="2018029" h="712470">
                  <a:moveTo>
                    <a:pt x="1548396" y="397510"/>
                  </a:moveTo>
                  <a:lnTo>
                    <a:pt x="1546860" y="397510"/>
                  </a:lnTo>
                  <a:lnTo>
                    <a:pt x="1546860" y="400050"/>
                  </a:lnTo>
                  <a:lnTo>
                    <a:pt x="1548396" y="400050"/>
                  </a:lnTo>
                  <a:lnTo>
                    <a:pt x="1548396" y="397510"/>
                  </a:lnTo>
                  <a:close/>
                </a:path>
                <a:path w="2018029" h="712470">
                  <a:moveTo>
                    <a:pt x="1550111" y="3810"/>
                  </a:moveTo>
                  <a:lnTo>
                    <a:pt x="1547723" y="3810"/>
                  </a:lnTo>
                  <a:lnTo>
                    <a:pt x="1547723" y="6350"/>
                  </a:lnTo>
                  <a:lnTo>
                    <a:pt x="1546860" y="6350"/>
                  </a:lnTo>
                  <a:lnTo>
                    <a:pt x="1546860" y="7620"/>
                  </a:lnTo>
                  <a:lnTo>
                    <a:pt x="1547888" y="7620"/>
                  </a:lnTo>
                  <a:lnTo>
                    <a:pt x="1547888" y="6350"/>
                  </a:lnTo>
                  <a:lnTo>
                    <a:pt x="1550111" y="6350"/>
                  </a:lnTo>
                  <a:lnTo>
                    <a:pt x="1550111" y="3810"/>
                  </a:lnTo>
                  <a:close/>
                </a:path>
                <a:path w="2018029" h="712470">
                  <a:moveTo>
                    <a:pt x="1550644" y="240030"/>
                  </a:moveTo>
                  <a:lnTo>
                    <a:pt x="1548193" y="240030"/>
                  </a:lnTo>
                  <a:lnTo>
                    <a:pt x="1548193" y="242570"/>
                  </a:lnTo>
                  <a:lnTo>
                    <a:pt x="1550644" y="242570"/>
                  </a:lnTo>
                  <a:lnTo>
                    <a:pt x="1550644" y="240030"/>
                  </a:lnTo>
                  <a:close/>
                </a:path>
                <a:path w="2018029" h="712470">
                  <a:moveTo>
                    <a:pt x="1550733" y="551180"/>
                  </a:moveTo>
                  <a:lnTo>
                    <a:pt x="1548333" y="551180"/>
                  </a:lnTo>
                  <a:lnTo>
                    <a:pt x="1548333" y="553720"/>
                  </a:lnTo>
                  <a:lnTo>
                    <a:pt x="1550733" y="553720"/>
                  </a:lnTo>
                  <a:lnTo>
                    <a:pt x="1550733" y="551180"/>
                  </a:lnTo>
                  <a:close/>
                </a:path>
                <a:path w="2018029" h="712470">
                  <a:moveTo>
                    <a:pt x="1551203" y="394970"/>
                  </a:moveTo>
                  <a:lnTo>
                    <a:pt x="1548853" y="394970"/>
                  </a:lnTo>
                  <a:lnTo>
                    <a:pt x="1548853" y="397510"/>
                  </a:lnTo>
                  <a:lnTo>
                    <a:pt x="1551203" y="397510"/>
                  </a:lnTo>
                  <a:lnTo>
                    <a:pt x="1551203" y="394970"/>
                  </a:lnTo>
                  <a:close/>
                </a:path>
                <a:path w="2018029" h="712470">
                  <a:moveTo>
                    <a:pt x="1670367" y="393700"/>
                  </a:moveTo>
                  <a:lnTo>
                    <a:pt x="1551355" y="393700"/>
                  </a:lnTo>
                  <a:lnTo>
                    <a:pt x="1551355" y="394970"/>
                  </a:lnTo>
                  <a:lnTo>
                    <a:pt x="1670367" y="394970"/>
                  </a:lnTo>
                  <a:lnTo>
                    <a:pt x="1670367" y="393700"/>
                  </a:lnTo>
                  <a:close/>
                </a:path>
                <a:path w="2018029" h="712470">
                  <a:moveTo>
                    <a:pt x="1670570" y="704850"/>
                  </a:moveTo>
                  <a:lnTo>
                    <a:pt x="1551152" y="704850"/>
                  </a:lnTo>
                  <a:lnTo>
                    <a:pt x="1551152" y="706120"/>
                  </a:lnTo>
                  <a:lnTo>
                    <a:pt x="1548930" y="706120"/>
                  </a:lnTo>
                  <a:lnTo>
                    <a:pt x="1548930" y="708660"/>
                  </a:lnTo>
                  <a:lnTo>
                    <a:pt x="1551216" y="708660"/>
                  </a:lnTo>
                  <a:lnTo>
                    <a:pt x="1551216" y="706120"/>
                  </a:lnTo>
                  <a:lnTo>
                    <a:pt x="1670570" y="706120"/>
                  </a:lnTo>
                  <a:lnTo>
                    <a:pt x="1670570" y="704850"/>
                  </a:lnTo>
                  <a:close/>
                </a:path>
                <a:path w="2018029" h="712470">
                  <a:moveTo>
                    <a:pt x="1674876" y="709168"/>
                  </a:moveTo>
                  <a:lnTo>
                    <a:pt x="1671612" y="706374"/>
                  </a:lnTo>
                  <a:lnTo>
                    <a:pt x="1669542" y="706374"/>
                  </a:lnTo>
                  <a:lnTo>
                    <a:pt x="1674876" y="711962"/>
                  </a:lnTo>
                  <a:lnTo>
                    <a:pt x="1674876" y="709168"/>
                  </a:lnTo>
                  <a:close/>
                </a:path>
                <a:path w="2018029" h="712470">
                  <a:moveTo>
                    <a:pt x="1674876" y="553720"/>
                  </a:moveTo>
                  <a:lnTo>
                    <a:pt x="1671612" y="550926"/>
                  </a:lnTo>
                  <a:lnTo>
                    <a:pt x="1670418" y="550926"/>
                  </a:lnTo>
                  <a:lnTo>
                    <a:pt x="1670418" y="548640"/>
                  </a:lnTo>
                  <a:lnTo>
                    <a:pt x="1551305" y="548640"/>
                  </a:lnTo>
                  <a:lnTo>
                    <a:pt x="1551305" y="551180"/>
                  </a:lnTo>
                  <a:lnTo>
                    <a:pt x="1669783" y="551180"/>
                  </a:lnTo>
                  <a:lnTo>
                    <a:pt x="1674876" y="556514"/>
                  </a:lnTo>
                  <a:lnTo>
                    <a:pt x="1674876" y="553720"/>
                  </a:lnTo>
                  <a:close/>
                </a:path>
                <a:path w="2018029" h="712470">
                  <a:moveTo>
                    <a:pt x="1674876" y="397764"/>
                  </a:moveTo>
                  <a:lnTo>
                    <a:pt x="1671701" y="395351"/>
                  </a:lnTo>
                  <a:lnTo>
                    <a:pt x="1669542" y="395351"/>
                  </a:lnTo>
                  <a:lnTo>
                    <a:pt x="1674876" y="400177"/>
                  </a:lnTo>
                  <a:lnTo>
                    <a:pt x="1674876" y="397764"/>
                  </a:lnTo>
                  <a:close/>
                </a:path>
                <a:path w="2018029" h="712470">
                  <a:moveTo>
                    <a:pt x="1674876" y="242316"/>
                  </a:moveTo>
                  <a:lnTo>
                    <a:pt x="1671701" y="239903"/>
                  </a:lnTo>
                  <a:lnTo>
                    <a:pt x="1671040" y="239903"/>
                  </a:lnTo>
                  <a:lnTo>
                    <a:pt x="1671040" y="238760"/>
                  </a:lnTo>
                  <a:lnTo>
                    <a:pt x="1550682" y="238760"/>
                  </a:lnTo>
                  <a:lnTo>
                    <a:pt x="1550682" y="240030"/>
                  </a:lnTo>
                  <a:lnTo>
                    <a:pt x="1669681" y="240030"/>
                  </a:lnTo>
                  <a:lnTo>
                    <a:pt x="1674876" y="244729"/>
                  </a:lnTo>
                  <a:lnTo>
                    <a:pt x="1674876" y="242316"/>
                  </a:lnTo>
                  <a:close/>
                </a:path>
                <a:path w="2018029" h="712470">
                  <a:moveTo>
                    <a:pt x="1674876" y="5969"/>
                  </a:moveTo>
                  <a:lnTo>
                    <a:pt x="1672259" y="3302"/>
                  </a:lnTo>
                  <a:lnTo>
                    <a:pt x="1670900" y="3302"/>
                  </a:lnTo>
                  <a:lnTo>
                    <a:pt x="1670900" y="0"/>
                  </a:lnTo>
                  <a:lnTo>
                    <a:pt x="1550822" y="0"/>
                  </a:lnTo>
                  <a:lnTo>
                    <a:pt x="1550822" y="3810"/>
                  </a:lnTo>
                  <a:lnTo>
                    <a:pt x="1670126" y="3810"/>
                  </a:lnTo>
                  <a:lnTo>
                    <a:pt x="1674876" y="7874"/>
                  </a:lnTo>
                  <a:lnTo>
                    <a:pt x="1674876" y="5969"/>
                  </a:lnTo>
                  <a:close/>
                </a:path>
                <a:path w="2018029" h="712470">
                  <a:moveTo>
                    <a:pt x="1719884" y="242570"/>
                  </a:moveTo>
                  <a:lnTo>
                    <a:pt x="1719072" y="242570"/>
                  </a:lnTo>
                  <a:lnTo>
                    <a:pt x="1719072" y="245110"/>
                  </a:lnTo>
                  <a:lnTo>
                    <a:pt x="1719884" y="245110"/>
                  </a:lnTo>
                  <a:lnTo>
                    <a:pt x="1719884" y="242570"/>
                  </a:lnTo>
                  <a:close/>
                </a:path>
                <a:path w="2018029" h="712470">
                  <a:moveTo>
                    <a:pt x="1720176" y="708660"/>
                  </a:moveTo>
                  <a:lnTo>
                    <a:pt x="1719072" y="708660"/>
                  </a:lnTo>
                  <a:lnTo>
                    <a:pt x="1719072" y="712470"/>
                  </a:lnTo>
                  <a:lnTo>
                    <a:pt x="1720176" y="712470"/>
                  </a:lnTo>
                  <a:lnTo>
                    <a:pt x="1720176" y="708660"/>
                  </a:lnTo>
                  <a:close/>
                </a:path>
                <a:path w="2018029" h="712470">
                  <a:moveTo>
                    <a:pt x="1720278" y="553720"/>
                  </a:moveTo>
                  <a:lnTo>
                    <a:pt x="1719072" y="553720"/>
                  </a:lnTo>
                  <a:lnTo>
                    <a:pt x="1719072" y="556260"/>
                  </a:lnTo>
                  <a:lnTo>
                    <a:pt x="1720278" y="556260"/>
                  </a:lnTo>
                  <a:lnTo>
                    <a:pt x="1720278" y="553720"/>
                  </a:lnTo>
                  <a:close/>
                </a:path>
                <a:path w="2018029" h="712470">
                  <a:moveTo>
                    <a:pt x="1721777" y="3810"/>
                  </a:moveTo>
                  <a:lnTo>
                    <a:pt x="1719783" y="3810"/>
                  </a:lnTo>
                  <a:lnTo>
                    <a:pt x="1719783" y="6350"/>
                  </a:lnTo>
                  <a:lnTo>
                    <a:pt x="1719072" y="6350"/>
                  </a:lnTo>
                  <a:lnTo>
                    <a:pt x="1719072" y="7620"/>
                  </a:lnTo>
                  <a:lnTo>
                    <a:pt x="1719935" y="7620"/>
                  </a:lnTo>
                  <a:lnTo>
                    <a:pt x="1719935" y="6350"/>
                  </a:lnTo>
                  <a:lnTo>
                    <a:pt x="1721777" y="6350"/>
                  </a:lnTo>
                  <a:lnTo>
                    <a:pt x="1721777" y="3810"/>
                  </a:lnTo>
                  <a:close/>
                </a:path>
                <a:path w="2018029" h="712470">
                  <a:moveTo>
                    <a:pt x="1722221" y="240030"/>
                  </a:moveTo>
                  <a:lnTo>
                    <a:pt x="1720176" y="240030"/>
                  </a:lnTo>
                  <a:lnTo>
                    <a:pt x="1720176" y="242570"/>
                  </a:lnTo>
                  <a:lnTo>
                    <a:pt x="1722221" y="242570"/>
                  </a:lnTo>
                  <a:lnTo>
                    <a:pt x="1722221" y="240030"/>
                  </a:lnTo>
                  <a:close/>
                </a:path>
                <a:path w="2018029" h="712470">
                  <a:moveTo>
                    <a:pt x="1722297" y="551180"/>
                  </a:moveTo>
                  <a:lnTo>
                    <a:pt x="1720303" y="551180"/>
                  </a:lnTo>
                  <a:lnTo>
                    <a:pt x="1720303" y="553720"/>
                  </a:lnTo>
                  <a:lnTo>
                    <a:pt x="1722297" y="553720"/>
                  </a:lnTo>
                  <a:lnTo>
                    <a:pt x="1722297" y="551180"/>
                  </a:lnTo>
                  <a:close/>
                </a:path>
                <a:path w="2018029" h="712470">
                  <a:moveTo>
                    <a:pt x="1842782" y="704850"/>
                  </a:moveTo>
                  <a:lnTo>
                    <a:pt x="1722640" y="704850"/>
                  </a:lnTo>
                  <a:lnTo>
                    <a:pt x="1722640" y="706120"/>
                  </a:lnTo>
                  <a:lnTo>
                    <a:pt x="1720799" y="706120"/>
                  </a:lnTo>
                  <a:lnTo>
                    <a:pt x="1720799" y="708660"/>
                  </a:lnTo>
                  <a:lnTo>
                    <a:pt x="1722704" y="708660"/>
                  </a:lnTo>
                  <a:lnTo>
                    <a:pt x="1722704" y="706120"/>
                  </a:lnTo>
                  <a:lnTo>
                    <a:pt x="1842782" y="706120"/>
                  </a:lnTo>
                  <a:lnTo>
                    <a:pt x="1842782" y="704850"/>
                  </a:lnTo>
                  <a:close/>
                </a:path>
                <a:path w="2018029" h="712470">
                  <a:moveTo>
                    <a:pt x="1847088" y="709168"/>
                  </a:moveTo>
                  <a:lnTo>
                    <a:pt x="1843824" y="706374"/>
                  </a:lnTo>
                  <a:lnTo>
                    <a:pt x="1841754" y="706374"/>
                  </a:lnTo>
                  <a:lnTo>
                    <a:pt x="1847088" y="711962"/>
                  </a:lnTo>
                  <a:lnTo>
                    <a:pt x="1847088" y="709168"/>
                  </a:lnTo>
                  <a:close/>
                </a:path>
                <a:path w="2018029" h="712470">
                  <a:moveTo>
                    <a:pt x="1847088" y="553720"/>
                  </a:moveTo>
                  <a:lnTo>
                    <a:pt x="1843824" y="550926"/>
                  </a:lnTo>
                  <a:lnTo>
                    <a:pt x="1842643" y="550926"/>
                  </a:lnTo>
                  <a:lnTo>
                    <a:pt x="1842643" y="548640"/>
                  </a:lnTo>
                  <a:lnTo>
                    <a:pt x="1722767" y="548640"/>
                  </a:lnTo>
                  <a:lnTo>
                    <a:pt x="1722767" y="551180"/>
                  </a:lnTo>
                  <a:lnTo>
                    <a:pt x="1841995" y="551180"/>
                  </a:lnTo>
                  <a:lnTo>
                    <a:pt x="1847088" y="556514"/>
                  </a:lnTo>
                  <a:lnTo>
                    <a:pt x="1847088" y="553720"/>
                  </a:lnTo>
                  <a:close/>
                </a:path>
                <a:path w="2018029" h="712470">
                  <a:moveTo>
                    <a:pt x="1847088" y="5969"/>
                  </a:moveTo>
                  <a:lnTo>
                    <a:pt x="1844471" y="3302"/>
                  </a:lnTo>
                  <a:lnTo>
                    <a:pt x="1843112" y="3302"/>
                  </a:lnTo>
                  <a:lnTo>
                    <a:pt x="1843112" y="0"/>
                  </a:lnTo>
                  <a:lnTo>
                    <a:pt x="1722374" y="0"/>
                  </a:lnTo>
                  <a:lnTo>
                    <a:pt x="1722374" y="3810"/>
                  </a:lnTo>
                  <a:lnTo>
                    <a:pt x="1842338" y="3810"/>
                  </a:lnTo>
                  <a:lnTo>
                    <a:pt x="1847088" y="7874"/>
                  </a:lnTo>
                  <a:lnTo>
                    <a:pt x="1847088" y="5969"/>
                  </a:lnTo>
                  <a:close/>
                </a:path>
                <a:path w="2018029" h="712470">
                  <a:moveTo>
                    <a:pt x="1894459" y="3810"/>
                  </a:moveTo>
                  <a:lnTo>
                    <a:pt x="1892122" y="3810"/>
                  </a:lnTo>
                  <a:lnTo>
                    <a:pt x="1892122" y="6350"/>
                  </a:lnTo>
                  <a:lnTo>
                    <a:pt x="1891284" y="6350"/>
                  </a:lnTo>
                  <a:lnTo>
                    <a:pt x="1891284" y="7620"/>
                  </a:lnTo>
                  <a:lnTo>
                    <a:pt x="1892287" y="7620"/>
                  </a:lnTo>
                  <a:lnTo>
                    <a:pt x="1892287" y="6350"/>
                  </a:lnTo>
                  <a:lnTo>
                    <a:pt x="1894459" y="6350"/>
                  </a:lnTo>
                  <a:lnTo>
                    <a:pt x="1894459" y="3810"/>
                  </a:lnTo>
                  <a:close/>
                </a:path>
                <a:path w="2018029" h="712470">
                  <a:moveTo>
                    <a:pt x="2014575" y="238760"/>
                  </a:moveTo>
                  <a:lnTo>
                    <a:pt x="1722259" y="238760"/>
                  </a:lnTo>
                  <a:lnTo>
                    <a:pt x="1722259" y="240030"/>
                  </a:lnTo>
                  <a:lnTo>
                    <a:pt x="2014575" y="240030"/>
                  </a:lnTo>
                  <a:lnTo>
                    <a:pt x="2014575" y="238760"/>
                  </a:lnTo>
                  <a:close/>
                </a:path>
                <a:path w="2018029" h="712470">
                  <a:moveTo>
                    <a:pt x="2017776" y="5969"/>
                  </a:moveTo>
                  <a:lnTo>
                    <a:pt x="2015655" y="3302"/>
                  </a:lnTo>
                  <a:lnTo>
                    <a:pt x="2014550" y="3302"/>
                  </a:lnTo>
                  <a:lnTo>
                    <a:pt x="2014550" y="0"/>
                  </a:lnTo>
                  <a:lnTo>
                    <a:pt x="1895157" y="0"/>
                  </a:lnTo>
                  <a:lnTo>
                    <a:pt x="1895157" y="3810"/>
                  </a:lnTo>
                  <a:lnTo>
                    <a:pt x="2013927" y="3810"/>
                  </a:lnTo>
                  <a:lnTo>
                    <a:pt x="2017776" y="7874"/>
                  </a:lnTo>
                  <a:lnTo>
                    <a:pt x="2017776" y="5969"/>
                  </a:lnTo>
                  <a:close/>
                </a:path>
              </a:pathLst>
            </a:custGeom>
            <a:solidFill>
              <a:srgbClr val="0031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491984" y="3061969"/>
              <a:ext cx="641985" cy="617220"/>
            </a:xfrm>
            <a:custGeom>
              <a:avLst/>
              <a:gdLst/>
              <a:ahLst/>
              <a:cxnLst/>
              <a:rect l="l" t="t" r="r" b="b"/>
              <a:pathLst>
                <a:path w="641984" h="617220">
                  <a:moveTo>
                    <a:pt x="533" y="5080"/>
                  </a:moveTo>
                  <a:lnTo>
                    <a:pt x="0" y="5080"/>
                  </a:lnTo>
                  <a:lnTo>
                    <a:pt x="0" y="6350"/>
                  </a:lnTo>
                  <a:lnTo>
                    <a:pt x="533" y="6350"/>
                  </a:lnTo>
                  <a:lnTo>
                    <a:pt x="533" y="5080"/>
                  </a:lnTo>
                  <a:close/>
                </a:path>
                <a:path w="641984" h="617220">
                  <a:moveTo>
                    <a:pt x="787" y="147320"/>
                  </a:moveTo>
                  <a:lnTo>
                    <a:pt x="0" y="147320"/>
                  </a:lnTo>
                  <a:lnTo>
                    <a:pt x="0" y="149860"/>
                  </a:lnTo>
                  <a:lnTo>
                    <a:pt x="787" y="149860"/>
                  </a:lnTo>
                  <a:lnTo>
                    <a:pt x="787" y="147320"/>
                  </a:lnTo>
                  <a:close/>
                </a:path>
                <a:path w="641984" h="617220">
                  <a:moveTo>
                    <a:pt x="1168" y="458470"/>
                  </a:moveTo>
                  <a:lnTo>
                    <a:pt x="0" y="458470"/>
                  </a:lnTo>
                  <a:lnTo>
                    <a:pt x="0" y="461010"/>
                  </a:lnTo>
                  <a:lnTo>
                    <a:pt x="1168" y="461010"/>
                  </a:lnTo>
                  <a:lnTo>
                    <a:pt x="1168" y="458470"/>
                  </a:lnTo>
                  <a:close/>
                </a:path>
                <a:path w="641984" h="617220">
                  <a:moveTo>
                    <a:pt x="1244" y="302260"/>
                  </a:moveTo>
                  <a:lnTo>
                    <a:pt x="0" y="302260"/>
                  </a:lnTo>
                  <a:lnTo>
                    <a:pt x="0" y="304800"/>
                  </a:lnTo>
                  <a:lnTo>
                    <a:pt x="1244" y="304800"/>
                  </a:lnTo>
                  <a:lnTo>
                    <a:pt x="1244" y="302260"/>
                  </a:lnTo>
                  <a:close/>
                </a:path>
                <a:path w="641984" h="617220">
                  <a:moveTo>
                    <a:pt x="2552" y="2540"/>
                  </a:moveTo>
                  <a:lnTo>
                    <a:pt x="673" y="2540"/>
                  </a:lnTo>
                  <a:lnTo>
                    <a:pt x="673" y="5080"/>
                  </a:lnTo>
                  <a:lnTo>
                    <a:pt x="2552" y="5080"/>
                  </a:lnTo>
                  <a:lnTo>
                    <a:pt x="2552" y="2540"/>
                  </a:lnTo>
                  <a:close/>
                </a:path>
                <a:path w="641984" h="617220">
                  <a:moveTo>
                    <a:pt x="3060" y="144780"/>
                  </a:moveTo>
                  <a:lnTo>
                    <a:pt x="1079" y="144780"/>
                  </a:lnTo>
                  <a:lnTo>
                    <a:pt x="1079" y="147320"/>
                  </a:lnTo>
                  <a:lnTo>
                    <a:pt x="3060" y="147320"/>
                  </a:lnTo>
                  <a:lnTo>
                    <a:pt x="3060" y="144780"/>
                  </a:lnTo>
                  <a:close/>
                </a:path>
                <a:path w="641984" h="617220">
                  <a:moveTo>
                    <a:pt x="3136" y="455930"/>
                  </a:moveTo>
                  <a:lnTo>
                    <a:pt x="1193" y="455930"/>
                  </a:lnTo>
                  <a:lnTo>
                    <a:pt x="1193" y="458470"/>
                  </a:lnTo>
                  <a:lnTo>
                    <a:pt x="3136" y="458470"/>
                  </a:lnTo>
                  <a:lnTo>
                    <a:pt x="3136" y="455930"/>
                  </a:lnTo>
                  <a:close/>
                </a:path>
                <a:path w="641984" h="617220">
                  <a:moveTo>
                    <a:pt x="3517" y="299720"/>
                  </a:moveTo>
                  <a:lnTo>
                    <a:pt x="1612" y="299720"/>
                  </a:lnTo>
                  <a:lnTo>
                    <a:pt x="1612" y="302260"/>
                  </a:lnTo>
                  <a:lnTo>
                    <a:pt x="3517" y="302260"/>
                  </a:lnTo>
                  <a:lnTo>
                    <a:pt x="3517" y="299720"/>
                  </a:lnTo>
                  <a:close/>
                </a:path>
                <a:path w="641984" h="617220">
                  <a:moveTo>
                    <a:pt x="122097" y="298450"/>
                  </a:moveTo>
                  <a:lnTo>
                    <a:pt x="3632" y="298450"/>
                  </a:lnTo>
                  <a:lnTo>
                    <a:pt x="3632" y="299720"/>
                  </a:lnTo>
                  <a:lnTo>
                    <a:pt x="122097" y="299720"/>
                  </a:lnTo>
                  <a:lnTo>
                    <a:pt x="122097" y="298450"/>
                  </a:lnTo>
                  <a:close/>
                </a:path>
                <a:path w="641984" h="617220">
                  <a:moveTo>
                    <a:pt x="126492" y="458470"/>
                  </a:moveTo>
                  <a:lnTo>
                    <a:pt x="123304" y="455676"/>
                  </a:lnTo>
                  <a:lnTo>
                    <a:pt x="122148" y="455676"/>
                  </a:lnTo>
                  <a:lnTo>
                    <a:pt x="122148" y="453390"/>
                  </a:lnTo>
                  <a:lnTo>
                    <a:pt x="3594" y="453390"/>
                  </a:lnTo>
                  <a:lnTo>
                    <a:pt x="3594" y="455930"/>
                  </a:lnTo>
                  <a:lnTo>
                    <a:pt x="121513" y="455930"/>
                  </a:lnTo>
                  <a:lnTo>
                    <a:pt x="126492" y="461264"/>
                  </a:lnTo>
                  <a:lnTo>
                    <a:pt x="126492" y="458470"/>
                  </a:lnTo>
                  <a:close/>
                </a:path>
                <a:path w="641984" h="617220">
                  <a:moveTo>
                    <a:pt x="126492" y="302514"/>
                  </a:moveTo>
                  <a:lnTo>
                    <a:pt x="123393" y="300101"/>
                  </a:lnTo>
                  <a:lnTo>
                    <a:pt x="121285" y="300101"/>
                  </a:lnTo>
                  <a:lnTo>
                    <a:pt x="126492" y="304927"/>
                  </a:lnTo>
                  <a:lnTo>
                    <a:pt x="126492" y="302514"/>
                  </a:lnTo>
                  <a:close/>
                </a:path>
                <a:path w="641984" h="617220">
                  <a:moveTo>
                    <a:pt x="126492" y="147066"/>
                  </a:moveTo>
                  <a:lnTo>
                    <a:pt x="123393" y="144653"/>
                  </a:lnTo>
                  <a:lnTo>
                    <a:pt x="122745" y="144653"/>
                  </a:lnTo>
                  <a:lnTo>
                    <a:pt x="122745" y="143510"/>
                  </a:lnTo>
                  <a:lnTo>
                    <a:pt x="3098" y="143510"/>
                  </a:lnTo>
                  <a:lnTo>
                    <a:pt x="3098" y="144780"/>
                  </a:lnTo>
                  <a:lnTo>
                    <a:pt x="121412" y="144780"/>
                  </a:lnTo>
                  <a:lnTo>
                    <a:pt x="126492" y="149479"/>
                  </a:lnTo>
                  <a:lnTo>
                    <a:pt x="126492" y="147066"/>
                  </a:lnTo>
                  <a:close/>
                </a:path>
                <a:path w="641984" h="617220">
                  <a:moveTo>
                    <a:pt x="126492" y="4572"/>
                  </a:moveTo>
                  <a:lnTo>
                    <a:pt x="123888" y="2159"/>
                  </a:lnTo>
                  <a:lnTo>
                    <a:pt x="122923" y="2159"/>
                  </a:lnTo>
                  <a:lnTo>
                    <a:pt x="122923" y="0"/>
                  </a:lnTo>
                  <a:lnTo>
                    <a:pt x="2946" y="0"/>
                  </a:lnTo>
                  <a:lnTo>
                    <a:pt x="2946" y="2540"/>
                  </a:lnTo>
                  <a:lnTo>
                    <a:pt x="121767" y="2540"/>
                  </a:lnTo>
                  <a:lnTo>
                    <a:pt x="126492" y="6223"/>
                  </a:lnTo>
                  <a:lnTo>
                    <a:pt x="126492" y="4572"/>
                  </a:lnTo>
                  <a:close/>
                </a:path>
                <a:path w="641984" h="617220">
                  <a:moveTo>
                    <a:pt x="343446" y="5080"/>
                  </a:moveTo>
                  <a:lnTo>
                    <a:pt x="342900" y="5080"/>
                  </a:lnTo>
                  <a:lnTo>
                    <a:pt x="342900" y="6350"/>
                  </a:lnTo>
                  <a:lnTo>
                    <a:pt x="343446" y="6350"/>
                  </a:lnTo>
                  <a:lnTo>
                    <a:pt x="343446" y="5080"/>
                  </a:lnTo>
                  <a:close/>
                </a:path>
                <a:path w="641984" h="617220">
                  <a:moveTo>
                    <a:pt x="344182" y="302260"/>
                  </a:moveTo>
                  <a:lnTo>
                    <a:pt x="342900" y="302260"/>
                  </a:lnTo>
                  <a:lnTo>
                    <a:pt x="342900" y="304800"/>
                  </a:lnTo>
                  <a:lnTo>
                    <a:pt x="344182" y="304800"/>
                  </a:lnTo>
                  <a:lnTo>
                    <a:pt x="344182" y="302260"/>
                  </a:lnTo>
                  <a:close/>
                </a:path>
                <a:path w="641984" h="617220">
                  <a:moveTo>
                    <a:pt x="345528" y="2540"/>
                  </a:moveTo>
                  <a:lnTo>
                    <a:pt x="343598" y="2540"/>
                  </a:lnTo>
                  <a:lnTo>
                    <a:pt x="343598" y="5080"/>
                  </a:lnTo>
                  <a:lnTo>
                    <a:pt x="345528" y="5080"/>
                  </a:lnTo>
                  <a:lnTo>
                    <a:pt x="345528" y="2540"/>
                  </a:lnTo>
                  <a:close/>
                </a:path>
                <a:path w="641984" h="617220">
                  <a:moveTo>
                    <a:pt x="346519" y="299720"/>
                  </a:moveTo>
                  <a:lnTo>
                    <a:pt x="344563" y="299720"/>
                  </a:lnTo>
                  <a:lnTo>
                    <a:pt x="344563" y="302260"/>
                  </a:lnTo>
                  <a:lnTo>
                    <a:pt x="346519" y="302260"/>
                  </a:lnTo>
                  <a:lnTo>
                    <a:pt x="346519" y="299720"/>
                  </a:lnTo>
                  <a:close/>
                </a:path>
                <a:path w="641984" h="617220">
                  <a:moveTo>
                    <a:pt x="466407" y="298450"/>
                  </a:moveTo>
                  <a:lnTo>
                    <a:pt x="346646" y="298450"/>
                  </a:lnTo>
                  <a:lnTo>
                    <a:pt x="346646" y="299720"/>
                  </a:lnTo>
                  <a:lnTo>
                    <a:pt x="466407" y="299720"/>
                  </a:lnTo>
                  <a:lnTo>
                    <a:pt x="466407" y="298450"/>
                  </a:lnTo>
                  <a:close/>
                </a:path>
                <a:path w="641984" h="617220">
                  <a:moveTo>
                    <a:pt x="470916" y="302514"/>
                  </a:moveTo>
                  <a:lnTo>
                    <a:pt x="467741" y="300101"/>
                  </a:lnTo>
                  <a:lnTo>
                    <a:pt x="465582" y="300101"/>
                  </a:lnTo>
                  <a:lnTo>
                    <a:pt x="470916" y="304927"/>
                  </a:lnTo>
                  <a:lnTo>
                    <a:pt x="470916" y="302514"/>
                  </a:lnTo>
                  <a:close/>
                </a:path>
                <a:path w="641984" h="617220">
                  <a:moveTo>
                    <a:pt x="516407" y="613410"/>
                  </a:moveTo>
                  <a:lnTo>
                    <a:pt x="515112" y="613410"/>
                  </a:lnTo>
                  <a:lnTo>
                    <a:pt x="515112" y="617220"/>
                  </a:lnTo>
                  <a:lnTo>
                    <a:pt x="516407" y="617220"/>
                  </a:lnTo>
                  <a:lnTo>
                    <a:pt x="516407" y="613410"/>
                  </a:lnTo>
                  <a:close/>
                </a:path>
                <a:path w="641984" h="617220">
                  <a:moveTo>
                    <a:pt x="516521" y="458470"/>
                  </a:moveTo>
                  <a:lnTo>
                    <a:pt x="515112" y="458470"/>
                  </a:lnTo>
                  <a:lnTo>
                    <a:pt x="515112" y="461010"/>
                  </a:lnTo>
                  <a:lnTo>
                    <a:pt x="516521" y="461010"/>
                  </a:lnTo>
                  <a:lnTo>
                    <a:pt x="516521" y="458470"/>
                  </a:lnTo>
                  <a:close/>
                </a:path>
                <a:path w="641984" h="617220">
                  <a:moveTo>
                    <a:pt x="518896" y="455930"/>
                  </a:moveTo>
                  <a:lnTo>
                    <a:pt x="516547" y="455930"/>
                  </a:lnTo>
                  <a:lnTo>
                    <a:pt x="516547" y="458470"/>
                  </a:lnTo>
                  <a:lnTo>
                    <a:pt x="518896" y="458470"/>
                  </a:lnTo>
                  <a:lnTo>
                    <a:pt x="518896" y="455930"/>
                  </a:lnTo>
                  <a:close/>
                </a:path>
                <a:path w="641984" h="617220">
                  <a:moveTo>
                    <a:pt x="638124" y="609600"/>
                  </a:moveTo>
                  <a:lnTo>
                    <a:pt x="519303" y="609600"/>
                  </a:lnTo>
                  <a:lnTo>
                    <a:pt x="519303" y="610870"/>
                  </a:lnTo>
                  <a:lnTo>
                    <a:pt x="517131" y="610870"/>
                  </a:lnTo>
                  <a:lnTo>
                    <a:pt x="517131" y="613410"/>
                  </a:lnTo>
                  <a:lnTo>
                    <a:pt x="519366" y="613410"/>
                  </a:lnTo>
                  <a:lnTo>
                    <a:pt x="519366" y="610870"/>
                  </a:lnTo>
                  <a:lnTo>
                    <a:pt x="638124" y="610870"/>
                  </a:lnTo>
                  <a:lnTo>
                    <a:pt x="638124" y="609600"/>
                  </a:lnTo>
                  <a:close/>
                </a:path>
                <a:path w="641984" h="617220">
                  <a:moveTo>
                    <a:pt x="641604" y="613918"/>
                  </a:moveTo>
                  <a:lnTo>
                    <a:pt x="638962" y="611124"/>
                  </a:lnTo>
                  <a:lnTo>
                    <a:pt x="637286" y="611124"/>
                  </a:lnTo>
                  <a:lnTo>
                    <a:pt x="641604" y="616712"/>
                  </a:lnTo>
                  <a:lnTo>
                    <a:pt x="641604" y="613918"/>
                  </a:lnTo>
                  <a:close/>
                </a:path>
                <a:path w="641984" h="617220">
                  <a:moveTo>
                    <a:pt x="641604" y="458470"/>
                  </a:moveTo>
                  <a:lnTo>
                    <a:pt x="638962" y="455676"/>
                  </a:lnTo>
                  <a:lnTo>
                    <a:pt x="637997" y="455676"/>
                  </a:lnTo>
                  <a:lnTo>
                    <a:pt x="637997" y="453390"/>
                  </a:lnTo>
                  <a:lnTo>
                    <a:pt x="519442" y="453390"/>
                  </a:lnTo>
                  <a:lnTo>
                    <a:pt x="519442" y="455930"/>
                  </a:lnTo>
                  <a:lnTo>
                    <a:pt x="637476" y="455930"/>
                  </a:lnTo>
                  <a:lnTo>
                    <a:pt x="641604" y="461264"/>
                  </a:lnTo>
                  <a:lnTo>
                    <a:pt x="641604" y="458470"/>
                  </a:lnTo>
                  <a:close/>
                </a:path>
                <a:path w="641984" h="617220">
                  <a:moveTo>
                    <a:pt x="641604" y="147066"/>
                  </a:moveTo>
                  <a:lnTo>
                    <a:pt x="638962" y="144653"/>
                  </a:lnTo>
                  <a:lnTo>
                    <a:pt x="638403" y="144653"/>
                  </a:lnTo>
                  <a:lnTo>
                    <a:pt x="638403" y="143510"/>
                  </a:lnTo>
                  <a:lnTo>
                    <a:pt x="346087" y="143510"/>
                  </a:lnTo>
                  <a:lnTo>
                    <a:pt x="346087" y="144780"/>
                  </a:lnTo>
                  <a:lnTo>
                    <a:pt x="637273" y="144780"/>
                  </a:lnTo>
                  <a:lnTo>
                    <a:pt x="641604" y="149479"/>
                  </a:lnTo>
                  <a:lnTo>
                    <a:pt x="641604" y="147066"/>
                  </a:lnTo>
                  <a:close/>
                </a:path>
                <a:path w="641984" h="617220">
                  <a:moveTo>
                    <a:pt x="641604" y="4572"/>
                  </a:moveTo>
                  <a:lnTo>
                    <a:pt x="639381" y="2159"/>
                  </a:lnTo>
                  <a:lnTo>
                    <a:pt x="638556" y="2159"/>
                  </a:lnTo>
                  <a:lnTo>
                    <a:pt x="638556" y="0"/>
                  </a:lnTo>
                  <a:lnTo>
                    <a:pt x="345935" y="0"/>
                  </a:lnTo>
                  <a:lnTo>
                    <a:pt x="345935" y="2540"/>
                  </a:lnTo>
                  <a:lnTo>
                    <a:pt x="637565" y="2540"/>
                  </a:lnTo>
                  <a:lnTo>
                    <a:pt x="641604" y="6223"/>
                  </a:lnTo>
                  <a:lnTo>
                    <a:pt x="641604" y="4572"/>
                  </a:lnTo>
                  <a:close/>
                </a:path>
              </a:pathLst>
            </a:custGeom>
            <a:solidFill>
              <a:srgbClr val="0031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62544" y="2772155"/>
              <a:ext cx="112775" cy="1143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767191" y="2702051"/>
              <a:ext cx="65405" cy="30480"/>
            </a:xfrm>
            <a:custGeom>
              <a:avLst/>
              <a:gdLst/>
              <a:ahLst/>
              <a:cxnLst/>
              <a:rect l="l" t="t" r="r" b="b"/>
              <a:pathLst>
                <a:path w="65404" h="30480">
                  <a:moveTo>
                    <a:pt x="386" y="26416"/>
                  </a:moveTo>
                  <a:lnTo>
                    <a:pt x="513" y="27812"/>
                  </a:lnTo>
                  <a:lnTo>
                    <a:pt x="1275" y="30480"/>
                  </a:lnTo>
                  <a:lnTo>
                    <a:pt x="1275" y="29464"/>
                  </a:lnTo>
                  <a:lnTo>
                    <a:pt x="894" y="28448"/>
                  </a:lnTo>
                  <a:lnTo>
                    <a:pt x="386" y="26416"/>
                  </a:lnTo>
                  <a:close/>
                </a:path>
                <a:path w="65404" h="30480">
                  <a:moveTo>
                    <a:pt x="34608" y="2031"/>
                  </a:moveTo>
                  <a:lnTo>
                    <a:pt x="23627" y="2031"/>
                  </a:lnTo>
                  <a:lnTo>
                    <a:pt x="37064" y="4262"/>
                  </a:lnTo>
                  <a:lnTo>
                    <a:pt x="49297" y="10350"/>
                  </a:lnTo>
                  <a:lnTo>
                    <a:pt x="59078" y="19391"/>
                  </a:lnTo>
                  <a:lnTo>
                    <a:pt x="65156" y="30480"/>
                  </a:lnTo>
                  <a:lnTo>
                    <a:pt x="65156" y="29464"/>
                  </a:lnTo>
                  <a:lnTo>
                    <a:pt x="58935" y="18270"/>
                  </a:lnTo>
                  <a:lnTo>
                    <a:pt x="48916" y="8874"/>
                  </a:lnTo>
                  <a:lnTo>
                    <a:pt x="36635" y="2407"/>
                  </a:lnTo>
                  <a:lnTo>
                    <a:pt x="34608" y="2031"/>
                  </a:lnTo>
                  <a:close/>
                </a:path>
                <a:path w="65404" h="30480">
                  <a:moveTo>
                    <a:pt x="23627" y="0"/>
                  </a:moveTo>
                  <a:lnTo>
                    <a:pt x="12227" y="2109"/>
                  </a:lnTo>
                  <a:lnTo>
                    <a:pt x="4149" y="7826"/>
                  </a:lnTo>
                  <a:lnTo>
                    <a:pt x="0" y="16234"/>
                  </a:lnTo>
                  <a:lnTo>
                    <a:pt x="386" y="26416"/>
                  </a:lnTo>
                  <a:lnTo>
                    <a:pt x="839" y="16765"/>
                  </a:lnTo>
                  <a:lnTo>
                    <a:pt x="5244" y="9032"/>
                  </a:lnTo>
                  <a:lnTo>
                    <a:pt x="13031" y="3895"/>
                  </a:lnTo>
                  <a:lnTo>
                    <a:pt x="23627" y="2031"/>
                  </a:lnTo>
                  <a:lnTo>
                    <a:pt x="34608" y="2031"/>
                  </a:lnTo>
                  <a:lnTo>
                    <a:pt x="23627" y="0"/>
                  </a:lnTo>
                  <a:close/>
                </a:path>
              </a:pathLst>
            </a:custGeom>
            <a:solidFill>
              <a:srgbClr val="FF52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886080" y="2702051"/>
              <a:ext cx="65405" cy="30480"/>
            </a:xfrm>
            <a:custGeom>
              <a:avLst/>
              <a:gdLst/>
              <a:ahLst/>
              <a:cxnLst/>
              <a:rect l="l" t="t" r="r" b="b"/>
              <a:pathLst>
                <a:path w="65404" h="30480">
                  <a:moveTo>
                    <a:pt x="369" y="26416"/>
                  </a:moveTo>
                  <a:lnTo>
                    <a:pt x="496" y="27812"/>
                  </a:lnTo>
                  <a:lnTo>
                    <a:pt x="877" y="29083"/>
                  </a:lnTo>
                  <a:lnTo>
                    <a:pt x="1385" y="30480"/>
                  </a:lnTo>
                  <a:lnTo>
                    <a:pt x="1385" y="29464"/>
                  </a:lnTo>
                  <a:lnTo>
                    <a:pt x="877" y="28448"/>
                  </a:lnTo>
                  <a:lnTo>
                    <a:pt x="369" y="26416"/>
                  </a:lnTo>
                  <a:close/>
                </a:path>
                <a:path w="65404" h="30480">
                  <a:moveTo>
                    <a:pt x="34952" y="2031"/>
                  </a:moveTo>
                  <a:lnTo>
                    <a:pt x="23610" y="2031"/>
                  </a:lnTo>
                  <a:lnTo>
                    <a:pt x="37046" y="4262"/>
                  </a:lnTo>
                  <a:lnTo>
                    <a:pt x="49279" y="10350"/>
                  </a:lnTo>
                  <a:lnTo>
                    <a:pt x="59060" y="19391"/>
                  </a:lnTo>
                  <a:lnTo>
                    <a:pt x="65139" y="30480"/>
                  </a:lnTo>
                  <a:lnTo>
                    <a:pt x="65139" y="29464"/>
                  </a:lnTo>
                  <a:lnTo>
                    <a:pt x="59060" y="18270"/>
                  </a:lnTo>
                  <a:lnTo>
                    <a:pt x="49279" y="8874"/>
                  </a:lnTo>
                  <a:lnTo>
                    <a:pt x="37046" y="2407"/>
                  </a:lnTo>
                  <a:lnTo>
                    <a:pt x="34952" y="2031"/>
                  </a:lnTo>
                  <a:close/>
                </a:path>
                <a:path w="65404" h="30480">
                  <a:moveTo>
                    <a:pt x="23610" y="0"/>
                  </a:moveTo>
                  <a:lnTo>
                    <a:pt x="12263" y="2109"/>
                  </a:lnTo>
                  <a:lnTo>
                    <a:pt x="4179" y="7826"/>
                  </a:lnTo>
                  <a:lnTo>
                    <a:pt x="0" y="16234"/>
                  </a:lnTo>
                  <a:lnTo>
                    <a:pt x="369" y="26416"/>
                  </a:lnTo>
                  <a:lnTo>
                    <a:pt x="821" y="16765"/>
                  </a:lnTo>
                  <a:lnTo>
                    <a:pt x="5226" y="9032"/>
                  </a:lnTo>
                  <a:lnTo>
                    <a:pt x="13013" y="3895"/>
                  </a:lnTo>
                  <a:lnTo>
                    <a:pt x="23610" y="2031"/>
                  </a:lnTo>
                  <a:lnTo>
                    <a:pt x="34952" y="2031"/>
                  </a:lnTo>
                  <a:lnTo>
                    <a:pt x="23610" y="0"/>
                  </a:lnTo>
                  <a:close/>
                </a:path>
              </a:pathLst>
            </a:custGeom>
            <a:solidFill>
              <a:srgbClr val="45FF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807452" y="2334767"/>
              <a:ext cx="234950" cy="32384"/>
            </a:xfrm>
            <a:custGeom>
              <a:avLst/>
              <a:gdLst/>
              <a:ahLst/>
              <a:cxnLst/>
              <a:rect l="l" t="t" r="r" b="b"/>
              <a:pathLst>
                <a:path w="234950" h="32385">
                  <a:moveTo>
                    <a:pt x="108204" y="6985"/>
                  </a:moveTo>
                  <a:lnTo>
                    <a:pt x="100330" y="0"/>
                  </a:lnTo>
                  <a:lnTo>
                    <a:pt x="16764" y="0"/>
                  </a:lnTo>
                  <a:lnTo>
                    <a:pt x="7874" y="0"/>
                  </a:lnTo>
                  <a:lnTo>
                    <a:pt x="0" y="6985"/>
                  </a:lnTo>
                  <a:lnTo>
                    <a:pt x="0" y="25019"/>
                  </a:lnTo>
                  <a:lnTo>
                    <a:pt x="7874" y="32004"/>
                  </a:lnTo>
                  <a:lnTo>
                    <a:pt x="100330" y="32004"/>
                  </a:lnTo>
                  <a:lnTo>
                    <a:pt x="108204" y="25019"/>
                  </a:lnTo>
                  <a:lnTo>
                    <a:pt x="108204" y="6985"/>
                  </a:lnTo>
                  <a:close/>
                </a:path>
                <a:path w="234950" h="32385">
                  <a:moveTo>
                    <a:pt x="234696" y="6985"/>
                  </a:moveTo>
                  <a:lnTo>
                    <a:pt x="226822" y="0"/>
                  </a:lnTo>
                  <a:lnTo>
                    <a:pt x="144526" y="0"/>
                  </a:lnTo>
                  <a:lnTo>
                    <a:pt x="135890" y="0"/>
                  </a:lnTo>
                  <a:lnTo>
                    <a:pt x="128016" y="6985"/>
                  </a:lnTo>
                  <a:lnTo>
                    <a:pt x="128016" y="25019"/>
                  </a:lnTo>
                  <a:lnTo>
                    <a:pt x="135890" y="32004"/>
                  </a:lnTo>
                  <a:lnTo>
                    <a:pt x="226822" y="32004"/>
                  </a:lnTo>
                  <a:lnTo>
                    <a:pt x="234696" y="25019"/>
                  </a:lnTo>
                  <a:lnTo>
                    <a:pt x="234696" y="6985"/>
                  </a:lnTo>
                  <a:close/>
                </a:path>
              </a:pathLst>
            </a:custGeom>
            <a:solidFill>
              <a:srgbClr val="FF3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645908" y="2523743"/>
              <a:ext cx="698500" cy="99060"/>
            </a:xfrm>
            <a:custGeom>
              <a:avLst/>
              <a:gdLst/>
              <a:ahLst/>
              <a:cxnLst/>
              <a:rect l="l" t="t" r="r" b="b"/>
              <a:pathLst>
                <a:path w="698500" h="99060">
                  <a:moveTo>
                    <a:pt x="504444" y="73406"/>
                  </a:moveTo>
                  <a:lnTo>
                    <a:pt x="496570" y="65532"/>
                  </a:lnTo>
                  <a:lnTo>
                    <a:pt x="397637" y="65532"/>
                  </a:lnTo>
                  <a:lnTo>
                    <a:pt x="388874" y="65532"/>
                  </a:lnTo>
                  <a:lnTo>
                    <a:pt x="381000" y="73406"/>
                  </a:lnTo>
                  <a:lnTo>
                    <a:pt x="381000" y="91948"/>
                  </a:lnTo>
                  <a:lnTo>
                    <a:pt x="388874" y="99060"/>
                  </a:lnTo>
                  <a:lnTo>
                    <a:pt x="497459" y="99060"/>
                  </a:lnTo>
                  <a:lnTo>
                    <a:pt x="504444" y="91948"/>
                  </a:lnTo>
                  <a:lnTo>
                    <a:pt x="504444" y="73406"/>
                  </a:lnTo>
                  <a:close/>
                </a:path>
                <a:path w="698500" h="99060">
                  <a:moveTo>
                    <a:pt x="661416" y="73406"/>
                  </a:moveTo>
                  <a:lnTo>
                    <a:pt x="654304" y="65532"/>
                  </a:lnTo>
                  <a:lnTo>
                    <a:pt x="541020" y="65532"/>
                  </a:lnTo>
                  <a:lnTo>
                    <a:pt x="531241" y="65532"/>
                  </a:lnTo>
                  <a:lnTo>
                    <a:pt x="524256" y="73406"/>
                  </a:lnTo>
                  <a:lnTo>
                    <a:pt x="524256" y="91948"/>
                  </a:lnTo>
                  <a:lnTo>
                    <a:pt x="531241" y="99060"/>
                  </a:lnTo>
                  <a:lnTo>
                    <a:pt x="654304" y="99060"/>
                  </a:lnTo>
                  <a:lnTo>
                    <a:pt x="661416" y="91948"/>
                  </a:lnTo>
                  <a:lnTo>
                    <a:pt x="661416" y="73406"/>
                  </a:lnTo>
                  <a:close/>
                </a:path>
                <a:path w="698500" h="99060">
                  <a:moveTo>
                    <a:pt x="697992" y="6985"/>
                  </a:moveTo>
                  <a:lnTo>
                    <a:pt x="690118" y="0"/>
                  </a:lnTo>
                  <a:lnTo>
                    <a:pt x="16637" y="0"/>
                  </a:lnTo>
                  <a:lnTo>
                    <a:pt x="7874" y="0"/>
                  </a:lnTo>
                  <a:lnTo>
                    <a:pt x="0" y="6985"/>
                  </a:lnTo>
                  <a:lnTo>
                    <a:pt x="0" y="25019"/>
                  </a:lnTo>
                  <a:lnTo>
                    <a:pt x="7874" y="32004"/>
                  </a:lnTo>
                  <a:lnTo>
                    <a:pt x="690118" y="32004"/>
                  </a:lnTo>
                  <a:lnTo>
                    <a:pt x="697992" y="25019"/>
                  </a:lnTo>
                  <a:lnTo>
                    <a:pt x="697992" y="6985"/>
                  </a:lnTo>
                  <a:close/>
                </a:path>
              </a:pathLst>
            </a:custGeom>
            <a:solidFill>
              <a:srgbClr val="FFC4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917179" y="2122931"/>
              <a:ext cx="649605" cy="546100"/>
            </a:xfrm>
            <a:custGeom>
              <a:avLst/>
              <a:gdLst/>
              <a:ahLst/>
              <a:cxnLst/>
              <a:rect l="l" t="t" r="r" b="b"/>
              <a:pathLst>
                <a:path w="649604" h="546100">
                  <a:moveTo>
                    <a:pt x="649224" y="0"/>
                  </a:moveTo>
                  <a:lnTo>
                    <a:pt x="545211" y="0"/>
                  </a:lnTo>
                  <a:lnTo>
                    <a:pt x="0" y="545592"/>
                  </a:lnTo>
                  <a:lnTo>
                    <a:pt x="112775" y="545592"/>
                  </a:lnTo>
                  <a:lnTo>
                    <a:pt x="644017" y="13969"/>
                  </a:lnTo>
                  <a:lnTo>
                    <a:pt x="649224" y="0"/>
                  </a:lnTo>
                  <a:close/>
                </a:path>
              </a:pathLst>
            </a:custGeom>
            <a:solidFill>
              <a:srgbClr val="E0F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49860" y="2702051"/>
              <a:ext cx="65405" cy="30480"/>
            </a:xfrm>
            <a:custGeom>
              <a:avLst/>
              <a:gdLst/>
              <a:ahLst/>
              <a:cxnLst/>
              <a:rect l="l" t="t" r="r" b="b"/>
              <a:pathLst>
                <a:path w="65404" h="30480">
                  <a:moveTo>
                    <a:pt x="369" y="26416"/>
                  </a:moveTo>
                  <a:lnTo>
                    <a:pt x="877" y="29083"/>
                  </a:lnTo>
                  <a:lnTo>
                    <a:pt x="1385" y="30480"/>
                  </a:lnTo>
                  <a:lnTo>
                    <a:pt x="1385" y="29464"/>
                  </a:lnTo>
                  <a:lnTo>
                    <a:pt x="877" y="28448"/>
                  </a:lnTo>
                  <a:lnTo>
                    <a:pt x="369" y="26416"/>
                  </a:lnTo>
                  <a:close/>
                </a:path>
                <a:path w="65404" h="30480">
                  <a:moveTo>
                    <a:pt x="34636" y="2031"/>
                  </a:moveTo>
                  <a:lnTo>
                    <a:pt x="23610" y="2031"/>
                  </a:lnTo>
                  <a:lnTo>
                    <a:pt x="37046" y="4262"/>
                  </a:lnTo>
                  <a:lnTo>
                    <a:pt x="49279" y="10350"/>
                  </a:lnTo>
                  <a:lnTo>
                    <a:pt x="59060" y="19391"/>
                  </a:lnTo>
                  <a:lnTo>
                    <a:pt x="65139" y="30480"/>
                  </a:lnTo>
                  <a:lnTo>
                    <a:pt x="65139" y="29464"/>
                  </a:lnTo>
                  <a:lnTo>
                    <a:pt x="58935" y="18270"/>
                  </a:lnTo>
                  <a:lnTo>
                    <a:pt x="48946" y="8874"/>
                  </a:lnTo>
                  <a:lnTo>
                    <a:pt x="36671" y="2407"/>
                  </a:lnTo>
                  <a:lnTo>
                    <a:pt x="34636" y="2031"/>
                  </a:lnTo>
                  <a:close/>
                </a:path>
                <a:path w="65404" h="30480">
                  <a:moveTo>
                    <a:pt x="23610" y="0"/>
                  </a:moveTo>
                  <a:lnTo>
                    <a:pt x="12263" y="2109"/>
                  </a:lnTo>
                  <a:lnTo>
                    <a:pt x="4179" y="7826"/>
                  </a:lnTo>
                  <a:lnTo>
                    <a:pt x="0" y="16234"/>
                  </a:lnTo>
                  <a:lnTo>
                    <a:pt x="369" y="26416"/>
                  </a:lnTo>
                  <a:lnTo>
                    <a:pt x="821" y="16765"/>
                  </a:lnTo>
                  <a:lnTo>
                    <a:pt x="5226" y="9032"/>
                  </a:lnTo>
                  <a:lnTo>
                    <a:pt x="13013" y="3895"/>
                  </a:lnTo>
                  <a:lnTo>
                    <a:pt x="23610" y="2031"/>
                  </a:lnTo>
                  <a:lnTo>
                    <a:pt x="34636" y="2031"/>
                  </a:lnTo>
                  <a:lnTo>
                    <a:pt x="23610" y="0"/>
                  </a:lnTo>
                  <a:close/>
                </a:path>
              </a:pathLst>
            </a:custGeom>
            <a:solidFill>
              <a:srgbClr val="FFFF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992623" y="1046987"/>
              <a:ext cx="2624455" cy="1704339"/>
            </a:xfrm>
            <a:custGeom>
              <a:avLst/>
              <a:gdLst/>
              <a:ahLst/>
              <a:cxnLst/>
              <a:rect l="l" t="t" r="r" b="b"/>
              <a:pathLst>
                <a:path w="2624454" h="1704339">
                  <a:moveTo>
                    <a:pt x="2559177" y="0"/>
                  </a:moveTo>
                  <a:lnTo>
                    <a:pt x="64135" y="0"/>
                  </a:lnTo>
                  <a:lnTo>
                    <a:pt x="39112" y="5020"/>
                  </a:lnTo>
                  <a:lnTo>
                    <a:pt x="18732" y="18732"/>
                  </a:lnTo>
                  <a:lnTo>
                    <a:pt x="5020" y="39112"/>
                  </a:lnTo>
                  <a:lnTo>
                    <a:pt x="0" y="64135"/>
                  </a:lnTo>
                  <a:lnTo>
                    <a:pt x="0" y="1639697"/>
                  </a:lnTo>
                  <a:lnTo>
                    <a:pt x="5020" y="1664773"/>
                  </a:lnTo>
                  <a:lnTo>
                    <a:pt x="18732" y="1685147"/>
                  </a:lnTo>
                  <a:lnTo>
                    <a:pt x="39112" y="1698829"/>
                  </a:lnTo>
                  <a:lnTo>
                    <a:pt x="64135" y="1703832"/>
                  </a:lnTo>
                  <a:lnTo>
                    <a:pt x="2559177" y="1703832"/>
                  </a:lnTo>
                  <a:lnTo>
                    <a:pt x="2584412" y="1698829"/>
                  </a:lnTo>
                  <a:lnTo>
                    <a:pt x="2605135" y="1685147"/>
                  </a:lnTo>
                  <a:lnTo>
                    <a:pt x="2619166" y="1664773"/>
                  </a:lnTo>
                  <a:lnTo>
                    <a:pt x="2624328" y="1639697"/>
                  </a:lnTo>
                  <a:lnTo>
                    <a:pt x="2624328" y="64135"/>
                  </a:lnTo>
                  <a:lnTo>
                    <a:pt x="2619166" y="39112"/>
                  </a:lnTo>
                  <a:lnTo>
                    <a:pt x="2605135" y="18732"/>
                  </a:lnTo>
                  <a:lnTo>
                    <a:pt x="2584412" y="5020"/>
                  </a:lnTo>
                  <a:lnTo>
                    <a:pt x="2559177" y="0"/>
                  </a:lnTo>
                  <a:close/>
                </a:path>
              </a:pathLst>
            </a:custGeom>
            <a:solidFill>
              <a:srgbClr val="B8B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992623" y="1046987"/>
              <a:ext cx="2624455" cy="274320"/>
            </a:xfrm>
            <a:custGeom>
              <a:avLst/>
              <a:gdLst/>
              <a:ahLst/>
              <a:cxnLst/>
              <a:rect l="l" t="t" r="r" b="b"/>
              <a:pathLst>
                <a:path w="2624454" h="274319">
                  <a:moveTo>
                    <a:pt x="2550032" y="0"/>
                  </a:moveTo>
                  <a:lnTo>
                    <a:pt x="74295" y="0"/>
                  </a:lnTo>
                  <a:lnTo>
                    <a:pt x="45541" y="5730"/>
                  </a:lnTo>
                  <a:lnTo>
                    <a:pt x="21907" y="21462"/>
                  </a:lnTo>
                  <a:lnTo>
                    <a:pt x="5893" y="45005"/>
                  </a:lnTo>
                  <a:lnTo>
                    <a:pt x="0" y="74167"/>
                  </a:lnTo>
                  <a:lnTo>
                    <a:pt x="0" y="274320"/>
                  </a:lnTo>
                  <a:lnTo>
                    <a:pt x="2624328" y="274320"/>
                  </a:lnTo>
                  <a:lnTo>
                    <a:pt x="2624328" y="74167"/>
                  </a:lnTo>
                  <a:lnTo>
                    <a:pt x="2618452" y="45434"/>
                  </a:lnTo>
                  <a:lnTo>
                    <a:pt x="2602468" y="21843"/>
                  </a:lnTo>
                  <a:lnTo>
                    <a:pt x="2578840" y="5873"/>
                  </a:lnTo>
                  <a:lnTo>
                    <a:pt x="2550032" y="0"/>
                  </a:lnTo>
                  <a:close/>
                </a:path>
              </a:pathLst>
            </a:custGeom>
            <a:solidFill>
              <a:srgbClr val="35C2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097779" y="1403603"/>
              <a:ext cx="2418715" cy="1257300"/>
            </a:xfrm>
            <a:custGeom>
              <a:avLst/>
              <a:gdLst/>
              <a:ahLst/>
              <a:cxnLst/>
              <a:rect l="l" t="t" r="r" b="b"/>
              <a:pathLst>
                <a:path w="2418715" h="1257300">
                  <a:moveTo>
                    <a:pt x="2365629" y="0"/>
                  </a:moveTo>
                  <a:lnTo>
                    <a:pt x="52959" y="0"/>
                  </a:lnTo>
                  <a:lnTo>
                    <a:pt x="32200" y="4131"/>
                  </a:lnTo>
                  <a:lnTo>
                    <a:pt x="15382" y="15430"/>
                  </a:lnTo>
                  <a:lnTo>
                    <a:pt x="4113" y="32254"/>
                  </a:lnTo>
                  <a:lnTo>
                    <a:pt x="0" y="52959"/>
                  </a:lnTo>
                  <a:lnTo>
                    <a:pt x="0" y="1204341"/>
                  </a:lnTo>
                  <a:lnTo>
                    <a:pt x="4113" y="1225045"/>
                  </a:lnTo>
                  <a:lnTo>
                    <a:pt x="15382" y="1241869"/>
                  </a:lnTo>
                  <a:lnTo>
                    <a:pt x="32200" y="1253168"/>
                  </a:lnTo>
                  <a:lnTo>
                    <a:pt x="52959" y="1257300"/>
                  </a:lnTo>
                  <a:lnTo>
                    <a:pt x="2365629" y="1257300"/>
                  </a:lnTo>
                  <a:lnTo>
                    <a:pt x="2386333" y="1253168"/>
                  </a:lnTo>
                  <a:lnTo>
                    <a:pt x="2403157" y="1241869"/>
                  </a:lnTo>
                  <a:lnTo>
                    <a:pt x="2414456" y="1225045"/>
                  </a:lnTo>
                  <a:lnTo>
                    <a:pt x="2418588" y="1204341"/>
                  </a:lnTo>
                  <a:lnTo>
                    <a:pt x="2418588" y="52959"/>
                  </a:lnTo>
                  <a:lnTo>
                    <a:pt x="2414456" y="32254"/>
                  </a:lnTo>
                  <a:lnTo>
                    <a:pt x="2403157" y="15430"/>
                  </a:lnTo>
                  <a:lnTo>
                    <a:pt x="2386333" y="4131"/>
                  </a:lnTo>
                  <a:lnTo>
                    <a:pt x="2365629" y="0"/>
                  </a:lnTo>
                  <a:close/>
                </a:path>
              </a:pathLst>
            </a:custGeom>
            <a:solidFill>
              <a:srgbClr val="230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167883" y="1478279"/>
              <a:ext cx="260985" cy="125095"/>
            </a:xfrm>
            <a:custGeom>
              <a:avLst/>
              <a:gdLst/>
              <a:ahLst/>
              <a:cxnLst/>
              <a:rect l="l" t="t" r="r" b="b"/>
              <a:pathLst>
                <a:path w="260985" h="125094">
                  <a:moveTo>
                    <a:pt x="57912" y="0"/>
                  </a:moveTo>
                  <a:lnTo>
                    <a:pt x="0" y="57912"/>
                  </a:lnTo>
                  <a:lnTo>
                    <a:pt x="57912" y="115824"/>
                  </a:lnTo>
                </a:path>
                <a:path w="260985" h="125094">
                  <a:moveTo>
                    <a:pt x="202691" y="0"/>
                  </a:moveTo>
                  <a:lnTo>
                    <a:pt x="260603" y="57912"/>
                  </a:lnTo>
                  <a:lnTo>
                    <a:pt x="202691" y="115824"/>
                  </a:lnTo>
                </a:path>
                <a:path w="260985" h="125094">
                  <a:moveTo>
                    <a:pt x="106679" y="124968"/>
                  </a:moveTo>
                  <a:lnTo>
                    <a:pt x="152400" y="0"/>
                  </a:lnTo>
                </a:path>
              </a:pathLst>
            </a:custGeom>
            <a:ln w="20849">
              <a:solidFill>
                <a:srgbClr val="12D6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474208" y="1588007"/>
              <a:ext cx="147955" cy="33655"/>
            </a:xfrm>
            <a:custGeom>
              <a:avLst/>
              <a:gdLst/>
              <a:ahLst/>
              <a:cxnLst/>
              <a:rect l="l" t="t" r="r" b="b"/>
              <a:pathLst>
                <a:path w="147954" h="33655">
                  <a:moveTo>
                    <a:pt x="32004" y="7366"/>
                  </a:moveTo>
                  <a:lnTo>
                    <a:pt x="25019" y="0"/>
                  </a:lnTo>
                  <a:lnTo>
                    <a:pt x="16002" y="0"/>
                  </a:lnTo>
                  <a:lnTo>
                    <a:pt x="6985" y="0"/>
                  </a:lnTo>
                  <a:lnTo>
                    <a:pt x="0" y="7366"/>
                  </a:lnTo>
                  <a:lnTo>
                    <a:pt x="0" y="25146"/>
                  </a:lnTo>
                  <a:lnTo>
                    <a:pt x="6985" y="33528"/>
                  </a:lnTo>
                  <a:lnTo>
                    <a:pt x="25019" y="33528"/>
                  </a:lnTo>
                  <a:lnTo>
                    <a:pt x="32004" y="25146"/>
                  </a:lnTo>
                  <a:lnTo>
                    <a:pt x="32004" y="7366"/>
                  </a:lnTo>
                  <a:close/>
                </a:path>
                <a:path w="147954" h="33655">
                  <a:moveTo>
                    <a:pt x="80772" y="7366"/>
                  </a:moveTo>
                  <a:lnTo>
                    <a:pt x="73406" y="0"/>
                  </a:lnTo>
                  <a:lnTo>
                    <a:pt x="64008" y="0"/>
                  </a:lnTo>
                  <a:lnTo>
                    <a:pt x="55626" y="0"/>
                  </a:lnTo>
                  <a:lnTo>
                    <a:pt x="47244" y="7366"/>
                  </a:lnTo>
                  <a:lnTo>
                    <a:pt x="47244" y="25146"/>
                  </a:lnTo>
                  <a:lnTo>
                    <a:pt x="55626" y="33528"/>
                  </a:lnTo>
                  <a:lnTo>
                    <a:pt x="73406" y="33528"/>
                  </a:lnTo>
                  <a:lnTo>
                    <a:pt x="80772" y="25146"/>
                  </a:lnTo>
                  <a:lnTo>
                    <a:pt x="80772" y="7366"/>
                  </a:lnTo>
                  <a:close/>
                </a:path>
                <a:path w="147954" h="33655">
                  <a:moveTo>
                    <a:pt x="147828" y="7366"/>
                  </a:moveTo>
                  <a:lnTo>
                    <a:pt x="140843" y="0"/>
                  </a:lnTo>
                  <a:lnTo>
                    <a:pt x="131826" y="0"/>
                  </a:lnTo>
                  <a:lnTo>
                    <a:pt x="122809" y="0"/>
                  </a:lnTo>
                  <a:lnTo>
                    <a:pt x="115824" y="7366"/>
                  </a:lnTo>
                  <a:lnTo>
                    <a:pt x="115824" y="25146"/>
                  </a:lnTo>
                  <a:lnTo>
                    <a:pt x="122809" y="33528"/>
                  </a:lnTo>
                  <a:lnTo>
                    <a:pt x="140843" y="33528"/>
                  </a:lnTo>
                  <a:lnTo>
                    <a:pt x="147828" y="25146"/>
                  </a:lnTo>
                  <a:lnTo>
                    <a:pt x="147828" y="7366"/>
                  </a:lnTo>
                  <a:close/>
                </a:path>
              </a:pathLst>
            </a:custGeom>
            <a:solidFill>
              <a:srgbClr val="12D6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196839" y="1723644"/>
              <a:ext cx="2222500" cy="0"/>
            </a:xfrm>
            <a:custGeom>
              <a:avLst/>
              <a:gdLst/>
              <a:ahLst/>
              <a:cxnLst/>
              <a:rect l="l" t="t" r="r" b="b"/>
              <a:pathLst>
                <a:path w="2222500">
                  <a:moveTo>
                    <a:pt x="0" y="0"/>
                  </a:moveTo>
                  <a:lnTo>
                    <a:pt x="1737360" y="0"/>
                  </a:lnTo>
                </a:path>
                <a:path w="2222500">
                  <a:moveTo>
                    <a:pt x="1842515" y="0"/>
                  </a:moveTo>
                  <a:lnTo>
                    <a:pt x="1976628" y="0"/>
                  </a:lnTo>
                </a:path>
                <a:path w="2222500">
                  <a:moveTo>
                    <a:pt x="2051304" y="0"/>
                  </a:moveTo>
                  <a:lnTo>
                    <a:pt x="2221991" y="0"/>
                  </a:lnTo>
                </a:path>
              </a:pathLst>
            </a:custGeom>
            <a:ln w="20849">
              <a:solidFill>
                <a:srgbClr val="12D6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196839" y="1859279"/>
              <a:ext cx="1443355" cy="365760"/>
            </a:xfrm>
            <a:custGeom>
              <a:avLst/>
              <a:gdLst/>
              <a:ahLst/>
              <a:cxnLst/>
              <a:rect l="l" t="t" r="r" b="b"/>
              <a:pathLst>
                <a:path w="1443354" h="365760">
                  <a:moveTo>
                    <a:pt x="0" y="0"/>
                  </a:moveTo>
                  <a:lnTo>
                    <a:pt x="1086612" y="0"/>
                  </a:lnTo>
                </a:path>
                <a:path w="1443354" h="365760">
                  <a:moveTo>
                    <a:pt x="1248156" y="0"/>
                  </a:moveTo>
                  <a:lnTo>
                    <a:pt x="1443228" y="0"/>
                  </a:lnTo>
                </a:path>
                <a:path w="1443354" h="365760">
                  <a:moveTo>
                    <a:pt x="39624" y="77724"/>
                  </a:moveTo>
                  <a:lnTo>
                    <a:pt x="0" y="77724"/>
                  </a:lnTo>
                </a:path>
                <a:path w="1443354" h="365760">
                  <a:moveTo>
                    <a:pt x="39624" y="173736"/>
                  </a:moveTo>
                  <a:lnTo>
                    <a:pt x="0" y="173736"/>
                  </a:lnTo>
                </a:path>
                <a:path w="1443354" h="365760">
                  <a:moveTo>
                    <a:pt x="39624" y="268224"/>
                  </a:moveTo>
                  <a:lnTo>
                    <a:pt x="0" y="268224"/>
                  </a:lnTo>
                </a:path>
                <a:path w="1443354" h="365760">
                  <a:moveTo>
                    <a:pt x="39624" y="365760"/>
                  </a:moveTo>
                  <a:lnTo>
                    <a:pt x="0" y="365760"/>
                  </a:lnTo>
                </a:path>
              </a:pathLst>
            </a:custGeom>
            <a:ln w="20849">
              <a:solidFill>
                <a:srgbClr val="12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355335" y="2127503"/>
              <a:ext cx="455930" cy="196850"/>
            </a:xfrm>
            <a:custGeom>
              <a:avLst/>
              <a:gdLst/>
              <a:ahLst/>
              <a:cxnLst/>
              <a:rect l="l" t="t" r="r" b="b"/>
              <a:pathLst>
                <a:path w="455929" h="196850">
                  <a:moveTo>
                    <a:pt x="0" y="0"/>
                  </a:moveTo>
                  <a:lnTo>
                    <a:pt x="455675" y="0"/>
                  </a:lnTo>
                </a:path>
                <a:path w="455929" h="196850">
                  <a:moveTo>
                    <a:pt x="0" y="99059"/>
                  </a:moveTo>
                  <a:lnTo>
                    <a:pt x="455675" y="99059"/>
                  </a:lnTo>
                </a:path>
                <a:path w="455929" h="196850">
                  <a:moveTo>
                    <a:pt x="0" y="196595"/>
                  </a:moveTo>
                  <a:lnTo>
                    <a:pt x="455675" y="196595"/>
                  </a:lnTo>
                </a:path>
              </a:pathLst>
            </a:custGeom>
            <a:ln w="20849">
              <a:solidFill>
                <a:srgbClr val="C97A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661403" y="2225039"/>
              <a:ext cx="378460" cy="99060"/>
            </a:xfrm>
            <a:custGeom>
              <a:avLst/>
              <a:gdLst/>
              <a:ahLst/>
              <a:cxnLst/>
              <a:rect l="l" t="t" r="r" b="b"/>
              <a:pathLst>
                <a:path w="378459" h="99060">
                  <a:moveTo>
                    <a:pt x="0" y="99060"/>
                  </a:moveTo>
                  <a:lnTo>
                    <a:pt x="377951" y="99060"/>
                  </a:lnTo>
                </a:path>
                <a:path w="378459" h="99060">
                  <a:moveTo>
                    <a:pt x="228600" y="0"/>
                  </a:moveTo>
                  <a:lnTo>
                    <a:pt x="377951" y="0"/>
                  </a:lnTo>
                </a:path>
              </a:pathLst>
            </a:custGeom>
            <a:ln w="20849">
              <a:solidFill>
                <a:srgbClr val="C7AD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601711" y="1310639"/>
              <a:ext cx="1114425" cy="1734820"/>
            </a:xfrm>
            <a:custGeom>
              <a:avLst/>
              <a:gdLst/>
              <a:ahLst/>
              <a:cxnLst/>
              <a:rect l="l" t="t" r="r" b="b"/>
              <a:pathLst>
                <a:path w="1114425" h="1734820">
                  <a:moveTo>
                    <a:pt x="1057148" y="0"/>
                  </a:moveTo>
                  <a:lnTo>
                    <a:pt x="56896" y="0"/>
                  </a:lnTo>
                  <a:lnTo>
                    <a:pt x="34718" y="4460"/>
                  </a:lnTo>
                  <a:lnTo>
                    <a:pt x="16636" y="16637"/>
                  </a:lnTo>
                  <a:lnTo>
                    <a:pt x="4460" y="34718"/>
                  </a:lnTo>
                  <a:lnTo>
                    <a:pt x="0" y="56896"/>
                  </a:lnTo>
                  <a:lnTo>
                    <a:pt x="0" y="1677416"/>
                  </a:lnTo>
                  <a:lnTo>
                    <a:pt x="4460" y="1699593"/>
                  </a:lnTo>
                  <a:lnTo>
                    <a:pt x="16637" y="1717675"/>
                  </a:lnTo>
                  <a:lnTo>
                    <a:pt x="34718" y="1729851"/>
                  </a:lnTo>
                  <a:lnTo>
                    <a:pt x="56896" y="1734312"/>
                  </a:lnTo>
                  <a:lnTo>
                    <a:pt x="1057148" y="1734312"/>
                  </a:lnTo>
                  <a:lnTo>
                    <a:pt x="1079325" y="1729851"/>
                  </a:lnTo>
                  <a:lnTo>
                    <a:pt x="1097407" y="1717675"/>
                  </a:lnTo>
                  <a:lnTo>
                    <a:pt x="1109583" y="1699593"/>
                  </a:lnTo>
                  <a:lnTo>
                    <a:pt x="1114044" y="1677416"/>
                  </a:lnTo>
                  <a:lnTo>
                    <a:pt x="1114044" y="56896"/>
                  </a:lnTo>
                  <a:lnTo>
                    <a:pt x="1109583" y="34718"/>
                  </a:lnTo>
                  <a:lnTo>
                    <a:pt x="1097406" y="16637"/>
                  </a:lnTo>
                  <a:lnTo>
                    <a:pt x="1079325" y="4460"/>
                  </a:lnTo>
                  <a:lnTo>
                    <a:pt x="1057148" y="0"/>
                  </a:lnTo>
                  <a:close/>
                </a:path>
              </a:pathLst>
            </a:custGeom>
            <a:solidFill>
              <a:srgbClr val="868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601711" y="1310639"/>
              <a:ext cx="1114425" cy="157480"/>
            </a:xfrm>
            <a:custGeom>
              <a:avLst/>
              <a:gdLst/>
              <a:ahLst/>
              <a:cxnLst/>
              <a:rect l="l" t="t" r="r" b="b"/>
              <a:pathLst>
                <a:path w="1114425" h="157480">
                  <a:moveTo>
                    <a:pt x="1071245" y="0"/>
                  </a:moveTo>
                  <a:lnTo>
                    <a:pt x="42799" y="0"/>
                  </a:lnTo>
                  <a:lnTo>
                    <a:pt x="26199" y="3365"/>
                  </a:lnTo>
                  <a:lnTo>
                    <a:pt x="12588" y="12541"/>
                  </a:lnTo>
                  <a:lnTo>
                    <a:pt x="3383" y="26146"/>
                  </a:lnTo>
                  <a:lnTo>
                    <a:pt x="0" y="42799"/>
                  </a:lnTo>
                  <a:lnTo>
                    <a:pt x="0" y="156972"/>
                  </a:lnTo>
                  <a:lnTo>
                    <a:pt x="1114044" y="156972"/>
                  </a:lnTo>
                  <a:lnTo>
                    <a:pt x="1114044" y="42799"/>
                  </a:lnTo>
                  <a:lnTo>
                    <a:pt x="1110660" y="26146"/>
                  </a:lnTo>
                  <a:lnTo>
                    <a:pt x="1101455" y="12541"/>
                  </a:lnTo>
                  <a:lnTo>
                    <a:pt x="1087844" y="3365"/>
                  </a:lnTo>
                  <a:lnTo>
                    <a:pt x="1071245" y="0"/>
                  </a:lnTo>
                  <a:close/>
                </a:path>
              </a:pathLst>
            </a:custGeom>
            <a:solidFill>
              <a:srgbClr val="C7AD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662672" y="1514855"/>
              <a:ext cx="995680" cy="1478280"/>
            </a:xfrm>
            <a:custGeom>
              <a:avLst/>
              <a:gdLst/>
              <a:ahLst/>
              <a:cxnLst/>
              <a:rect l="l" t="t" r="r" b="b"/>
              <a:pathLst>
                <a:path w="995679" h="1478280">
                  <a:moveTo>
                    <a:pt x="949705" y="0"/>
                  </a:moveTo>
                  <a:lnTo>
                    <a:pt x="46354" y="0"/>
                  </a:lnTo>
                  <a:lnTo>
                    <a:pt x="28396" y="3532"/>
                  </a:lnTo>
                  <a:lnTo>
                    <a:pt x="13652" y="13208"/>
                  </a:lnTo>
                  <a:lnTo>
                    <a:pt x="3671" y="27646"/>
                  </a:lnTo>
                  <a:lnTo>
                    <a:pt x="0" y="45466"/>
                  </a:lnTo>
                  <a:lnTo>
                    <a:pt x="0" y="1432814"/>
                  </a:lnTo>
                  <a:lnTo>
                    <a:pt x="3671" y="1450633"/>
                  </a:lnTo>
                  <a:lnTo>
                    <a:pt x="13652" y="1465072"/>
                  </a:lnTo>
                  <a:lnTo>
                    <a:pt x="28396" y="1474747"/>
                  </a:lnTo>
                  <a:lnTo>
                    <a:pt x="46354" y="1478280"/>
                  </a:lnTo>
                  <a:lnTo>
                    <a:pt x="949705" y="1478280"/>
                  </a:lnTo>
                  <a:lnTo>
                    <a:pt x="967525" y="1474747"/>
                  </a:lnTo>
                  <a:lnTo>
                    <a:pt x="981963" y="1465072"/>
                  </a:lnTo>
                  <a:lnTo>
                    <a:pt x="991639" y="1450633"/>
                  </a:lnTo>
                  <a:lnTo>
                    <a:pt x="995172" y="1432814"/>
                  </a:lnTo>
                  <a:lnTo>
                    <a:pt x="995172" y="45466"/>
                  </a:lnTo>
                  <a:lnTo>
                    <a:pt x="991639" y="27646"/>
                  </a:lnTo>
                  <a:lnTo>
                    <a:pt x="981964" y="13208"/>
                  </a:lnTo>
                  <a:lnTo>
                    <a:pt x="967525" y="3532"/>
                  </a:lnTo>
                  <a:lnTo>
                    <a:pt x="949705" y="0"/>
                  </a:lnTo>
                  <a:close/>
                </a:path>
              </a:pathLst>
            </a:custGeom>
            <a:solidFill>
              <a:srgbClr val="230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904988" y="1362455"/>
              <a:ext cx="53340" cy="27940"/>
            </a:xfrm>
            <a:custGeom>
              <a:avLst/>
              <a:gdLst/>
              <a:ahLst/>
              <a:cxnLst/>
              <a:rect l="l" t="t" r="r" b="b"/>
              <a:pathLst>
                <a:path w="53340" h="27940">
                  <a:moveTo>
                    <a:pt x="26161" y="0"/>
                  </a:moveTo>
                  <a:lnTo>
                    <a:pt x="15859" y="2039"/>
                  </a:lnTo>
                  <a:lnTo>
                    <a:pt x="7556" y="7651"/>
                  </a:lnTo>
                  <a:lnTo>
                    <a:pt x="2016" y="16073"/>
                  </a:lnTo>
                  <a:lnTo>
                    <a:pt x="0" y="26543"/>
                  </a:lnTo>
                  <a:lnTo>
                    <a:pt x="0" y="27432"/>
                  </a:lnTo>
                  <a:lnTo>
                    <a:pt x="2016" y="16823"/>
                  </a:lnTo>
                  <a:lnTo>
                    <a:pt x="7556" y="8096"/>
                  </a:lnTo>
                  <a:lnTo>
                    <a:pt x="15859" y="2178"/>
                  </a:lnTo>
                  <a:lnTo>
                    <a:pt x="26161" y="0"/>
                  </a:lnTo>
                  <a:close/>
                </a:path>
                <a:path w="53340" h="27940">
                  <a:moveTo>
                    <a:pt x="26161" y="0"/>
                  </a:moveTo>
                  <a:lnTo>
                    <a:pt x="36677" y="2178"/>
                  </a:lnTo>
                  <a:lnTo>
                    <a:pt x="45323" y="8096"/>
                  </a:lnTo>
                  <a:lnTo>
                    <a:pt x="51182" y="16823"/>
                  </a:lnTo>
                  <a:lnTo>
                    <a:pt x="53339" y="27432"/>
                  </a:lnTo>
                  <a:lnTo>
                    <a:pt x="53339" y="26543"/>
                  </a:lnTo>
                  <a:lnTo>
                    <a:pt x="51182" y="16073"/>
                  </a:lnTo>
                  <a:lnTo>
                    <a:pt x="45323" y="7651"/>
                  </a:lnTo>
                  <a:lnTo>
                    <a:pt x="36677" y="2039"/>
                  </a:lnTo>
                  <a:lnTo>
                    <a:pt x="26161" y="0"/>
                  </a:lnTo>
                  <a:close/>
                </a:path>
              </a:pathLst>
            </a:custGeom>
            <a:solidFill>
              <a:srgbClr val="84F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709916" y="1688591"/>
              <a:ext cx="901065" cy="17145"/>
            </a:xfrm>
            <a:custGeom>
              <a:avLst/>
              <a:gdLst/>
              <a:ahLst/>
              <a:cxnLst/>
              <a:rect l="l" t="t" r="r" b="b"/>
              <a:pathLst>
                <a:path w="901065" h="17144">
                  <a:moveTo>
                    <a:pt x="708660" y="3556"/>
                  </a:moveTo>
                  <a:lnTo>
                    <a:pt x="705104" y="0"/>
                  </a:lnTo>
                  <a:lnTo>
                    <a:pt x="8763" y="0"/>
                  </a:lnTo>
                  <a:lnTo>
                    <a:pt x="3556" y="0"/>
                  </a:lnTo>
                  <a:lnTo>
                    <a:pt x="0" y="3556"/>
                  </a:lnTo>
                  <a:lnTo>
                    <a:pt x="0" y="13208"/>
                  </a:lnTo>
                  <a:lnTo>
                    <a:pt x="3556" y="16764"/>
                  </a:lnTo>
                  <a:lnTo>
                    <a:pt x="705104" y="16764"/>
                  </a:lnTo>
                  <a:lnTo>
                    <a:pt x="708660" y="13208"/>
                  </a:lnTo>
                  <a:lnTo>
                    <a:pt x="708660" y="3556"/>
                  </a:lnTo>
                  <a:close/>
                </a:path>
                <a:path w="901065" h="17144">
                  <a:moveTo>
                    <a:pt x="819912" y="3556"/>
                  </a:moveTo>
                  <a:lnTo>
                    <a:pt x="815467" y="0"/>
                  </a:lnTo>
                  <a:lnTo>
                    <a:pt x="759206" y="0"/>
                  </a:lnTo>
                  <a:lnTo>
                    <a:pt x="754888" y="0"/>
                  </a:lnTo>
                  <a:lnTo>
                    <a:pt x="751332" y="3556"/>
                  </a:lnTo>
                  <a:lnTo>
                    <a:pt x="751332" y="13208"/>
                  </a:lnTo>
                  <a:lnTo>
                    <a:pt x="754888" y="16764"/>
                  </a:lnTo>
                  <a:lnTo>
                    <a:pt x="815467" y="16764"/>
                  </a:lnTo>
                  <a:lnTo>
                    <a:pt x="819912" y="13208"/>
                  </a:lnTo>
                  <a:lnTo>
                    <a:pt x="819912" y="3556"/>
                  </a:lnTo>
                  <a:close/>
                </a:path>
                <a:path w="901065" h="17144">
                  <a:moveTo>
                    <a:pt x="900684" y="3556"/>
                  </a:moveTo>
                  <a:lnTo>
                    <a:pt x="897128" y="0"/>
                  </a:lnTo>
                  <a:lnTo>
                    <a:pt x="853694" y="0"/>
                  </a:lnTo>
                  <a:lnTo>
                    <a:pt x="849376" y="0"/>
                  </a:lnTo>
                  <a:lnTo>
                    <a:pt x="845820" y="3556"/>
                  </a:lnTo>
                  <a:lnTo>
                    <a:pt x="845820" y="13208"/>
                  </a:lnTo>
                  <a:lnTo>
                    <a:pt x="849376" y="16764"/>
                  </a:lnTo>
                  <a:lnTo>
                    <a:pt x="897128" y="16764"/>
                  </a:lnTo>
                  <a:lnTo>
                    <a:pt x="900684" y="13208"/>
                  </a:lnTo>
                  <a:lnTo>
                    <a:pt x="900684" y="3556"/>
                  </a:lnTo>
                  <a:close/>
                </a:path>
              </a:pathLst>
            </a:custGeom>
            <a:solidFill>
              <a:srgbClr val="12D6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709916" y="1766315"/>
              <a:ext cx="539750" cy="62865"/>
            </a:xfrm>
            <a:custGeom>
              <a:avLst/>
              <a:gdLst/>
              <a:ahLst/>
              <a:cxnLst/>
              <a:rect l="l" t="t" r="r" b="b"/>
              <a:pathLst>
                <a:path w="539750" h="62864">
                  <a:moveTo>
                    <a:pt x="170688" y="48780"/>
                  </a:moveTo>
                  <a:lnTo>
                    <a:pt x="166370" y="44196"/>
                  </a:lnTo>
                  <a:lnTo>
                    <a:pt x="100838" y="44196"/>
                  </a:lnTo>
                  <a:lnTo>
                    <a:pt x="96520" y="44196"/>
                  </a:lnTo>
                  <a:lnTo>
                    <a:pt x="92964" y="48780"/>
                  </a:lnTo>
                  <a:lnTo>
                    <a:pt x="92964" y="58801"/>
                  </a:lnTo>
                  <a:lnTo>
                    <a:pt x="96520" y="62484"/>
                  </a:lnTo>
                  <a:lnTo>
                    <a:pt x="166370" y="62484"/>
                  </a:lnTo>
                  <a:lnTo>
                    <a:pt x="170688" y="57912"/>
                  </a:lnTo>
                  <a:lnTo>
                    <a:pt x="170688" y="48780"/>
                  </a:lnTo>
                  <a:close/>
                </a:path>
                <a:path w="539750" h="62864">
                  <a:moveTo>
                    <a:pt x="280416" y="57912"/>
                  </a:moveTo>
                  <a:lnTo>
                    <a:pt x="279527" y="53340"/>
                  </a:lnTo>
                  <a:lnTo>
                    <a:pt x="279527" y="48780"/>
                  </a:lnTo>
                  <a:lnTo>
                    <a:pt x="275971" y="44196"/>
                  </a:lnTo>
                  <a:lnTo>
                    <a:pt x="210566" y="44196"/>
                  </a:lnTo>
                  <a:lnTo>
                    <a:pt x="206248" y="44196"/>
                  </a:lnTo>
                  <a:lnTo>
                    <a:pt x="202692" y="48780"/>
                  </a:lnTo>
                  <a:lnTo>
                    <a:pt x="202692" y="58801"/>
                  </a:lnTo>
                  <a:lnTo>
                    <a:pt x="206248" y="62484"/>
                  </a:lnTo>
                  <a:lnTo>
                    <a:pt x="275971" y="62484"/>
                  </a:lnTo>
                  <a:lnTo>
                    <a:pt x="280416" y="57912"/>
                  </a:lnTo>
                  <a:close/>
                </a:path>
                <a:path w="539750" h="62864">
                  <a:moveTo>
                    <a:pt x="388620" y="48780"/>
                  </a:moveTo>
                  <a:lnTo>
                    <a:pt x="385191" y="44196"/>
                  </a:lnTo>
                  <a:lnTo>
                    <a:pt x="320167" y="44196"/>
                  </a:lnTo>
                  <a:lnTo>
                    <a:pt x="315849" y="44196"/>
                  </a:lnTo>
                  <a:lnTo>
                    <a:pt x="312420" y="48780"/>
                  </a:lnTo>
                  <a:lnTo>
                    <a:pt x="312420" y="58801"/>
                  </a:lnTo>
                  <a:lnTo>
                    <a:pt x="315849" y="62484"/>
                  </a:lnTo>
                  <a:lnTo>
                    <a:pt x="385191" y="62484"/>
                  </a:lnTo>
                  <a:lnTo>
                    <a:pt x="388620" y="57912"/>
                  </a:lnTo>
                  <a:lnTo>
                    <a:pt x="388620" y="48780"/>
                  </a:lnTo>
                  <a:close/>
                </a:path>
                <a:path w="539750" h="62864">
                  <a:moveTo>
                    <a:pt x="405384" y="3556"/>
                  </a:moveTo>
                  <a:lnTo>
                    <a:pt x="401828" y="0"/>
                  </a:lnTo>
                  <a:lnTo>
                    <a:pt x="8763" y="0"/>
                  </a:lnTo>
                  <a:lnTo>
                    <a:pt x="3556" y="0"/>
                  </a:lnTo>
                  <a:lnTo>
                    <a:pt x="0" y="3556"/>
                  </a:lnTo>
                  <a:lnTo>
                    <a:pt x="0" y="13208"/>
                  </a:lnTo>
                  <a:lnTo>
                    <a:pt x="3556" y="16764"/>
                  </a:lnTo>
                  <a:lnTo>
                    <a:pt x="401828" y="16764"/>
                  </a:lnTo>
                  <a:lnTo>
                    <a:pt x="405384" y="13208"/>
                  </a:lnTo>
                  <a:lnTo>
                    <a:pt x="405384" y="3556"/>
                  </a:lnTo>
                  <a:close/>
                </a:path>
                <a:path w="539750" h="62864">
                  <a:moveTo>
                    <a:pt x="437388" y="48780"/>
                  </a:moveTo>
                  <a:lnTo>
                    <a:pt x="433959" y="44196"/>
                  </a:lnTo>
                  <a:lnTo>
                    <a:pt x="421386" y="44196"/>
                  </a:lnTo>
                  <a:lnTo>
                    <a:pt x="417195" y="44196"/>
                  </a:lnTo>
                  <a:lnTo>
                    <a:pt x="413004" y="48780"/>
                  </a:lnTo>
                  <a:lnTo>
                    <a:pt x="413004" y="58801"/>
                  </a:lnTo>
                  <a:lnTo>
                    <a:pt x="417195" y="62484"/>
                  </a:lnTo>
                  <a:lnTo>
                    <a:pt x="433197" y="62484"/>
                  </a:lnTo>
                  <a:lnTo>
                    <a:pt x="437388" y="57912"/>
                  </a:lnTo>
                  <a:lnTo>
                    <a:pt x="437388" y="48780"/>
                  </a:lnTo>
                  <a:close/>
                </a:path>
                <a:path w="539750" h="62864">
                  <a:moveTo>
                    <a:pt x="539496" y="48780"/>
                  </a:moveTo>
                  <a:lnTo>
                    <a:pt x="535940" y="44196"/>
                  </a:lnTo>
                  <a:lnTo>
                    <a:pt x="462915" y="44196"/>
                  </a:lnTo>
                  <a:lnTo>
                    <a:pt x="457708" y="44196"/>
                  </a:lnTo>
                  <a:lnTo>
                    <a:pt x="454152" y="48780"/>
                  </a:lnTo>
                  <a:lnTo>
                    <a:pt x="454152" y="58801"/>
                  </a:lnTo>
                  <a:lnTo>
                    <a:pt x="457708" y="62484"/>
                  </a:lnTo>
                  <a:lnTo>
                    <a:pt x="535940" y="62484"/>
                  </a:lnTo>
                  <a:lnTo>
                    <a:pt x="539496" y="57912"/>
                  </a:lnTo>
                  <a:lnTo>
                    <a:pt x="539496" y="48780"/>
                  </a:lnTo>
                  <a:close/>
                </a:path>
                <a:path w="539750" h="62864">
                  <a:moveTo>
                    <a:pt x="539496" y="3556"/>
                  </a:moveTo>
                  <a:lnTo>
                    <a:pt x="536067" y="0"/>
                  </a:lnTo>
                  <a:lnTo>
                    <a:pt x="420878" y="0"/>
                  </a:lnTo>
                  <a:lnTo>
                    <a:pt x="416433" y="0"/>
                  </a:lnTo>
                  <a:lnTo>
                    <a:pt x="413004" y="3556"/>
                  </a:lnTo>
                  <a:lnTo>
                    <a:pt x="413004" y="13208"/>
                  </a:lnTo>
                  <a:lnTo>
                    <a:pt x="416433" y="16764"/>
                  </a:lnTo>
                  <a:lnTo>
                    <a:pt x="536067" y="16764"/>
                  </a:lnTo>
                  <a:lnTo>
                    <a:pt x="539496" y="13208"/>
                  </a:lnTo>
                  <a:lnTo>
                    <a:pt x="539496" y="3556"/>
                  </a:lnTo>
                  <a:close/>
                </a:path>
              </a:pathLst>
            </a:custGeom>
            <a:solidFill>
              <a:srgbClr val="12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802879" y="1865375"/>
              <a:ext cx="657225" cy="17145"/>
            </a:xfrm>
            <a:custGeom>
              <a:avLst/>
              <a:gdLst/>
              <a:ahLst/>
              <a:cxnLst/>
              <a:rect l="l" t="t" r="r" b="b"/>
              <a:pathLst>
                <a:path w="657225" h="17144">
                  <a:moveTo>
                    <a:pt x="652526" y="0"/>
                  </a:moveTo>
                  <a:lnTo>
                    <a:pt x="7874" y="0"/>
                  </a:lnTo>
                  <a:lnTo>
                    <a:pt x="3555" y="0"/>
                  </a:lnTo>
                  <a:lnTo>
                    <a:pt x="0" y="3556"/>
                  </a:lnTo>
                  <a:lnTo>
                    <a:pt x="0" y="13208"/>
                  </a:lnTo>
                  <a:lnTo>
                    <a:pt x="3555" y="16763"/>
                  </a:lnTo>
                  <a:lnTo>
                    <a:pt x="652526" y="16763"/>
                  </a:lnTo>
                  <a:lnTo>
                    <a:pt x="656844" y="13208"/>
                  </a:lnTo>
                  <a:lnTo>
                    <a:pt x="655954" y="8762"/>
                  </a:lnTo>
                  <a:lnTo>
                    <a:pt x="655954" y="3556"/>
                  </a:lnTo>
                  <a:lnTo>
                    <a:pt x="652526" y="0"/>
                  </a:lnTo>
                  <a:close/>
                </a:path>
              </a:pathLst>
            </a:custGeom>
            <a:solidFill>
              <a:srgbClr val="868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709916" y="1810511"/>
              <a:ext cx="40005" cy="181610"/>
            </a:xfrm>
            <a:custGeom>
              <a:avLst/>
              <a:gdLst/>
              <a:ahLst/>
              <a:cxnLst/>
              <a:rect l="l" t="t" r="r" b="b"/>
              <a:pathLst>
                <a:path w="40004" h="181610">
                  <a:moveTo>
                    <a:pt x="39624" y="177800"/>
                  </a:moveTo>
                  <a:lnTo>
                    <a:pt x="38735" y="172466"/>
                  </a:lnTo>
                  <a:lnTo>
                    <a:pt x="38735" y="168148"/>
                  </a:lnTo>
                  <a:lnTo>
                    <a:pt x="35179" y="164592"/>
                  </a:lnTo>
                  <a:lnTo>
                    <a:pt x="8763" y="164592"/>
                  </a:lnTo>
                  <a:lnTo>
                    <a:pt x="3556" y="164592"/>
                  </a:lnTo>
                  <a:lnTo>
                    <a:pt x="0" y="168148"/>
                  </a:lnTo>
                  <a:lnTo>
                    <a:pt x="0" y="177800"/>
                  </a:lnTo>
                  <a:lnTo>
                    <a:pt x="3556" y="181356"/>
                  </a:lnTo>
                  <a:lnTo>
                    <a:pt x="35179" y="181356"/>
                  </a:lnTo>
                  <a:lnTo>
                    <a:pt x="39624" y="177800"/>
                  </a:lnTo>
                  <a:close/>
                </a:path>
                <a:path w="40004" h="181610">
                  <a:moveTo>
                    <a:pt x="39624" y="122301"/>
                  </a:moveTo>
                  <a:lnTo>
                    <a:pt x="38735" y="118110"/>
                  </a:lnTo>
                  <a:lnTo>
                    <a:pt x="38735" y="113919"/>
                  </a:lnTo>
                  <a:lnTo>
                    <a:pt x="35179" y="109728"/>
                  </a:lnTo>
                  <a:lnTo>
                    <a:pt x="8763" y="109728"/>
                  </a:lnTo>
                  <a:lnTo>
                    <a:pt x="3556" y="109728"/>
                  </a:lnTo>
                  <a:lnTo>
                    <a:pt x="0" y="113919"/>
                  </a:lnTo>
                  <a:lnTo>
                    <a:pt x="0" y="122301"/>
                  </a:lnTo>
                  <a:lnTo>
                    <a:pt x="3556" y="126492"/>
                  </a:lnTo>
                  <a:lnTo>
                    <a:pt x="35179" y="126492"/>
                  </a:lnTo>
                  <a:lnTo>
                    <a:pt x="39624" y="122301"/>
                  </a:lnTo>
                  <a:close/>
                </a:path>
                <a:path w="40004" h="181610">
                  <a:moveTo>
                    <a:pt x="39624" y="68084"/>
                  </a:moveTo>
                  <a:lnTo>
                    <a:pt x="38735" y="63627"/>
                  </a:lnTo>
                  <a:lnTo>
                    <a:pt x="38735" y="58432"/>
                  </a:lnTo>
                  <a:lnTo>
                    <a:pt x="35179" y="54864"/>
                  </a:lnTo>
                  <a:lnTo>
                    <a:pt x="8763" y="54864"/>
                  </a:lnTo>
                  <a:lnTo>
                    <a:pt x="3556" y="54864"/>
                  </a:lnTo>
                  <a:lnTo>
                    <a:pt x="0" y="58432"/>
                  </a:lnTo>
                  <a:lnTo>
                    <a:pt x="0" y="68084"/>
                  </a:lnTo>
                  <a:lnTo>
                    <a:pt x="3556" y="71628"/>
                  </a:lnTo>
                  <a:lnTo>
                    <a:pt x="35179" y="71628"/>
                  </a:lnTo>
                  <a:lnTo>
                    <a:pt x="39624" y="68084"/>
                  </a:lnTo>
                  <a:close/>
                </a:path>
                <a:path w="40004" h="181610">
                  <a:moveTo>
                    <a:pt x="39624" y="13716"/>
                  </a:moveTo>
                  <a:lnTo>
                    <a:pt x="38735" y="9144"/>
                  </a:lnTo>
                  <a:lnTo>
                    <a:pt x="38735" y="4584"/>
                  </a:lnTo>
                  <a:lnTo>
                    <a:pt x="35179" y="0"/>
                  </a:lnTo>
                  <a:lnTo>
                    <a:pt x="8763" y="0"/>
                  </a:lnTo>
                  <a:lnTo>
                    <a:pt x="3556" y="0"/>
                  </a:lnTo>
                  <a:lnTo>
                    <a:pt x="0" y="4584"/>
                  </a:lnTo>
                  <a:lnTo>
                    <a:pt x="0" y="14605"/>
                  </a:lnTo>
                  <a:lnTo>
                    <a:pt x="3556" y="18288"/>
                  </a:lnTo>
                  <a:lnTo>
                    <a:pt x="35179" y="18288"/>
                  </a:lnTo>
                  <a:lnTo>
                    <a:pt x="39624" y="13716"/>
                  </a:lnTo>
                  <a:close/>
                </a:path>
              </a:pathLst>
            </a:custGeom>
            <a:solidFill>
              <a:srgbClr val="12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709916" y="1612391"/>
              <a:ext cx="887094" cy="269875"/>
            </a:xfrm>
            <a:custGeom>
              <a:avLst/>
              <a:gdLst/>
              <a:ahLst/>
              <a:cxnLst/>
              <a:rect l="l" t="t" r="r" b="b"/>
              <a:pathLst>
                <a:path w="887095" h="269875">
                  <a:moveTo>
                    <a:pt x="329184" y="3556"/>
                  </a:moveTo>
                  <a:lnTo>
                    <a:pt x="325628" y="0"/>
                  </a:lnTo>
                  <a:lnTo>
                    <a:pt x="8763" y="0"/>
                  </a:lnTo>
                  <a:lnTo>
                    <a:pt x="3556" y="0"/>
                  </a:lnTo>
                  <a:lnTo>
                    <a:pt x="0" y="3556"/>
                  </a:lnTo>
                  <a:lnTo>
                    <a:pt x="0" y="13208"/>
                  </a:lnTo>
                  <a:lnTo>
                    <a:pt x="3556" y="16764"/>
                  </a:lnTo>
                  <a:lnTo>
                    <a:pt x="325628" y="16764"/>
                  </a:lnTo>
                  <a:lnTo>
                    <a:pt x="329184" y="13208"/>
                  </a:lnTo>
                  <a:lnTo>
                    <a:pt x="329184" y="3556"/>
                  </a:lnTo>
                  <a:close/>
                </a:path>
                <a:path w="887095" h="269875">
                  <a:moveTo>
                    <a:pt x="886968" y="256552"/>
                  </a:moveTo>
                  <a:lnTo>
                    <a:pt x="883412" y="252984"/>
                  </a:lnTo>
                  <a:lnTo>
                    <a:pt x="798830" y="252984"/>
                  </a:lnTo>
                  <a:lnTo>
                    <a:pt x="794512" y="252984"/>
                  </a:lnTo>
                  <a:lnTo>
                    <a:pt x="790956" y="256552"/>
                  </a:lnTo>
                  <a:lnTo>
                    <a:pt x="790956" y="266204"/>
                  </a:lnTo>
                  <a:lnTo>
                    <a:pt x="794512" y="269748"/>
                  </a:lnTo>
                  <a:lnTo>
                    <a:pt x="882650" y="269748"/>
                  </a:lnTo>
                  <a:lnTo>
                    <a:pt x="886968" y="266204"/>
                  </a:lnTo>
                  <a:lnTo>
                    <a:pt x="886968" y="256552"/>
                  </a:lnTo>
                  <a:close/>
                </a:path>
              </a:pathLst>
            </a:custGeom>
            <a:solidFill>
              <a:srgbClr val="868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709916" y="2220467"/>
              <a:ext cx="530860" cy="554990"/>
            </a:xfrm>
            <a:custGeom>
              <a:avLst/>
              <a:gdLst/>
              <a:ahLst/>
              <a:cxnLst/>
              <a:rect l="l" t="t" r="r" b="b"/>
              <a:pathLst>
                <a:path w="530859" h="554989">
                  <a:moveTo>
                    <a:pt x="530352" y="541528"/>
                  </a:moveTo>
                  <a:lnTo>
                    <a:pt x="526796" y="537972"/>
                  </a:lnTo>
                  <a:lnTo>
                    <a:pt x="8763" y="537972"/>
                  </a:lnTo>
                  <a:lnTo>
                    <a:pt x="3556" y="537972"/>
                  </a:lnTo>
                  <a:lnTo>
                    <a:pt x="0" y="541528"/>
                  </a:lnTo>
                  <a:lnTo>
                    <a:pt x="0" y="551180"/>
                  </a:lnTo>
                  <a:lnTo>
                    <a:pt x="3556" y="554736"/>
                  </a:lnTo>
                  <a:lnTo>
                    <a:pt x="526796" y="554736"/>
                  </a:lnTo>
                  <a:lnTo>
                    <a:pt x="530352" y="551180"/>
                  </a:lnTo>
                  <a:lnTo>
                    <a:pt x="530352" y="541528"/>
                  </a:lnTo>
                  <a:close/>
                </a:path>
                <a:path w="530859" h="554989">
                  <a:moveTo>
                    <a:pt x="530352" y="139827"/>
                  </a:moveTo>
                  <a:lnTo>
                    <a:pt x="526796" y="135636"/>
                  </a:lnTo>
                  <a:lnTo>
                    <a:pt x="8763" y="135636"/>
                  </a:lnTo>
                  <a:lnTo>
                    <a:pt x="3556" y="135636"/>
                  </a:lnTo>
                  <a:lnTo>
                    <a:pt x="0" y="139827"/>
                  </a:lnTo>
                  <a:lnTo>
                    <a:pt x="0" y="148209"/>
                  </a:lnTo>
                  <a:lnTo>
                    <a:pt x="3556" y="152400"/>
                  </a:lnTo>
                  <a:lnTo>
                    <a:pt x="526796" y="152400"/>
                  </a:lnTo>
                  <a:lnTo>
                    <a:pt x="530352" y="148209"/>
                  </a:lnTo>
                  <a:lnTo>
                    <a:pt x="530352" y="139827"/>
                  </a:lnTo>
                  <a:close/>
                </a:path>
                <a:path w="530859" h="554989">
                  <a:moveTo>
                    <a:pt x="530352" y="80772"/>
                  </a:moveTo>
                  <a:lnTo>
                    <a:pt x="529463" y="76200"/>
                  </a:lnTo>
                  <a:lnTo>
                    <a:pt x="529463" y="70739"/>
                  </a:lnTo>
                  <a:lnTo>
                    <a:pt x="525907" y="67056"/>
                  </a:lnTo>
                  <a:lnTo>
                    <a:pt x="8763" y="67056"/>
                  </a:lnTo>
                  <a:lnTo>
                    <a:pt x="3556" y="67056"/>
                  </a:lnTo>
                  <a:lnTo>
                    <a:pt x="0" y="70739"/>
                  </a:lnTo>
                  <a:lnTo>
                    <a:pt x="0" y="80772"/>
                  </a:lnTo>
                  <a:lnTo>
                    <a:pt x="3556" y="85344"/>
                  </a:lnTo>
                  <a:lnTo>
                    <a:pt x="525907" y="85344"/>
                  </a:lnTo>
                  <a:lnTo>
                    <a:pt x="530352" y="80772"/>
                  </a:lnTo>
                  <a:close/>
                </a:path>
                <a:path w="530859" h="554989">
                  <a:moveTo>
                    <a:pt x="530352" y="13716"/>
                  </a:moveTo>
                  <a:lnTo>
                    <a:pt x="529463" y="9144"/>
                  </a:lnTo>
                  <a:lnTo>
                    <a:pt x="529463" y="3683"/>
                  </a:lnTo>
                  <a:lnTo>
                    <a:pt x="525907" y="0"/>
                  </a:lnTo>
                  <a:lnTo>
                    <a:pt x="8763" y="0"/>
                  </a:lnTo>
                  <a:lnTo>
                    <a:pt x="3556" y="0"/>
                  </a:lnTo>
                  <a:lnTo>
                    <a:pt x="0" y="3683"/>
                  </a:lnTo>
                  <a:lnTo>
                    <a:pt x="0" y="13716"/>
                  </a:lnTo>
                  <a:lnTo>
                    <a:pt x="3556" y="18288"/>
                  </a:lnTo>
                  <a:lnTo>
                    <a:pt x="525907" y="18288"/>
                  </a:lnTo>
                  <a:lnTo>
                    <a:pt x="530352" y="13716"/>
                  </a:lnTo>
                  <a:close/>
                </a:path>
              </a:pathLst>
            </a:custGeom>
            <a:solidFill>
              <a:srgbClr val="C97A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709916" y="2142743"/>
              <a:ext cx="901065" cy="786765"/>
            </a:xfrm>
            <a:custGeom>
              <a:avLst/>
              <a:gdLst/>
              <a:ahLst/>
              <a:cxnLst/>
              <a:rect l="l" t="t" r="r" b="b"/>
              <a:pathLst>
                <a:path w="901065" h="786764">
                  <a:moveTo>
                    <a:pt x="80772" y="772668"/>
                  </a:moveTo>
                  <a:lnTo>
                    <a:pt x="76327" y="768096"/>
                  </a:lnTo>
                  <a:lnTo>
                    <a:pt x="8763" y="768096"/>
                  </a:lnTo>
                  <a:lnTo>
                    <a:pt x="3556" y="768096"/>
                  </a:lnTo>
                  <a:lnTo>
                    <a:pt x="0" y="772668"/>
                  </a:lnTo>
                  <a:lnTo>
                    <a:pt x="0" y="781812"/>
                  </a:lnTo>
                  <a:lnTo>
                    <a:pt x="3556" y="786384"/>
                  </a:lnTo>
                  <a:lnTo>
                    <a:pt x="76327" y="786384"/>
                  </a:lnTo>
                  <a:lnTo>
                    <a:pt x="80772" y="781812"/>
                  </a:lnTo>
                  <a:lnTo>
                    <a:pt x="80772" y="772668"/>
                  </a:lnTo>
                  <a:close/>
                </a:path>
                <a:path w="901065" h="786764">
                  <a:moveTo>
                    <a:pt x="80772" y="721360"/>
                  </a:moveTo>
                  <a:lnTo>
                    <a:pt x="76327" y="717804"/>
                  </a:lnTo>
                  <a:lnTo>
                    <a:pt x="8763" y="717804"/>
                  </a:lnTo>
                  <a:lnTo>
                    <a:pt x="3556" y="717804"/>
                  </a:lnTo>
                  <a:lnTo>
                    <a:pt x="0" y="721360"/>
                  </a:lnTo>
                  <a:lnTo>
                    <a:pt x="0" y="731012"/>
                  </a:lnTo>
                  <a:lnTo>
                    <a:pt x="3556" y="734568"/>
                  </a:lnTo>
                  <a:lnTo>
                    <a:pt x="76327" y="734568"/>
                  </a:lnTo>
                  <a:lnTo>
                    <a:pt x="80772" y="731012"/>
                  </a:lnTo>
                  <a:lnTo>
                    <a:pt x="80772" y="721360"/>
                  </a:lnTo>
                  <a:close/>
                </a:path>
                <a:path w="901065" h="786764">
                  <a:moveTo>
                    <a:pt x="204216" y="721360"/>
                  </a:moveTo>
                  <a:lnTo>
                    <a:pt x="200787" y="717804"/>
                  </a:lnTo>
                  <a:lnTo>
                    <a:pt x="132842" y="717804"/>
                  </a:lnTo>
                  <a:lnTo>
                    <a:pt x="128524" y="717804"/>
                  </a:lnTo>
                  <a:lnTo>
                    <a:pt x="124968" y="721360"/>
                  </a:lnTo>
                  <a:lnTo>
                    <a:pt x="124968" y="731012"/>
                  </a:lnTo>
                  <a:lnTo>
                    <a:pt x="128524" y="734568"/>
                  </a:lnTo>
                  <a:lnTo>
                    <a:pt x="200787" y="734568"/>
                  </a:lnTo>
                  <a:lnTo>
                    <a:pt x="204216" y="731012"/>
                  </a:lnTo>
                  <a:lnTo>
                    <a:pt x="204216" y="721360"/>
                  </a:lnTo>
                  <a:close/>
                </a:path>
                <a:path w="901065" h="786764">
                  <a:moveTo>
                    <a:pt x="329184" y="721360"/>
                  </a:moveTo>
                  <a:lnTo>
                    <a:pt x="325628" y="717804"/>
                  </a:lnTo>
                  <a:lnTo>
                    <a:pt x="257175" y="717804"/>
                  </a:lnTo>
                  <a:lnTo>
                    <a:pt x="252857" y="717804"/>
                  </a:lnTo>
                  <a:lnTo>
                    <a:pt x="248412" y="721360"/>
                  </a:lnTo>
                  <a:lnTo>
                    <a:pt x="248412" y="731012"/>
                  </a:lnTo>
                  <a:lnTo>
                    <a:pt x="252857" y="734568"/>
                  </a:lnTo>
                  <a:lnTo>
                    <a:pt x="325628" y="734568"/>
                  </a:lnTo>
                  <a:lnTo>
                    <a:pt x="329184" y="731012"/>
                  </a:lnTo>
                  <a:lnTo>
                    <a:pt x="329184" y="721360"/>
                  </a:lnTo>
                  <a:close/>
                </a:path>
                <a:path w="901065" h="786764">
                  <a:moveTo>
                    <a:pt x="452628" y="721360"/>
                  </a:moveTo>
                  <a:lnTo>
                    <a:pt x="449072" y="717804"/>
                  </a:lnTo>
                  <a:lnTo>
                    <a:pt x="380746" y="717804"/>
                  </a:lnTo>
                  <a:lnTo>
                    <a:pt x="375412" y="717804"/>
                  </a:lnTo>
                  <a:lnTo>
                    <a:pt x="371856" y="721360"/>
                  </a:lnTo>
                  <a:lnTo>
                    <a:pt x="371856" y="731012"/>
                  </a:lnTo>
                  <a:lnTo>
                    <a:pt x="375412" y="734568"/>
                  </a:lnTo>
                  <a:lnTo>
                    <a:pt x="449072" y="734568"/>
                  </a:lnTo>
                  <a:lnTo>
                    <a:pt x="452628" y="731012"/>
                  </a:lnTo>
                  <a:lnTo>
                    <a:pt x="452628" y="721360"/>
                  </a:lnTo>
                  <a:close/>
                </a:path>
                <a:path w="901065" h="786764">
                  <a:moveTo>
                    <a:pt x="576072" y="721360"/>
                  </a:moveTo>
                  <a:lnTo>
                    <a:pt x="572516" y="717804"/>
                  </a:lnTo>
                  <a:lnTo>
                    <a:pt x="504698" y="717804"/>
                  </a:lnTo>
                  <a:lnTo>
                    <a:pt x="500380" y="717804"/>
                  </a:lnTo>
                  <a:lnTo>
                    <a:pt x="496824" y="721360"/>
                  </a:lnTo>
                  <a:lnTo>
                    <a:pt x="496824" y="731012"/>
                  </a:lnTo>
                  <a:lnTo>
                    <a:pt x="500380" y="734568"/>
                  </a:lnTo>
                  <a:lnTo>
                    <a:pt x="572516" y="734568"/>
                  </a:lnTo>
                  <a:lnTo>
                    <a:pt x="576072" y="731012"/>
                  </a:lnTo>
                  <a:lnTo>
                    <a:pt x="576072" y="721360"/>
                  </a:lnTo>
                  <a:close/>
                </a:path>
                <a:path w="901065" h="786764">
                  <a:moveTo>
                    <a:pt x="594360" y="772668"/>
                  </a:moveTo>
                  <a:lnTo>
                    <a:pt x="590804" y="768096"/>
                  </a:lnTo>
                  <a:lnTo>
                    <a:pt x="109982" y="768096"/>
                  </a:lnTo>
                  <a:lnTo>
                    <a:pt x="105664" y="768096"/>
                  </a:lnTo>
                  <a:lnTo>
                    <a:pt x="102108" y="772668"/>
                  </a:lnTo>
                  <a:lnTo>
                    <a:pt x="102108" y="781812"/>
                  </a:lnTo>
                  <a:lnTo>
                    <a:pt x="105664" y="786384"/>
                  </a:lnTo>
                  <a:lnTo>
                    <a:pt x="590804" y="786384"/>
                  </a:lnTo>
                  <a:lnTo>
                    <a:pt x="594360" y="781812"/>
                  </a:lnTo>
                  <a:lnTo>
                    <a:pt x="594360" y="772668"/>
                  </a:lnTo>
                  <a:close/>
                </a:path>
                <a:path w="901065" h="786764">
                  <a:moveTo>
                    <a:pt x="640080" y="3556"/>
                  </a:moveTo>
                  <a:lnTo>
                    <a:pt x="635762" y="0"/>
                  </a:lnTo>
                  <a:lnTo>
                    <a:pt x="491871" y="0"/>
                  </a:lnTo>
                  <a:lnTo>
                    <a:pt x="487426" y="0"/>
                  </a:lnTo>
                  <a:lnTo>
                    <a:pt x="483108" y="3556"/>
                  </a:lnTo>
                  <a:lnTo>
                    <a:pt x="483108" y="13208"/>
                  </a:lnTo>
                  <a:lnTo>
                    <a:pt x="487426" y="16764"/>
                  </a:lnTo>
                  <a:lnTo>
                    <a:pt x="635762" y="16764"/>
                  </a:lnTo>
                  <a:lnTo>
                    <a:pt x="640080" y="13208"/>
                  </a:lnTo>
                  <a:lnTo>
                    <a:pt x="640080" y="3556"/>
                  </a:lnTo>
                  <a:close/>
                </a:path>
                <a:path w="901065" h="786764">
                  <a:moveTo>
                    <a:pt x="699516" y="721360"/>
                  </a:moveTo>
                  <a:lnTo>
                    <a:pt x="695198" y="717804"/>
                  </a:lnTo>
                  <a:lnTo>
                    <a:pt x="628904" y="717804"/>
                  </a:lnTo>
                  <a:lnTo>
                    <a:pt x="623697" y="717804"/>
                  </a:lnTo>
                  <a:lnTo>
                    <a:pt x="620268" y="721360"/>
                  </a:lnTo>
                  <a:lnTo>
                    <a:pt x="620268" y="731012"/>
                  </a:lnTo>
                  <a:lnTo>
                    <a:pt x="623697" y="734568"/>
                  </a:lnTo>
                  <a:lnTo>
                    <a:pt x="695198" y="734568"/>
                  </a:lnTo>
                  <a:lnTo>
                    <a:pt x="699516" y="731012"/>
                  </a:lnTo>
                  <a:lnTo>
                    <a:pt x="699516" y="721360"/>
                  </a:lnTo>
                  <a:close/>
                </a:path>
                <a:path w="901065" h="786764">
                  <a:moveTo>
                    <a:pt x="798576" y="721360"/>
                  </a:moveTo>
                  <a:lnTo>
                    <a:pt x="795020" y="717804"/>
                  </a:lnTo>
                  <a:lnTo>
                    <a:pt x="751713" y="717804"/>
                  </a:lnTo>
                  <a:lnTo>
                    <a:pt x="747268" y="717804"/>
                  </a:lnTo>
                  <a:lnTo>
                    <a:pt x="743712" y="721360"/>
                  </a:lnTo>
                  <a:lnTo>
                    <a:pt x="743712" y="731012"/>
                  </a:lnTo>
                  <a:lnTo>
                    <a:pt x="747268" y="734568"/>
                  </a:lnTo>
                  <a:lnTo>
                    <a:pt x="795020" y="734568"/>
                  </a:lnTo>
                  <a:lnTo>
                    <a:pt x="798576" y="731012"/>
                  </a:lnTo>
                  <a:lnTo>
                    <a:pt x="798576" y="721360"/>
                  </a:lnTo>
                  <a:close/>
                </a:path>
                <a:path w="901065" h="786764">
                  <a:moveTo>
                    <a:pt x="900684" y="81407"/>
                  </a:moveTo>
                  <a:lnTo>
                    <a:pt x="897128" y="77724"/>
                  </a:lnTo>
                  <a:lnTo>
                    <a:pt x="700659" y="77724"/>
                  </a:lnTo>
                  <a:lnTo>
                    <a:pt x="695452" y="77724"/>
                  </a:lnTo>
                  <a:lnTo>
                    <a:pt x="691896" y="81407"/>
                  </a:lnTo>
                  <a:lnTo>
                    <a:pt x="691896" y="91440"/>
                  </a:lnTo>
                  <a:lnTo>
                    <a:pt x="695452" y="96012"/>
                  </a:lnTo>
                  <a:lnTo>
                    <a:pt x="897128" y="96012"/>
                  </a:lnTo>
                  <a:lnTo>
                    <a:pt x="900684" y="91440"/>
                  </a:lnTo>
                  <a:lnTo>
                    <a:pt x="900684" y="81407"/>
                  </a:lnTo>
                  <a:close/>
                </a:path>
                <a:path w="901065" h="786764">
                  <a:moveTo>
                    <a:pt x="900684" y="3556"/>
                  </a:moveTo>
                  <a:lnTo>
                    <a:pt x="897128" y="0"/>
                  </a:lnTo>
                  <a:lnTo>
                    <a:pt x="700659" y="0"/>
                  </a:lnTo>
                  <a:lnTo>
                    <a:pt x="695452" y="0"/>
                  </a:lnTo>
                  <a:lnTo>
                    <a:pt x="691896" y="3556"/>
                  </a:lnTo>
                  <a:lnTo>
                    <a:pt x="691896" y="13208"/>
                  </a:lnTo>
                  <a:lnTo>
                    <a:pt x="695452" y="16764"/>
                  </a:lnTo>
                  <a:lnTo>
                    <a:pt x="897128" y="16764"/>
                  </a:lnTo>
                  <a:lnTo>
                    <a:pt x="900684" y="13208"/>
                  </a:lnTo>
                  <a:lnTo>
                    <a:pt x="900684" y="3556"/>
                  </a:lnTo>
                  <a:close/>
                </a:path>
              </a:pathLst>
            </a:custGeom>
            <a:solidFill>
              <a:srgbClr val="12D6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287511" y="826007"/>
              <a:ext cx="856615" cy="784860"/>
            </a:xfrm>
            <a:custGeom>
              <a:avLst/>
              <a:gdLst/>
              <a:ahLst/>
              <a:cxnLst/>
              <a:rect l="l" t="t" r="r" b="b"/>
              <a:pathLst>
                <a:path w="856615" h="784860">
                  <a:moveTo>
                    <a:pt x="822325" y="0"/>
                  </a:moveTo>
                  <a:lnTo>
                    <a:pt x="35052" y="0"/>
                  </a:lnTo>
                  <a:lnTo>
                    <a:pt x="21431" y="2748"/>
                  </a:lnTo>
                  <a:lnTo>
                    <a:pt x="10286" y="10175"/>
                  </a:lnTo>
                  <a:lnTo>
                    <a:pt x="2762" y="21056"/>
                  </a:lnTo>
                  <a:lnTo>
                    <a:pt x="0" y="34162"/>
                  </a:lnTo>
                  <a:lnTo>
                    <a:pt x="0" y="750696"/>
                  </a:lnTo>
                  <a:lnTo>
                    <a:pt x="2762" y="764178"/>
                  </a:lnTo>
                  <a:lnTo>
                    <a:pt x="10286" y="775017"/>
                  </a:lnTo>
                  <a:lnTo>
                    <a:pt x="21431" y="782236"/>
                  </a:lnTo>
                  <a:lnTo>
                    <a:pt x="35052" y="784859"/>
                  </a:lnTo>
                  <a:lnTo>
                    <a:pt x="822325" y="784859"/>
                  </a:lnTo>
                  <a:lnTo>
                    <a:pt x="835806" y="782236"/>
                  </a:lnTo>
                  <a:lnTo>
                    <a:pt x="846645" y="775017"/>
                  </a:lnTo>
                  <a:lnTo>
                    <a:pt x="853864" y="764178"/>
                  </a:lnTo>
                  <a:lnTo>
                    <a:pt x="856488" y="750696"/>
                  </a:lnTo>
                  <a:lnTo>
                    <a:pt x="856488" y="34162"/>
                  </a:lnTo>
                  <a:lnTo>
                    <a:pt x="853864" y="21056"/>
                  </a:lnTo>
                  <a:lnTo>
                    <a:pt x="846645" y="10175"/>
                  </a:lnTo>
                  <a:lnTo>
                    <a:pt x="835806" y="2748"/>
                  </a:lnTo>
                  <a:lnTo>
                    <a:pt x="822325" y="0"/>
                  </a:lnTo>
                  <a:close/>
                </a:path>
              </a:pathLst>
            </a:custGeom>
            <a:solidFill>
              <a:srgbClr val="B8B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287511" y="819911"/>
              <a:ext cx="856615" cy="40005"/>
            </a:xfrm>
            <a:custGeom>
              <a:avLst/>
              <a:gdLst/>
              <a:ahLst/>
              <a:cxnLst/>
              <a:rect l="l" t="t" r="r" b="b"/>
              <a:pathLst>
                <a:path w="856615" h="40005">
                  <a:moveTo>
                    <a:pt x="824103" y="0"/>
                  </a:moveTo>
                  <a:lnTo>
                    <a:pt x="33274" y="0"/>
                  </a:lnTo>
                  <a:lnTo>
                    <a:pt x="20306" y="2615"/>
                  </a:lnTo>
                  <a:lnTo>
                    <a:pt x="9731" y="9683"/>
                  </a:lnTo>
                  <a:lnTo>
                    <a:pt x="2609" y="20038"/>
                  </a:lnTo>
                  <a:lnTo>
                    <a:pt x="0" y="32512"/>
                  </a:lnTo>
                  <a:lnTo>
                    <a:pt x="0" y="39624"/>
                  </a:lnTo>
                  <a:lnTo>
                    <a:pt x="2609" y="27076"/>
                  </a:lnTo>
                  <a:lnTo>
                    <a:pt x="9731" y="16684"/>
                  </a:lnTo>
                  <a:lnTo>
                    <a:pt x="20306" y="9602"/>
                  </a:lnTo>
                  <a:lnTo>
                    <a:pt x="33274" y="6985"/>
                  </a:lnTo>
                  <a:lnTo>
                    <a:pt x="824103" y="6985"/>
                  </a:lnTo>
                  <a:lnTo>
                    <a:pt x="836931" y="9602"/>
                  </a:lnTo>
                  <a:lnTo>
                    <a:pt x="847201" y="16684"/>
                  </a:lnTo>
                  <a:lnTo>
                    <a:pt x="854017" y="27076"/>
                  </a:lnTo>
                  <a:lnTo>
                    <a:pt x="856488" y="39624"/>
                  </a:lnTo>
                  <a:lnTo>
                    <a:pt x="856488" y="32512"/>
                  </a:lnTo>
                  <a:lnTo>
                    <a:pt x="854017" y="20038"/>
                  </a:lnTo>
                  <a:lnTo>
                    <a:pt x="847201" y="9683"/>
                  </a:lnTo>
                  <a:lnTo>
                    <a:pt x="836931" y="2615"/>
                  </a:lnTo>
                  <a:lnTo>
                    <a:pt x="824103" y="0"/>
                  </a:lnTo>
                  <a:close/>
                </a:path>
              </a:pathLst>
            </a:custGeom>
            <a:solidFill>
              <a:srgbClr val="00A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287511" y="826007"/>
              <a:ext cx="856615" cy="121920"/>
            </a:xfrm>
            <a:custGeom>
              <a:avLst/>
              <a:gdLst/>
              <a:ahLst/>
              <a:cxnLst/>
              <a:rect l="l" t="t" r="r" b="b"/>
              <a:pathLst>
                <a:path w="856615" h="121919">
                  <a:moveTo>
                    <a:pt x="824103" y="0"/>
                  </a:moveTo>
                  <a:lnTo>
                    <a:pt x="33274" y="0"/>
                  </a:lnTo>
                  <a:lnTo>
                    <a:pt x="20306" y="2617"/>
                  </a:lnTo>
                  <a:lnTo>
                    <a:pt x="9731" y="9699"/>
                  </a:lnTo>
                  <a:lnTo>
                    <a:pt x="2609" y="20091"/>
                  </a:lnTo>
                  <a:lnTo>
                    <a:pt x="0" y="32638"/>
                  </a:lnTo>
                  <a:lnTo>
                    <a:pt x="0" y="121919"/>
                  </a:lnTo>
                  <a:lnTo>
                    <a:pt x="856488" y="121919"/>
                  </a:lnTo>
                  <a:lnTo>
                    <a:pt x="856488" y="32638"/>
                  </a:lnTo>
                  <a:lnTo>
                    <a:pt x="854017" y="20091"/>
                  </a:lnTo>
                  <a:lnTo>
                    <a:pt x="847201" y="9699"/>
                  </a:lnTo>
                  <a:lnTo>
                    <a:pt x="836931" y="2617"/>
                  </a:lnTo>
                  <a:lnTo>
                    <a:pt x="824103" y="0"/>
                  </a:lnTo>
                  <a:close/>
                </a:path>
              </a:pathLst>
            </a:custGeom>
            <a:solidFill>
              <a:srgbClr val="469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334755" y="982979"/>
              <a:ext cx="765175" cy="588645"/>
            </a:xfrm>
            <a:custGeom>
              <a:avLst/>
              <a:gdLst/>
              <a:ahLst/>
              <a:cxnLst/>
              <a:rect l="l" t="t" r="r" b="b"/>
              <a:pathLst>
                <a:path w="765175" h="588644">
                  <a:moveTo>
                    <a:pt x="738759" y="0"/>
                  </a:moveTo>
                  <a:lnTo>
                    <a:pt x="26289" y="0"/>
                  </a:lnTo>
                  <a:lnTo>
                    <a:pt x="15912" y="2143"/>
                  </a:lnTo>
                  <a:lnTo>
                    <a:pt x="7572" y="7905"/>
                  </a:lnTo>
                  <a:lnTo>
                    <a:pt x="2018" y="16287"/>
                  </a:lnTo>
                  <a:lnTo>
                    <a:pt x="0" y="26289"/>
                  </a:lnTo>
                  <a:lnTo>
                    <a:pt x="0" y="561975"/>
                  </a:lnTo>
                  <a:lnTo>
                    <a:pt x="2018" y="572351"/>
                  </a:lnTo>
                  <a:lnTo>
                    <a:pt x="7572" y="580691"/>
                  </a:lnTo>
                  <a:lnTo>
                    <a:pt x="15912" y="586245"/>
                  </a:lnTo>
                  <a:lnTo>
                    <a:pt x="26289" y="588264"/>
                  </a:lnTo>
                  <a:lnTo>
                    <a:pt x="738759" y="588264"/>
                  </a:lnTo>
                  <a:lnTo>
                    <a:pt x="749135" y="586245"/>
                  </a:lnTo>
                  <a:lnTo>
                    <a:pt x="757475" y="580691"/>
                  </a:lnTo>
                  <a:lnTo>
                    <a:pt x="763029" y="572351"/>
                  </a:lnTo>
                  <a:lnTo>
                    <a:pt x="765048" y="561975"/>
                  </a:lnTo>
                  <a:lnTo>
                    <a:pt x="765048" y="26289"/>
                  </a:lnTo>
                  <a:lnTo>
                    <a:pt x="763029" y="16287"/>
                  </a:lnTo>
                  <a:lnTo>
                    <a:pt x="757475" y="7905"/>
                  </a:lnTo>
                  <a:lnTo>
                    <a:pt x="749135" y="2143"/>
                  </a:lnTo>
                  <a:lnTo>
                    <a:pt x="738759" y="0"/>
                  </a:lnTo>
                  <a:close/>
                </a:path>
              </a:pathLst>
            </a:custGeom>
            <a:solidFill>
              <a:srgbClr val="230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371332" y="1115567"/>
              <a:ext cx="692150" cy="13970"/>
            </a:xfrm>
            <a:custGeom>
              <a:avLst/>
              <a:gdLst/>
              <a:ahLst/>
              <a:cxnLst/>
              <a:rect l="l" t="t" r="r" b="b"/>
              <a:pathLst>
                <a:path w="692150" h="13969">
                  <a:moveTo>
                    <a:pt x="544068" y="10922"/>
                  </a:moveTo>
                  <a:lnTo>
                    <a:pt x="543179" y="7366"/>
                  </a:lnTo>
                  <a:lnTo>
                    <a:pt x="543179" y="3683"/>
                  </a:lnTo>
                  <a:lnTo>
                    <a:pt x="540512" y="0"/>
                  </a:lnTo>
                  <a:lnTo>
                    <a:pt x="6096" y="0"/>
                  </a:lnTo>
                  <a:lnTo>
                    <a:pt x="2667" y="0"/>
                  </a:lnTo>
                  <a:lnTo>
                    <a:pt x="0" y="3683"/>
                  </a:lnTo>
                  <a:lnTo>
                    <a:pt x="0" y="10922"/>
                  </a:lnTo>
                  <a:lnTo>
                    <a:pt x="2667" y="13716"/>
                  </a:lnTo>
                  <a:lnTo>
                    <a:pt x="540512" y="13716"/>
                  </a:lnTo>
                  <a:lnTo>
                    <a:pt x="544068" y="10922"/>
                  </a:lnTo>
                  <a:close/>
                </a:path>
                <a:path w="692150" h="13969">
                  <a:moveTo>
                    <a:pt x="629412" y="3683"/>
                  </a:moveTo>
                  <a:lnTo>
                    <a:pt x="625983" y="0"/>
                  </a:lnTo>
                  <a:lnTo>
                    <a:pt x="583692" y="0"/>
                  </a:lnTo>
                  <a:lnTo>
                    <a:pt x="580263" y="0"/>
                  </a:lnTo>
                  <a:lnTo>
                    <a:pt x="577596" y="3683"/>
                  </a:lnTo>
                  <a:lnTo>
                    <a:pt x="577596" y="10922"/>
                  </a:lnTo>
                  <a:lnTo>
                    <a:pt x="580263" y="13716"/>
                  </a:lnTo>
                  <a:lnTo>
                    <a:pt x="625983" y="13716"/>
                  </a:lnTo>
                  <a:lnTo>
                    <a:pt x="629412" y="10922"/>
                  </a:lnTo>
                  <a:lnTo>
                    <a:pt x="629412" y="3683"/>
                  </a:lnTo>
                  <a:close/>
                </a:path>
                <a:path w="692150" h="13969">
                  <a:moveTo>
                    <a:pt x="691896" y="3683"/>
                  </a:moveTo>
                  <a:lnTo>
                    <a:pt x="689356" y="0"/>
                  </a:lnTo>
                  <a:lnTo>
                    <a:pt x="656717" y="0"/>
                  </a:lnTo>
                  <a:lnTo>
                    <a:pt x="653288" y="0"/>
                  </a:lnTo>
                  <a:lnTo>
                    <a:pt x="650748" y="3683"/>
                  </a:lnTo>
                  <a:lnTo>
                    <a:pt x="650748" y="10922"/>
                  </a:lnTo>
                  <a:lnTo>
                    <a:pt x="653288" y="13716"/>
                  </a:lnTo>
                  <a:lnTo>
                    <a:pt x="689356" y="13716"/>
                  </a:lnTo>
                  <a:lnTo>
                    <a:pt x="691896" y="10922"/>
                  </a:lnTo>
                  <a:lnTo>
                    <a:pt x="691896" y="3683"/>
                  </a:lnTo>
                  <a:close/>
                </a:path>
              </a:pathLst>
            </a:custGeom>
            <a:solidFill>
              <a:srgbClr val="12D6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371332" y="1176527"/>
              <a:ext cx="414655" cy="47625"/>
            </a:xfrm>
            <a:custGeom>
              <a:avLst/>
              <a:gdLst/>
              <a:ahLst/>
              <a:cxnLst/>
              <a:rect l="l" t="t" r="r" b="b"/>
              <a:pathLst>
                <a:path w="414654" h="47625">
                  <a:moveTo>
                    <a:pt x="131064" y="37719"/>
                  </a:moveTo>
                  <a:lnTo>
                    <a:pt x="128397" y="35052"/>
                  </a:lnTo>
                  <a:lnTo>
                    <a:pt x="77724" y="35052"/>
                  </a:lnTo>
                  <a:lnTo>
                    <a:pt x="74295" y="35052"/>
                  </a:lnTo>
                  <a:lnTo>
                    <a:pt x="71628" y="37719"/>
                  </a:lnTo>
                  <a:lnTo>
                    <a:pt x="71628" y="44577"/>
                  </a:lnTo>
                  <a:lnTo>
                    <a:pt x="74295" y="47244"/>
                  </a:lnTo>
                  <a:lnTo>
                    <a:pt x="128397" y="47244"/>
                  </a:lnTo>
                  <a:lnTo>
                    <a:pt x="131064" y="44577"/>
                  </a:lnTo>
                  <a:lnTo>
                    <a:pt x="131064" y="37719"/>
                  </a:lnTo>
                  <a:close/>
                </a:path>
                <a:path w="414654" h="47625">
                  <a:moveTo>
                    <a:pt x="214884" y="37719"/>
                  </a:moveTo>
                  <a:lnTo>
                    <a:pt x="212217" y="35052"/>
                  </a:lnTo>
                  <a:lnTo>
                    <a:pt x="161544" y="35052"/>
                  </a:lnTo>
                  <a:lnTo>
                    <a:pt x="158115" y="35052"/>
                  </a:lnTo>
                  <a:lnTo>
                    <a:pt x="155448" y="37719"/>
                  </a:lnTo>
                  <a:lnTo>
                    <a:pt x="155448" y="44577"/>
                  </a:lnTo>
                  <a:lnTo>
                    <a:pt x="158115" y="47244"/>
                  </a:lnTo>
                  <a:lnTo>
                    <a:pt x="212217" y="47244"/>
                  </a:lnTo>
                  <a:lnTo>
                    <a:pt x="214884" y="44577"/>
                  </a:lnTo>
                  <a:lnTo>
                    <a:pt x="214884" y="37719"/>
                  </a:lnTo>
                  <a:close/>
                </a:path>
                <a:path w="414654" h="47625">
                  <a:moveTo>
                    <a:pt x="298704" y="37719"/>
                  </a:moveTo>
                  <a:lnTo>
                    <a:pt x="296037" y="35052"/>
                  </a:lnTo>
                  <a:lnTo>
                    <a:pt x="245364" y="35052"/>
                  </a:lnTo>
                  <a:lnTo>
                    <a:pt x="241935" y="35052"/>
                  </a:lnTo>
                  <a:lnTo>
                    <a:pt x="239268" y="37719"/>
                  </a:lnTo>
                  <a:lnTo>
                    <a:pt x="239268" y="44577"/>
                  </a:lnTo>
                  <a:lnTo>
                    <a:pt x="241935" y="47244"/>
                  </a:lnTo>
                  <a:lnTo>
                    <a:pt x="296037" y="47244"/>
                  </a:lnTo>
                  <a:lnTo>
                    <a:pt x="298704" y="44577"/>
                  </a:lnTo>
                  <a:lnTo>
                    <a:pt x="298704" y="37719"/>
                  </a:lnTo>
                  <a:close/>
                </a:path>
                <a:path w="414654" h="47625">
                  <a:moveTo>
                    <a:pt x="312420" y="3683"/>
                  </a:moveTo>
                  <a:lnTo>
                    <a:pt x="308864" y="0"/>
                  </a:lnTo>
                  <a:lnTo>
                    <a:pt x="6096" y="0"/>
                  </a:lnTo>
                  <a:lnTo>
                    <a:pt x="2667" y="0"/>
                  </a:lnTo>
                  <a:lnTo>
                    <a:pt x="0" y="3683"/>
                  </a:lnTo>
                  <a:lnTo>
                    <a:pt x="0" y="10922"/>
                  </a:lnTo>
                  <a:lnTo>
                    <a:pt x="2667" y="13716"/>
                  </a:lnTo>
                  <a:lnTo>
                    <a:pt x="308864" y="13716"/>
                  </a:lnTo>
                  <a:lnTo>
                    <a:pt x="312420" y="10922"/>
                  </a:lnTo>
                  <a:lnTo>
                    <a:pt x="312420" y="3683"/>
                  </a:lnTo>
                  <a:close/>
                </a:path>
                <a:path w="414654" h="47625">
                  <a:moveTo>
                    <a:pt x="336804" y="37719"/>
                  </a:moveTo>
                  <a:lnTo>
                    <a:pt x="333248" y="35052"/>
                  </a:lnTo>
                  <a:lnTo>
                    <a:pt x="323342" y="35052"/>
                  </a:lnTo>
                  <a:lnTo>
                    <a:pt x="319659" y="35052"/>
                  </a:lnTo>
                  <a:lnTo>
                    <a:pt x="316992" y="37719"/>
                  </a:lnTo>
                  <a:lnTo>
                    <a:pt x="316992" y="44577"/>
                  </a:lnTo>
                  <a:lnTo>
                    <a:pt x="319659" y="47244"/>
                  </a:lnTo>
                  <a:lnTo>
                    <a:pt x="333248" y="47244"/>
                  </a:lnTo>
                  <a:lnTo>
                    <a:pt x="336804" y="44577"/>
                  </a:lnTo>
                  <a:lnTo>
                    <a:pt x="336804" y="37719"/>
                  </a:lnTo>
                  <a:close/>
                </a:path>
                <a:path w="414654" h="47625">
                  <a:moveTo>
                    <a:pt x="414528" y="37719"/>
                  </a:moveTo>
                  <a:lnTo>
                    <a:pt x="411861" y="35052"/>
                  </a:lnTo>
                  <a:lnTo>
                    <a:pt x="355092" y="35052"/>
                  </a:lnTo>
                  <a:lnTo>
                    <a:pt x="351663" y="35052"/>
                  </a:lnTo>
                  <a:lnTo>
                    <a:pt x="348996" y="37719"/>
                  </a:lnTo>
                  <a:lnTo>
                    <a:pt x="348996" y="44577"/>
                  </a:lnTo>
                  <a:lnTo>
                    <a:pt x="351663" y="47244"/>
                  </a:lnTo>
                  <a:lnTo>
                    <a:pt x="411861" y="47244"/>
                  </a:lnTo>
                  <a:lnTo>
                    <a:pt x="414528" y="44577"/>
                  </a:lnTo>
                  <a:lnTo>
                    <a:pt x="414528" y="37719"/>
                  </a:lnTo>
                  <a:close/>
                </a:path>
                <a:path w="414654" h="47625">
                  <a:moveTo>
                    <a:pt x="414528" y="3683"/>
                  </a:moveTo>
                  <a:lnTo>
                    <a:pt x="411861" y="0"/>
                  </a:lnTo>
                  <a:lnTo>
                    <a:pt x="322453" y="0"/>
                  </a:lnTo>
                  <a:lnTo>
                    <a:pt x="319024" y="0"/>
                  </a:lnTo>
                  <a:lnTo>
                    <a:pt x="315468" y="3683"/>
                  </a:lnTo>
                  <a:lnTo>
                    <a:pt x="315468" y="10922"/>
                  </a:lnTo>
                  <a:lnTo>
                    <a:pt x="319024" y="13716"/>
                  </a:lnTo>
                  <a:lnTo>
                    <a:pt x="411861" y="13716"/>
                  </a:lnTo>
                  <a:lnTo>
                    <a:pt x="414528" y="10922"/>
                  </a:lnTo>
                  <a:lnTo>
                    <a:pt x="414528" y="3683"/>
                  </a:lnTo>
                  <a:close/>
                </a:path>
              </a:pathLst>
            </a:custGeom>
            <a:solidFill>
              <a:srgbClr val="12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442959" y="1254251"/>
              <a:ext cx="504825" cy="12700"/>
            </a:xfrm>
            <a:custGeom>
              <a:avLst/>
              <a:gdLst/>
              <a:ahLst/>
              <a:cxnLst/>
              <a:rect l="l" t="t" r="r" b="b"/>
              <a:pathLst>
                <a:path w="504825" h="12700">
                  <a:moveTo>
                    <a:pt x="501776" y="0"/>
                  </a:moveTo>
                  <a:lnTo>
                    <a:pt x="6096" y="0"/>
                  </a:lnTo>
                  <a:lnTo>
                    <a:pt x="2667" y="0"/>
                  </a:lnTo>
                  <a:lnTo>
                    <a:pt x="0" y="2667"/>
                  </a:lnTo>
                  <a:lnTo>
                    <a:pt x="0" y="9525"/>
                  </a:lnTo>
                  <a:lnTo>
                    <a:pt x="2667" y="12192"/>
                  </a:lnTo>
                  <a:lnTo>
                    <a:pt x="501776" y="12192"/>
                  </a:lnTo>
                  <a:lnTo>
                    <a:pt x="504444" y="9525"/>
                  </a:lnTo>
                  <a:lnTo>
                    <a:pt x="504444" y="2667"/>
                  </a:lnTo>
                  <a:lnTo>
                    <a:pt x="501776" y="0"/>
                  </a:lnTo>
                  <a:close/>
                </a:path>
              </a:pathLst>
            </a:custGeom>
            <a:solidFill>
              <a:srgbClr val="962C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371332" y="1211579"/>
              <a:ext cx="30480" cy="96520"/>
            </a:xfrm>
            <a:custGeom>
              <a:avLst/>
              <a:gdLst/>
              <a:ahLst/>
              <a:cxnLst/>
              <a:rect l="l" t="t" r="r" b="b"/>
              <a:pathLst>
                <a:path w="30479" h="96519">
                  <a:moveTo>
                    <a:pt x="30480" y="86487"/>
                  </a:moveTo>
                  <a:lnTo>
                    <a:pt x="27813" y="83820"/>
                  </a:lnTo>
                  <a:lnTo>
                    <a:pt x="6223" y="83820"/>
                  </a:lnTo>
                  <a:lnTo>
                    <a:pt x="2667" y="83820"/>
                  </a:lnTo>
                  <a:lnTo>
                    <a:pt x="0" y="86487"/>
                  </a:lnTo>
                  <a:lnTo>
                    <a:pt x="0" y="93345"/>
                  </a:lnTo>
                  <a:lnTo>
                    <a:pt x="2667" y="96012"/>
                  </a:lnTo>
                  <a:lnTo>
                    <a:pt x="27813" y="96012"/>
                  </a:lnTo>
                  <a:lnTo>
                    <a:pt x="30480" y="93345"/>
                  </a:lnTo>
                  <a:lnTo>
                    <a:pt x="30480" y="86487"/>
                  </a:lnTo>
                  <a:close/>
                </a:path>
                <a:path w="30479" h="96519">
                  <a:moveTo>
                    <a:pt x="30480" y="45339"/>
                  </a:moveTo>
                  <a:lnTo>
                    <a:pt x="27813" y="42672"/>
                  </a:lnTo>
                  <a:lnTo>
                    <a:pt x="6223" y="42672"/>
                  </a:lnTo>
                  <a:lnTo>
                    <a:pt x="2667" y="42672"/>
                  </a:lnTo>
                  <a:lnTo>
                    <a:pt x="0" y="45339"/>
                  </a:lnTo>
                  <a:lnTo>
                    <a:pt x="0" y="52197"/>
                  </a:lnTo>
                  <a:lnTo>
                    <a:pt x="2667" y="54864"/>
                  </a:lnTo>
                  <a:lnTo>
                    <a:pt x="27813" y="54864"/>
                  </a:lnTo>
                  <a:lnTo>
                    <a:pt x="30480" y="52197"/>
                  </a:lnTo>
                  <a:lnTo>
                    <a:pt x="30480" y="45339"/>
                  </a:lnTo>
                  <a:close/>
                </a:path>
                <a:path w="30479" h="96519">
                  <a:moveTo>
                    <a:pt x="30480" y="2667"/>
                  </a:moveTo>
                  <a:lnTo>
                    <a:pt x="27813" y="0"/>
                  </a:lnTo>
                  <a:lnTo>
                    <a:pt x="6223" y="0"/>
                  </a:lnTo>
                  <a:lnTo>
                    <a:pt x="2667" y="0"/>
                  </a:lnTo>
                  <a:lnTo>
                    <a:pt x="0" y="2667"/>
                  </a:lnTo>
                  <a:lnTo>
                    <a:pt x="0" y="9525"/>
                  </a:lnTo>
                  <a:lnTo>
                    <a:pt x="2667" y="12192"/>
                  </a:lnTo>
                  <a:lnTo>
                    <a:pt x="27813" y="12192"/>
                  </a:lnTo>
                  <a:lnTo>
                    <a:pt x="30480" y="9525"/>
                  </a:lnTo>
                  <a:lnTo>
                    <a:pt x="30480" y="2667"/>
                  </a:lnTo>
                  <a:close/>
                </a:path>
              </a:pathLst>
            </a:custGeom>
            <a:solidFill>
              <a:srgbClr val="12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441436" y="1254251"/>
              <a:ext cx="611505" cy="53340"/>
            </a:xfrm>
            <a:custGeom>
              <a:avLst/>
              <a:gdLst/>
              <a:ahLst/>
              <a:cxnLst/>
              <a:rect l="l" t="t" r="r" b="b"/>
              <a:pathLst>
                <a:path w="611504" h="53340">
                  <a:moveTo>
                    <a:pt x="213360" y="43815"/>
                  </a:moveTo>
                  <a:lnTo>
                    <a:pt x="209804" y="41148"/>
                  </a:lnTo>
                  <a:lnTo>
                    <a:pt x="6096" y="41148"/>
                  </a:lnTo>
                  <a:lnTo>
                    <a:pt x="2667" y="41148"/>
                  </a:lnTo>
                  <a:lnTo>
                    <a:pt x="0" y="43815"/>
                  </a:lnTo>
                  <a:lnTo>
                    <a:pt x="0" y="50673"/>
                  </a:lnTo>
                  <a:lnTo>
                    <a:pt x="2667" y="53340"/>
                  </a:lnTo>
                  <a:lnTo>
                    <a:pt x="209804" y="53340"/>
                  </a:lnTo>
                  <a:lnTo>
                    <a:pt x="213360" y="50673"/>
                  </a:lnTo>
                  <a:lnTo>
                    <a:pt x="213360" y="43815"/>
                  </a:lnTo>
                  <a:close/>
                </a:path>
                <a:path w="611504" h="53340">
                  <a:moveTo>
                    <a:pt x="611124" y="2667"/>
                  </a:moveTo>
                  <a:lnTo>
                    <a:pt x="608457" y="0"/>
                  </a:lnTo>
                  <a:lnTo>
                    <a:pt x="543433" y="0"/>
                  </a:lnTo>
                  <a:lnTo>
                    <a:pt x="540004" y="0"/>
                  </a:lnTo>
                  <a:lnTo>
                    <a:pt x="536448" y="2667"/>
                  </a:lnTo>
                  <a:lnTo>
                    <a:pt x="536448" y="9525"/>
                  </a:lnTo>
                  <a:lnTo>
                    <a:pt x="540004" y="12192"/>
                  </a:lnTo>
                  <a:lnTo>
                    <a:pt x="608457" y="12192"/>
                  </a:lnTo>
                  <a:lnTo>
                    <a:pt x="611124" y="9525"/>
                  </a:lnTo>
                  <a:lnTo>
                    <a:pt x="611124" y="2667"/>
                  </a:lnTo>
                  <a:close/>
                </a:path>
              </a:pathLst>
            </a:custGeom>
            <a:solidFill>
              <a:srgbClr val="962C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720328" y="1321307"/>
              <a:ext cx="241300" cy="41275"/>
            </a:xfrm>
            <a:custGeom>
              <a:avLst/>
              <a:gdLst/>
              <a:ahLst/>
              <a:cxnLst/>
              <a:rect l="l" t="t" r="r" b="b"/>
              <a:pathLst>
                <a:path w="241300" h="41275">
                  <a:moveTo>
                    <a:pt x="240792" y="32258"/>
                  </a:moveTo>
                  <a:lnTo>
                    <a:pt x="238125" y="28956"/>
                  </a:lnTo>
                  <a:lnTo>
                    <a:pt x="6096" y="28956"/>
                  </a:lnTo>
                  <a:lnTo>
                    <a:pt x="2667" y="28956"/>
                  </a:lnTo>
                  <a:lnTo>
                    <a:pt x="0" y="32258"/>
                  </a:lnTo>
                  <a:lnTo>
                    <a:pt x="0" y="38735"/>
                  </a:lnTo>
                  <a:lnTo>
                    <a:pt x="2667" y="41148"/>
                  </a:lnTo>
                  <a:lnTo>
                    <a:pt x="238125" y="41148"/>
                  </a:lnTo>
                  <a:lnTo>
                    <a:pt x="240792" y="38735"/>
                  </a:lnTo>
                  <a:lnTo>
                    <a:pt x="240792" y="32258"/>
                  </a:lnTo>
                  <a:close/>
                </a:path>
                <a:path w="241300" h="41275">
                  <a:moveTo>
                    <a:pt x="240792" y="2413"/>
                  </a:moveTo>
                  <a:lnTo>
                    <a:pt x="238125" y="0"/>
                  </a:lnTo>
                  <a:lnTo>
                    <a:pt x="168529" y="0"/>
                  </a:lnTo>
                  <a:lnTo>
                    <a:pt x="165100" y="0"/>
                  </a:lnTo>
                  <a:lnTo>
                    <a:pt x="161544" y="2413"/>
                  </a:lnTo>
                  <a:lnTo>
                    <a:pt x="161544" y="9779"/>
                  </a:lnTo>
                  <a:lnTo>
                    <a:pt x="165100" y="12192"/>
                  </a:lnTo>
                  <a:lnTo>
                    <a:pt x="238125" y="12192"/>
                  </a:lnTo>
                  <a:lnTo>
                    <a:pt x="240792" y="9779"/>
                  </a:lnTo>
                  <a:lnTo>
                    <a:pt x="240792" y="2413"/>
                  </a:lnTo>
                  <a:close/>
                </a:path>
              </a:pathLst>
            </a:custGeom>
            <a:solidFill>
              <a:srgbClr val="868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371332" y="1059179"/>
              <a:ext cx="253365" cy="12700"/>
            </a:xfrm>
            <a:custGeom>
              <a:avLst/>
              <a:gdLst/>
              <a:ahLst/>
              <a:cxnLst/>
              <a:rect l="l" t="t" r="r" b="b"/>
              <a:pathLst>
                <a:path w="253365" h="12700">
                  <a:moveTo>
                    <a:pt x="249427" y="0"/>
                  </a:moveTo>
                  <a:lnTo>
                    <a:pt x="6223" y="0"/>
                  </a:lnTo>
                  <a:lnTo>
                    <a:pt x="2667" y="0"/>
                  </a:lnTo>
                  <a:lnTo>
                    <a:pt x="0" y="2412"/>
                  </a:lnTo>
                  <a:lnTo>
                    <a:pt x="0" y="8890"/>
                  </a:lnTo>
                  <a:lnTo>
                    <a:pt x="2667" y="12192"/>
                  </a:lnTo>
                  <a:lnTo>
                    <a:pt x="249427" y="12192"/>
                  </a:lnTo>
                  <a:lnTo>
                    <a:pt x="252984" y="8890"/>
                  </a:lnTo>
                  <a:lnTo>
                    <a:pt x="252984" y="2412"/>
                  </a:lnTo>
                  <a:lnTo>
                    <a:pt x="249427" y="0"/>
                  </a:lnTo>
                  <a:close/>
                </a:path>
              </a:pathLst>
            </a:custGeom>
            <a:solidFill>
              <a:srgbClr val="962C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371332" y="1467611"/>
              <a:ext cx="407034" cy="12700"/>
            </a:xfrm>
            <a:custGeom>
              <a:avLst/>
              <a:gdLst/>
              <a:ahLst/>
              <a:cxnLst/>
              <a:rect l="l" t="t" r="r" b="b"/>
              <a:pathLst>
                <a:path w="407034" h="12700">
                  <a:moveTo>
                    <a:pt x="404241" y="0"/>
                  </a:moveTo>
                  <a:lnTo>
                    <a:pt x="6096" y="0"/>
                  </a:lnTo>
                  <a:lnTo>
                    <a:pt x="2667" y="0"/>
                  </a:lnTo>
                  <a:lnTo>
                    <a:pt x="0" y="2666"/>
                  </a:lnTo>
                  <a:lnTo>
                    <a:pt x="0" y="9525"/>
                  </a:lnTo>
                  <a:lnTo>
                    <a:pt x="2667" y="12191"/>
                  </a:lnTo>
                  <a:lnTo>
                    <a:pt x="404241" y="12191"/>
                  </a:lnTo>
                  <a:lnTo>
                    <a:pt x="406908" y="9525"/>
                  </a:lnTo>
                  <a:lnTo>
                    <a:pt x="406908" y="2666"/>
                  </a:lnTo>
                  <a:lnTo>
                    <a:pt x="404241" y="0"/>
                  </a:lnTo>
                  <a:close/>
                </a:path>
              </a:pathLst>
            </a:custGeom>
            <a:solidFill>
              <a:srgbClr val="868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371332" y="1392935"/>
              <a:ext cx="692150" cy="129539"/>
            </a:xfrm>
            <a:custGeom>
              <a:avLst/>
              <a:gdLst/>
              <a:ahLst/>
              <a:cxnLst/>
              <a:rect l="l" t="t" r="r" b="b"/>
              <a:pathLst>
                <a:path w="692150" h="129540">
                  <a:moveTo>
                    <a:pt x="60960" y="118618"/>
                  </a:moveTo>
                  <a:lnTo>
                    <a:pt x="58293" y="115824"/>
                  </a:lnTo>
                  <a:lnTo>
                    <a:pt x="6096" y="115824"/>
                  </a:lnTo>
                  <a:lnTo>
                    <a:pt x="2667" y="115824"/>
                  </a:lnTo>
                  <a:lnTo>
                    <a:pt x="0" y="118618"/>
                  </a:lnTo>
                  <a:lnTo>
                    <a:pt x="0" y="126746"/>
                  </a:lnTo>
                  <a:lnTo>
                    <a:pt x="2667" y="129540"/>
                  </a:lnTo>
                  <a:lnTo>
                    <a:pt x="58293" y="129540"/>
                  </a:lnTo>
                  <a:lnTo>
                    <a:pt x="60960" y="126746"/>
                  </a:lnTo>
                  <a:lnTo>
                    <a:pt x="60960" y="118618"/>
                  </a:lnTo>
                  <a:close/>
                </a:path>
                <a:path w="692150" h="129540">
                  <a:moveTo>
                    <a:pt x="455676" y="118618"/>
                  </a:moveTo>
                  <a:lnTo>
                    <a:pt x="453009" y="115824"/>
                  </a:lnTo>
                  <a:lnTo>
                    <a:pt x="84709" y="115824"/>
                  </a:lnTo>
                  <a:lnTo>
                    <a:pt x="81280" y="115824"/>
                  </a:lnTo>
                  <a:lnTo>
                    <a:pt x="77724" y="118618"/>
                  </a:lnTo>
                  <a:lnTo>
                    <a:pt x="77724" y="126746"/>
                  </a:lnTo>
                  <a:lnTo>
                    <a:pt x="81280" y="129540"/>
                  </a:lnTo>
                  <a:lnTo>
                    <a:pt x="453009" y="129540"/>
                  </a:lnTo>
                  <a:lnTo>
                    <a:pt x="455676" y="126746"/>
                  </a:lnTo>
                  <a:lnTo>
                    <a:pt x="455676" y="118618"/>
                  </a:lnTo>
                  <a:close/>
                </a:path>
                <a:path w="692150" h="129540">
                  <a:moveTo>
                    <a:pt x="490728" y="2667"/>
                  </a:moveTo>
                  <a:lnTo>
                    <a:pt x="488061" y="0"/>
                  </a:lnTo>
                  <a:lnTo>
                    <a:pt x="377317" y="0"/>
                  </a:lnTo>
                  <a:lnTo>
                    <a:pt x="373888" y="0"/>
                  </a:lnTo>
                  <a:lnTo>
                    <a:pt x="370332" y="2667"/>
                  </a:lnTo>
                  <a:lnTo>
                    <a:pt x="370332" y="9525"/>
                  </a:lnTo>
                  <a:lnTo>
                    <a:pt x="373888" y="12192"/>
                  </a:lnTo>
                  <a:lnTo>
                    <a:pt x="488061" y="12192"/>
                  </a:lnTo>
                  <a:lnTo>
                    <a:pt x="490728" y="9525"/>
                  </a:lnTo>
                  <a:lnTo>
                    <a:pt x="490728" y="2667"/>
                  </a:lnTo>
                  <a:close/>
                </a:path>
                <a:path w="692150" h="129540">
                  <a:moveTo>
                    <a:pt x="691896" y="62738"/>
                  </a:moveTo>
                  <a:lnTo>
                    <a:pt x="689229" y="59436"/>
                  </a:lnTo>
                  <a:lnTo>
                    <a:pt x="537972" y="59436"/>
                  </a:lnTo>
                  <a:lnTo>
                    <a:pt x="534543" y="59436"/>
                  </a:lnTo>
                  <a:lnTo>
                    <a:pt x="531876" y="62738"/>
                  </a:lnTo>
                  <a:lnTo>
                    <a:pt x="531876" y="69215"/>
                  </a:lnTo>
                  <a:lnTo>
                    <a:pt x="534543" y="71628"/>
                  </a:lnTo>
                  <a:lnTo>
                    <a:pt x="689229" y="71628"/>
                  </a:lnTo>
                  <a:lnTo>
                    <a:pt x="691896" y="69215"/>
                  </a:lnTo>
                  <a:lnTo>
                    <a:pt x="691896" y="62738"/>
                  </a:lnTo>
                  <a:close/>
                </a:path>
                <a:path w="692150" h="129540">
                  <a:moveTo>
                    <a:pt x="691896" y="2667"/>
                  </a:moveTo>
                  <a:lnTo>
                    <a:pt x="689229" y="0"/>
                  </a:lnTo>
                  <a:lnTo>
                    <a:pt x="537972" y="0"/>
                  </a:lnTo>
                  <a:lnTo>
                    <a:pt x="534543" y="0"/>
                  </a:lnTo>
                  <a:lnTo>
                    <a:pt x="531876" y="2667"/>
                  </a:lnTo>
                  <a:lnTo>
                    <a:pt x="531876" y="9525"/>
                  </a:lnTo>
                  <a:lnTo>
                    <a:pt x="534543" y="12192"/>
                  </a:lnTo>
                  <a:lnTo>
                    <a:pt x="689229" y="12192"/>
                  </a:lnTo>
                  <a:lnTo>
                    <a:pt x="691896" y="9525"/>
                  </a:lnTo>
                  <a:lnTo>
                    <a:pt x="691896" y="2667"/>
                  </a:lnTo>
                  <a:close/>
                </a:path>
              </a:pathLst>
            </a:custGeom>
            <a:solidFill>
              <a:srgbClr val="12D6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5" name="object 5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6759" y="4177284"/>
            <a:ext cx="664464" cy="664463"/>
          </a:xfrm>
          <a:prstGeom prst="rect">
            <a:avLst/>
          </a:prstGeom>
        </p:spPr>
      </p:pic>
      <p:sp>
        <p:nvSpPr>
          <p:cNvPr id="56" name="object 56"/>
          <p:cNvSpPr txBox="1"/>
          <p:nvPr/>
        </p:nvSpPr>
        <p:spPr>
          <a:xfrm>
            <a:off x="1456689" y="4229201"/>
            <a:ext cx="2489835" cy="5334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spc="-10" dirty="0" err="1">
                <a:solidFill>
                  <a:srgbClr val="CEF3F5"/>
                </a:solidFill>
                <a:latin typeface="Roboto"/>
                <a:cs typeface="Roboto"/>
              </a:rPr>
              <a:t>Fakultas</a:t>
            </a:r>
            <a:r>
              <a:rPr sz="1100" spc="-2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100" spc="5" dirty="0" err="1">
                <a:solidFill>
                  <a:srgbClr val="CEF3F5"/>
                </a:solidFill>
                <a:latin typeface="Roboto"/>
                <a:cs typeface="Roboto"/>
              </a:rPr>
              <a:t>Vokasi</a:t>
            </a:r>
            <a:r>
              <a:rPr sz="1100" spc="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spc="-15" dirty="0" err="1">
                <a:solidFill>
                  <a:srgbClr val="CEF3F5"/>
                </a:solidFill>
                <a:latin typeface="Roboto"/>
                <a:cs typeface="Roboto"/>
              </a:rPr>
              <a:t>Institut</a:t>
            </a:r>
            <a:r>
              <a:rPr sz="1100" spc="-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100" spc="35" dirty="0">
                <a:solidFill>
                  <a:srgbClr val="CEF3F5"/>
                </a:solidFill>
                <a:latin typeface="Roboto"/>
                <a:cs typeface="Roboto"/>
              </a:rPr>
              <a:t>T</a:t>
            </a:r>
            <a:r>
              <a:rPr sz="1100" spc="35">
                <a:solidFill>
                  <a:srgbClr val="CEF3F5"/>
                </a:solidFill>
                <a:latin typeface="Roboto"/>
                <a:cs typeface="Roboto"/>
              </a:rPr>
              <a:t>eknologi</a:t>
            </a:r>
            <a:r>
              <a:rPr sz="1100" spc="-15" dirty="0">
                <a:solidFill>
                  <a:srgbClr val="CEF3F5"/>
                </a:solidFill>
                <a:latin typeface="Roboto"/>
                <a:cs typeface="Roboto"/>
              </a:rPr>
              <a:t> Del</a:t>
            </a:r>
            <a:endParaRPr sz="11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spc="-10" dirty="0">
                <a:solidFill>
                  <a:srgbClr val="CEF3F5"/>
                </a:solidFill>
                <a:latin typeface="Roboto"/>
                <a:cs typeface="Roboto"/>
              </a:rPr>
              <a:t>Sitoluama,</a:t>
            </a:r>
            <a:r>
              <a:rPr sz="1100" spc="-5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CEF3F5"/>
                </a:solidFill>
                <a:latin typeface="Roboto"/>
                <a:cs typeface="Roboto"/>
              </a:rPr>
              <a:t>Laguboti</a:t>
            </a:r>
            <a:endParaRPr sz="11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19327" y="1013460"/>
            <a:ext cx="96520" cy="3116580"/>
            <a:chOff x="719327" y="1013460"/>
            <a:chExt cx="96520" cy="3116580"/>
          </a:xfrm>
        </p:grpSpPr>
        <p:sp>
          <p:nvSpPr>
            <p:cNvPr id="4" name="object 4"/>
            <p:cNvSpPr/>
            <p:nvPr/>
          </p:nvSpPr>
          <p:spPr>
            <a:xfrm>
              <a:off x="719327" y="1013460"/>
              <a:ext cx="96520" cy="1038225"/>
            </a:xfrm>
            <a:custGeom>
              <a:avLst/>
              <a:gdLst/>
              <a:ahLst/>
              <a:cxnLst/>
              <a:rect l="l" t="t" r="r" b="b"/>
              <a:pathLst>
                <a:path w="96519" h="1038225">
                  <a:moveTo>
                    <a:pt x="96012" y="0"/>
                  </a:moveTo>
                  <a:lnTo>
                    <a:pt x="0" y="0"/>
                  </a:lnTo>
                  <a:lnTo>
                    <a:pt x="0" y="1037844"/>
                  </a:lnTo>
                  <a:lnTo>
                    <a:pt x="96012" y="1037844"/>
                  </a:lnTo>
                  <a:lnTo>
                    <a:pt x="96012" y="0"/>
                  </a:lnTo>
                  <a:close/>
                </a:path>
              </a:pathLst>
            </a:custGeom>
            <a:solidFill>
              <a:srgbClr val="C7ADF8">
                <a:alpha val="5882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9327" y="1534668"/>
              <a:ext cx="96520" cy="1038225"/>
            </a:xfrm>
            <a:custGeom>
              <a:avLst/>
              <a:gdLst/>
              <a:ahLst/>
              <a:cxnLst/>
              <a:rect l="l" t="t" r="r" b="b"/>
              <a:pathLst>
                <a:path w="96519" h="1038225">
                  <a:moveTo>
                    <a:pt x="96012" y="0"/>
                  </a:moveTo>
                  <a:lnTo>
                    <a:pt x="0" y="0"/>
                  </a:lnTo>
                  <a:lnTo>
                    <a:pt x="0" y="1037843"/>
                  </a:lnTo>
                  <a:lnTo>
                    <a:pt x="96012" y="1037843"/>
                  </a:lnTo>
                  <a:lnTo>
                    <a:pt x="96012" y="0"/>
                  </a:lnTo>
                  <a:close/>
                </a:path>
              </a:pathLst>
            </a:custGeom>
            <a:solidFill>
              <a:srgbClr val="868FFF">
                <a:alpha val="7372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9327" y="2052827"/>
              <a:ext cx="96520" cy="1039494"/>
            </a:xfrm>
            <a:custGeom>
              <a:avLst/>
              <a:gdLst/>
              <a:ahLst/>
              <a:cxnLst/>
              <a:rect l="l" t="t" r="r" b="b"/>
              <a:pathLst>
                <a:path w="96519" h="1039494">
                  <a:moveTo>
                    <a:pt x="96012" y="0"/>
                  </a:moveTo>
                  <a:lnTo>
                    <a:pt x="0" y="0"/>
                  </a:lnTo>
                  <a:lnTo>
                    <a:pt x="0" y="1039368"/>
                  </a:lnTo>
                  <a:lnTo>
                    <a:pt x="96012" y="1039368"/>
                  </a:lnTo>
                  <a:lnTo>
                    <a:pt x="96012" y="0"/>
                  </a:lnTo>
                  <a:close/>
                </a:path>
              </a:pathLst>
            </a:custGeom>
            <a:solidFill>
              <a:srgbClr val="9153F8">
                <a:alpha val="5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9327" y="2566416"/>
              <a:ext cx="96520" cy="1038225"/>
            </a:xfrm>
            <a:custGeom>
              <a:avLst/>
              <a:gdLst/>
              <a:ahLst/>
              <a:cxnLst/>
              <a:rect l="l" t="t" r="r" b="b"/>
              <a:pathLst>
                <a:path w="96519" h="1038225">
                  <a:moveTo>
                    <a:pt x="96012" y="0"/>
                  </a:moveTo>
                  <a:lnTo>
                    <a:pt x="0" y="0"/>
                  </a:lnTo>
                  <a:lnTo>
                    <a:pt x="0" y="1037844"/>
                  </a:lnTo>
                  <a:lnTo>
                    <a:pt x="96012" y="1037844"/>
                  </a:lnTo>
                  <a:lnTo>
                    <a:pt x="96012" y="0"/>
                  </a:lnTo>
                  <a:close/>
                </a:path>
              </a:pathLst>
            </a:custGeom>
            <a:solidFill>
              <a:srgbClr val="35C2DF">
                <a:alpha val="7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9327" y="3092195"/>
              <a:ext cx="96520" cy="1038225"/>
            </a:xfrm>
            <a:custGeom>
              <a:avLst/>
              <a:gdLst/>
              <a:ahLst/>
              <a:cxnLst/>
              <a:rect l="l" t="t" r="r" b="b"/>
              <a:pathLst>
                <a:path w="96519" h="1038225">
                  <a:moveTo>
                    <a:pt x="96012" y="0"/>
                  </a:moveTo>
                  <a:lnTo>
                    <a:pt x="0" y="0"/>
                  </a:lnTo>
                  <a:lnTo>
                    <a:pt x="0" y="1037843"/>
                  </a:lnTo>
                  <a:lnTo>
                    <a:pt x="96012" y="1037843"/>
                  </a:lnTo>
                  <a:lnTo>
                    <a:pt x="96012" y="0"/>
                  </a:lnTo>
                  <a:close/>
                </a:path>
              </a:pathLst>
            </a:custGeom>
            <a:solidFill>
              <a:srgbClr val="C97AEB">
                <a:alpha val="5646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19327" y="3610355"/>
              <a:ext cx="96520" cy="520065"/>
            </a:xfrm>
            <a:custGeom>
              <a:avLst/>
              <a:gdLst/>
              <a:ahLst/>
              <a:cxnLst/>
              <a:rect l="l" t="t" r="r" b="b"/>
              <a:pathLst>
                <a:path w="96519" h="520064">
                  <a:moveTo>
                    <a:pt x="96012" y="0"/>
                  </a:moveTo>
                  <a:lnTo>
                    <a:pt x="0" y="0"/>
                  </a:lnTo>
                  <a:lnTo>
                    <a:pt x="0" y="519684"/>
                  </a:lnTo>
                  <a:lnTo>
                    <a:pt x="96012" y="519684"/>
                  </a:lnTo>
                  <a:lnTo>
                    <a:pt x="96012" y="0"/>
                  </a:lnTo>
                  <a:close/>
                </a:path>
              </a:pathLst>
            </a:custGeom>
            <a:solidFill>
              <a:srgbClr val="962CB4">
                <a:alpha val="7411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162608" y="977646"/>
            <a:ext cx="335152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35" dirty="0"/>
              <a:t>INFOR</a:t>
            </a:r>
            <a:r>
              <a:rPr spc="-305" dirty="0"/>
              <a:t>M</a:t>
            </a:r>
            <a:r>
              <a:rPr spc="-130" dirty="0"/>
              <a:t>ASI</a:t>
            </a:r>
            <a:r>
              <a:rPr spc="-185" dirty="0"/>
              <a:t> </a:t>
            </a:r>
            <a:r>
              <a:rPr spc="-295" dirty="0"/>
              <a:t>MATA</a:t>
            </a:r>
            <a:r>
              <a:rPr spc="-190" dirty="0"/>
              <a:t> </a:t>
            </a:r>
            <a:r>
              <a:rPr spc="-265" dirty="0"/>
              <a:t>KUL</a:t>
            </a:r>
            <a:r>
              <a:rPr spc="-125" dirty="0"/>
              <a:t>I</a:t>
            </a:r>
            <a:r>
              <a:rPr spc="-270" dirty="0"/>
              <a:t>AH</a:t>
            </a:r>
          </a:p>
        </p:txBody>
      </p:sp>
      <p:graphicFrame>
        <p:nvGraphicFramePr>
          <p:cNvPr id="11" name="objec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185073"/>
              </p:ext>
            </p:extLst>
          </p:nvPr>
        </p:nvGraphicFramePr>
        <p:xfrm>
          <a:off x="1083729" y="1630807"/>
          <a:ext cx="5553709" cy="25958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9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4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b="1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Kode</a:t>
                      </a:r>
                      <a:endParaRPr sz="1400" dirty="0">
                        <a:latin typeface="Roboto"/>
                        <a:cs typeface="Roboto"/>
                      </a:endParaRPr>
                    </a:p>
                  </a:txBody>
                  <a:tcPr marL="0" marR="0" marT="37465" marB="0">
                    <a:lnT w="12700">
                      <a:solidFill>
                        <a:srgbClr val="C7ADF8"/>
                      </a:solidFill>
                      <a:prstDash val="solid"/>
                    </a:lnT>
                    <a:lnB w="12700">
                      <a:solidFill>
                        <a:srgbClr val="C7ADF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200" spc="-10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1142103</a:t>
                      </a:r>
                      <a:endParaRPr sz="1200" dirty="0">
                        <a:latin typeface="Roboto"/>
                        <a:cs typeface="Roboto"/>
                      </a:endParaRPr>
                    </a:p>
                  </a:txBody>
                  <a:tcPr marL="0" marR="0" marT="38735" marB="0">
                    <a:lnT w="12700">
                      <a:solidFill>
                        <a:srgbClr val="C7ADF8"/>
                      </a:solidFill>
                      <a:prstDash val="solid"/>
                    </a:lnT>
                    <a:lnB w="12700">
                      <a:solidFill>
                        <a:srgbClr val="C7ADF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b="1" spc="-5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Nama</a:t>
                      </a:r>
                      <a:endParaRPr sz="1400" dirty="0">
                        <a:latin typeface="Roboto"/>
                        <a:cs typeface="Roboto"/>
                      </a:endParaRPr>
                    </a:p>
                  </a:txBody>
                  <a:tcPr marL="0" marR="0" marT="37465" marB="0">
                    <a:lnT w="12700">
                      <a:solidFill>
                        <a:srgbClr val="C7ADF8"/>
                      </a:solidFill>
                      <a:prstDash val="solid"/>
                    </a:lnT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200" spc="-10" dirty="0" err="1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Pengembangan</a:t>
                      </a:r>
                      <a:r>
                        <a:rPr sz="1200" spc="15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 err="1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Perangkat</a:t>
                      </a:r>
                      <a:r>
                        <a:rPr sz="1200" spc="15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-20" dirty="0" err="1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Lunak</a:t>
                      </a:r>
                      <a:r>
                        <a:rPr sz="1200" spc="15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5" dirty="0" err="1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Berorientasi</a:t>
                      </a:r>
                      <a:r>
                        <a:rPr sz="1200" spc="10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-5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Objek</a:t>
                      </a:r>
                      <a:endParaRPr sz="1200" dirty="0">
                        <a:latin typeface="Roboto"/>
                        <a:cs typeface="Roboto"/>
                      </a:endParaRPr>
                    </a:p>
                  </a:txBody>
                  <a:tcPr marL="0" marR="0" marT="38735" marB="0">
                    <a:lnT w="12700">
                      <a:solidFill>
                        <a:srgbClr val="C7ADF8"/>
                      </a:solidFill>
                      <a:prstDash val="solid"/>
                    </a:lnT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b="1" spc="20" dirty="0" err="1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Semeste</a:t>
                      </a:r>
                      <a:r>
                        <a:rPr lang="id-ID" sz="1400" b="1" spc="20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r</a:t>
                      </a:r>
                      <a:endParaRPr sz="1400" dirty="0">
                        <a:latin typeface="Roboto"/>
                        <a:cs typeface="Roboto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200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3</a:t>
                      </a:r>
                      <a:endParaRPr sz="1200" dirty="0">
                        <a:latin typeface="Roboto"/>
                        <a:cs typeface="Roboto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b="1" spc="-5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Bobot</a:t>
                      </a:r>
                      <a:endParaRPr sz="1400" dirty="0">
                        <a:latin typeface="Roboto"/>
                        <a:cs typeface="Roboto"/>
                      </a:endParaRPr>
                    </a:p>
                  </a:txBody>
                  <a:tcPr marL="0" marR="0" marT="37465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200" spc="-5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3</a:t>
                      </a:r>
                      <a:r>
                        <a:rPr sz="1200" spc="-45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-20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SKS</a:t>
                      </a:r>
                      <a:endParaRPr sz="1200" dirty="0">
                        <a:latin typeface="Roboto"/>
                        <a:cs typeface="Roboto"/>
                      </a:endParaRPr>
                    </a:p>
                  </a:txBody>
                  <a:tcPr marL="0" marR="0" marT="38735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b="1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MK</a:t>
                      </a:r>
                      <a:r>
                        <a:rPr sz="1400" b="1" spc="-30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b="1" spc="15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Pre-requisite</a:t>
                      </a:r>
                      <a:endParaRPr sz="1400" dirty="0">
                        <a:latin typeface="Roboto"/>
                        <a:cs typeface="Roboto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200" spc="-10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1141203</a:t>
                      </a:r>
                      <a:r>
                        <a:rPr sz="1200" spc="15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-15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Analisis</a:t>
                      </a:r>
                      <a:r>
                        <a:rPr sz="1200" spc="10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-15" dirty="0" err="1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Kebutuhan</a:t>
                      </a:r>
                      <a:r>
                        <a:rPr sz="1200" spc="-5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 err="1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Perangkat</a:t>
                      </a:r>
                      <a:r>
                        <a:rPr sz="1200" spc="10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-20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Lunak</a:t>
                      </a:r>
                      <a:endParaRPr sz="1200" dirty="0">
                        <a:latin typeface="Roboto"/>
                        <a:cs typeface="Roboto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MK</a:t>
                      </a:r>
                      <a:r>
                        <a:rPr sz="1400" b="1" spc="-25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b="1" spc="5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Co-requisite</a:t>
                      </a:r>
                      <a:endParaRPr sz="1400" dirty="0">
                        <a:latin typeface="Roboto"/>
                        <a:cs typeface="Roboto"/>
                      </a:endParaRPr>
                    </a:p>
                  </a:txBody>
                  <a:tcPr marL="0" marR="0" marT="3810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200" spc="-10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1042102</a:t>
                      </a:r>
                      <a:r>
                        <a:rPr sz="1200" spc="15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5" dirty="0" err="1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Algoritma</a:t>
                      </a:r>
                      <a:r>
                        <a:rPr sz="1200" spc="-5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 &amp;</a:t>
                      </a:r>
                      <a:r>
                        <a:rPr sz="1200" spc="10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10" dirty="0" err="1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Struktur</a:t>
                      </a:r>
                      <a:r>
                        <a:rPr sz="1200" spc="5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-15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Data</a:t>
                      </a:r>
                      <a:endParaRPr sz="1200" dirty="0">
                        <a:latin typeface="Roboto"/>
                        <a:cs typeface="Roboto"/>
                      </a:endParaRPr>
                    </a:p>
                  </a:txBody>
                  <a:tcPr marL="0" marR="0" marT="38735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8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Dosen</a:t>
                      </a:r>
                      <a:endParaRPr sz="1400">
                        <a:latin typeface="Roboto"/>
                        <a:cs typeface="Roboto"/>
                      </a:endParaRPr>
                    </a:p>
                  </a:txBody>
                  <a:tcPr marL="0" marR="0" marT="38100" marB="0">
                    <a:lnB w="12700">
                      <a:solidFill>
                        <a:srgbClr val="C7ADF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200" spc="-20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Ardiles Sinaga, S.T., M.T.</a:t>
                      </a:r>
                      <a:endParaRPr sz="1200" dirty="0">
                        <a:latin typeface="Roboto"/>
                        <a:cs typeface="Roboto"/>
                      </a:endParaRPr>
                    </a:p>
                  </a:txBody>
                  <a:tcPr marL="0" marR="0" marT="38735" marB="0">
                    <a:lnB w="12700">
                      <a:solidFill>
                        <a:srgbClr val="C7ADF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982" y="606933"/>
            <a:ext cx="32689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65" dirty="0"/>
              <a:t>DESKRIPSI</a:t>
            </a:r>
            <a:r>
              <a:rPr spc="-185" dirty="0"/>
              <a:t> </a:t>
            </a:r>
            <a:r>
              <a:rPr spc="-295" dirty="0"/>
              <a:t>MATA</a:t>
            </a:r>
            <a:r>
              <a:rPr spc="-200" dirty="0"/>
              <a:t> </a:t>
            </a:r>
            <a:r>
              <a:rPr spc="-250" dirty="0"/>
              <a:t>K</a:t>
            </a:r>
            <a:r>
              <a:rPr spc="-275" dirty="0"/>
              <a:t>U</a:t>
            </a:r>
            <a:r>
              <a:rPr spc="-254" dirty="0"/>
              <a:t>L</a:t>
            </a:r>
            <a:r>
              <a:rPr spc="-135" dirty="0"/>
              <a:t>I</a:t>
            </a:r>
            <a:r>
              <a:rPr spc="-270" dirty="0"/>
              <a:t>AH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1382" y="1410715"/>
            <a:ext cx="3613785" cy="29059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marR="353695" indent="-304800" algn="just">
              <a:lnSpc>
                <a:spcPct val="100000"/>
              </a:lnSpc>
              <a:spcBef>
                <a:spcPts val="100"/>
              </a:spcBef>
              <a:buFont typeface="Times New Roman"/>
              <a:buChar char="●"/>
              <a:tabLst>
                <a:tab pos="317500" algn="l"/>
              </a:tabLst>
            </a:pPr>
            <a:r>
              <a:rPr sz="1200" spc="-10" dirty="0" err="1">
                <a:solidFill>
                  <a:srgbClr val="CEF3F5"/>
                </a:solidFill>
                <a:latin typeface="Roboto"/>
                <a:cs typeface="Roboto"/>
              </a:rPr>
              <a:t>Pengembangan</a:t>
            </a:r>
            <a:r>
              <a:rPr sz="1200" spc="-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5" dirty="0">
                <a:solidFill>
                  <a:srgbClr val="CEF3F5"/>
                </a:solidFill>
                <a:latin typeface="Roboto"/>
                <a:cs typeface="Roboto"/>
              </a:rPr>
              <a:t>be</a:t>
            </a:r>
            <a:r>
              <a:rPr lang="id-ID" sz="1200" spc="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spc="5" dirty="0">
                <a:solidFill>
                  <a:srgbClr val="CEF3F5"/>
                </a:solidFill>
                <a:latin typeface="Roboto"/>
                <a:cs typeface="Roboto"/>
              </a:rPr>
              <a:t>basis </a:t>
            </a:r>
            <a:r>
              <a:rPr sz="1200" spc="-10" dirty="0" err="1">
                <a:solidFill>
                  <a:srgbClr val="CEF3F5"/>
                </a:solidFill>
                <a:latin typeface="Roboto"/>
                <a:cs typeface="Roboto"/>
              </a:rPr>
              <a:t>objek</a:t>
            </a:r>
            <a:r>
              <a:rPr sz="1200" spc="-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EF3F5"/>
                </a:solidFill>
                <a:latin typeface="Roboto"/>
                <a:cs typeface="Roboto"/>
              </a:rPr>
              <a:t>me</a:t>
            </a:r>
            <a:r>
              <a:rPr lang="id-ID" sz="120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dirty="0" err="1">
                <a:solidFill>
                  <a:srgbClr val="CEF3F5"/>
                </a:solidFill>
                <a:latin typeface="Roboto"/>
                <a:cs typeface="Roboto"/>
              </a:rPr>
              <a:t>upakan</a:t>
            </a:r>
            <a:r>
              <a:rPr sz="120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salah</a:t>
            </a:r>
            <a:r>
              <a:rPr sz="1200" spc="-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 err="1">
                <a:solidFill>
                  <a:srgbClr val="CEF3F5"/>
                </a:solidFill>
                <a:latin typeface="Roboto"/>
                <a:cs typeface="Roboto"/>
              </a:rPr>
              <a:t>satu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b="1" spc="5" dirty="0">
                <a:solidFill>
                  <a:srgbClr val="AD86F5"/>
                </a:solidFill>
                <a:latin typeface="Roboto"/>
                <a:cs typeface="Roboto"/>
              </a:rPr>
              <a:t>pa</a:t>
            </a:r>
            <a:r>
              <a:rPr lang="id-ID" sz="1200" b="1" spc="5" dirty="0">
                <a:solidFill>
                  <a:srgbClr val="AD86F5"/>
                </a:solidFill>
                <a:latin typeface="Roboto"/>
                <a:cs typeface="Roboto"/>
              </a:rPr>
              <a:t>r</a:t>
            </a:r>
            <a:r>
              <a:rPr sz="1200" b="1" spc="5" dirty="0" err="1">
                <a:solidFill>
                  <a:srgbClr val="AD86F5"/>
                </a:solidFill>
                <a:latin typeface="Roboto"/>
                <a:cs typeface="Roboto"/>
              </a:rPr>
              <a:t>adigma</a:t>
            </a:r>
            <a:r>
              <a:rPr sz="1200" b="1" spc="5" dirty="0">
                <a:solidFill>
                  <a:srgbClr val="AD86F5"/>
                </a:solidFill>
                <a:latin typeface="Roboto"/>
                <a:cs typeface="Roboto"/>
              </a:rPr>
              <a:t> </a:t>
            </a:r>
            <a:r>
              <a:rPr sz="1200" b="1" spc="10" dirty="0" err="1">
                <a:solidFill>
                  <a:srgbClr val="AD86F5"/>
                </a:solidFill>
                <a:latin typeface="Roboto"/>
                <a:cs typeface="Roboto"/>
              </a:rPr>
              <a:t>popule</a:t>
            </a:r>
            <a:r>
              <a:rPr lang="id-ID" sz="1200" b="1" spc="10" dirty="0">
                <a:solidFill>
                  <a:srgbClr val="AD86F5"/>
                </a:solidFill>
                <a:latin typeface="Roboto"/>
                <a:cs typeface="Roboto"/>
              </a:rPr>
              <a:t>r</a:t>
            </a:r>
            <a:r>
              <a:rPr sz="1200" b="1" spc="10" dirty="0">
                <a:solidFill>
                  <a:srgbClr val="AD86F5"/>
                </a:solidFill>
                <a:latin typeface="Roboto"/>
                <a:cs typeface="Roboto"/>
              </a:rPr>
              <a:t> </a:t>
            </a:r>
            <a:r>
              <a:rPr sz="1200" b="1" spc="-5" dirty="0">
                <a:solidFill>
                  <a:srgbClr val="AD86F5"/>
                </a:solidFill>
                <a:latin typeface="Roboto"/>
                <a:cs typeface="Roboto"/>
              </a:rPr>
              <a:t>dalam </a:t>
            </a:r>
            <a:r>
              <a:rPr sz="1200" b="1" spc="-10" dirty="0">
                <a:solidFill>
                  <a:srgbClr val="AD86F5"/>
                </a:solidFill>
                <a:latin typeface="Roboto"/>
                <a:cs typeface="Roboto"/>
              </a:rPr>
              <a:t>dunia </a:t>
            </a:r>
            <a:r>
              <a:rPr sz="1200" b="1" spc="-285" dirty="0">
                <a:solidFill>
                  <a:srgbClr val="AD86F5"/>
                </a:solidFill>
                <a:latin typeface="Roboto"/>
                <a:cs typeface="Roboto"/>
              </a:rPr>
              <a:t> </a:t>
            </a:r>
            <a:r>
              <a:rPr sz="1200" b="1" dirty="0" err="1">
                <a:solidFill>
                  <a:srgbClr val="AD86F5"/>
                </a:solidFill>
                <a:latin typeface="Roboto"/>
                <a:cs typeface="Roboto"/>
              </a:rPr>
              <a:t>pengembangan</a:t>
            </a:r>
            <a:r>
              <a:rPr sz="1200" b="1" spc="-5" dirty="0">
                <a:solidFill>
                  <a:srgbClr val="AD86F5"/>
                </a:solidFill>
                <a:latin typeface="Roboto"/>
                <a:cs typeface="Roboto"/>
              </a:rPr>
              <a:t> </a:t>
            </a:r>
            <a:r>
              <a:rPr sz="1200" b="1" spc="10" dirty="0">
                <a:solidFill>
                  <a:srgbClr val="AD86F5"/>
                </a:solidFill>
                <a:latin typeface="Roboto"/>
                <a:cs typeface="Roboto"/>
              </a:rPr>
              <a:t>pe</a:t>
            </a:r>
            <a:r>
              <a:rPr lang="id-ID" sz="1200" b="1" spc="10" dirty="0">
                <a:solidFill>
                  <a:srgbClr val="AD86F5"/>
                </a:solidFill>
                <a:latin typeface="Roboto"/>
                <a:cs typeface="Roboto"/>
              </a:rPr>
              <a:t>r</a:t>
            </a:r>
            <a:r>
              <a:rPr sz="1200" b="1" spc="10" dirty="0" err="1">
                <a:solidFill>
                  <a:srgbClr val="AD86F5"/>
                </a:solidFill>
                <a:latin typeface="Roboto"/>
                <a:cs typeface="Roboto"/>
              </a:rPr>
              <a:t>angkat</a:t>
            </a:r>
            <a:r>
              <a:rPr sz="1200" b="1" spc="-20" dirty="0">
                <a:solidFill>
                  <a:srgbClr val="AD86F5"/>
                </a:solidFill>
                <a:latin typeface="Roboto"/>
                <a:cs typeface="Roboto"/>
              </a:rPr>
              <a:t> </a:t>
            </a:r>
            <a:r>
              <a:rPr sz="1200" b="1" spc="-10" dirty="0">
                <a:solidFill>
                  <a:srgbClr val="AD86F5"/>
                </a:solidFill>
                <a:latin typeface="Roboto"/>
                <a:cs typeface="Roboto"/>
              </a:rPr>
              <a:t>lunak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saat</a:t>
            </a:r>
            <a:r>
              <a:rPr sz="1200" spc="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CEF3F5"/>
                </a:solidFill>
                <a:latin typeface="Roboto"/>
                <a:cs typeface="Roboto"/>
              </a:rPr>
              <a:t>ini.</a:t>
            </a:r>
            <a:endParaRPr sz="1200" dirty="0">
              <a:latin typeface="Roboto"/>
              <a:cs typeface="Roboto"/>
            </a:endParaRPr>
          </a:p>
          <a:p>
            <a:pPr marL="317500" marR="5080" indent="-304800" algn="just">
              <a:lnSpc>
                <a:spcPct val="100000"/>
              </a:lnSpc>
              <a:spcBef>
                <a:spcPts val="1200"/>
              </a:spcBef>
              <a:buFont typeface="Times New Roman"/>
              <a:buChar char="●"/>
              <a:tabLst>
                <a:tab pos="317500" algn="l"/>
              </a:tabLst>
            </a:pP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Dalam </a:t>
            </a:r>
            <a:r>
              <a:rPr sz="1200" spc="-10" dirty="0">
                <a:solidFill>
                  <a:srgbClr val="CEF3F5"/>
                </a:solidFill>
                <a:latin typeface="Roboto"/>
                <a:cs typeface="Roboto"/>
              </a:rPr>
              <a:t>pengembangan, </a:t>
            </a:r>
            <a:r>
              <a:rPr sz="1200" spc="-5" dirty="0" err="1">
                <a:solidFill>
                  <a:srgbClr val="CEF3F5"/>
                </a:solidFill>
                <a:latin typeface="Roboto"/>
                <a:cs typeface="Roboto"/>
              </a:rPr>
              <a:t>kode</a:t>
            </a:r>
            <a:r>
              <a:rPr sz="1200" spc="-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25" dirty="0">
                <a:solidFill>
                  <a:srgbClr val="CEF3F5"/>
                </a:solidFill>
                <a:latin typeface="Roboto"/>
                <a:cs typeface="Roboto"/>
              </a:rPr>
              <a:t>p</a:t>
            </a:r>
            <a:r>
              <a:rPr lang="id-ID" sz="1200" spc="2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spc="25" dirty="0" err="1">
                <a:solidFill>
                  <a:srgbClr val="CEF3F5"/>
                </a:solidFill>
                <a:latin typeface="Roboto"/>
                <a:cs typeface="Roboto"/>
              </a:rPr>
              <a:t>og</a:t>
            </a:r>
            <a:r>
              <a:rPr lang="id-ID" sz="1200" spc="2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spc="25" dirty="0">
                <a:solidFill>
                  <a:srgbClr val="CEF3F5"/>
                </a:solidFill>
                <a:latin typeface="Roboto"/>
                <a:cs typeface="Roboto"/>
              </a:rPr>
              <a:t>am </a:t>
            </a:r>
            <a:r>
              <a:rPr sz="1200" spc="-20" dirty="0">
                <a:solidFill>
                  <a:srgbClr val="CEF3F5"/>
                </a:solidFill>
                <a:latin typeface="Roboto"/>
                <a:cs typeface="Roboto"/>
              </a:rPr>
              <a:t>ditulis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dan </a:t>
            </a:r>
            <a:r>
              <a:rPr sz="1200" spc="-28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b="1" spc="-10" dirty="0" err="1">
                <a:solidFill>
                  <a:srgbClr val="CEF3F5"/>
                </a:solidFill>
                <a:latin typeface="Roboto"/>
                <a:cs typeface="Roboto"/>
              </a:rPr>
              <a:t>disusun</a:t>
            </a:r>
            <a:r>
              <a:rPr sz="1200" b="1" spc="-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b="1" spc="15" dirty="0">
                <a:solidFill>
                  <a:srgbClr val="35C2DF"/>
                </a:solidFill>
                <a:latin typeface="Roboto"/>
                <a:cs typeface="Roboto"/>
              </a:rPr>
              <a:t>be</a:t>
            </a:r>
            <a:r>
              <a:rPr lang="id-ID" sz="1200" b="1" spc="15" dirty="0">
                <a:solidFill>
                  <a:srgbClr val="35C2DF"/>
                </a:solidFill>
                <a:latin typeface="Roboto"/>
                <a:cs typeface="Roboto"/>
              </a:rPr>
              <a:t>r</a:t>
            </a:r>
            <a:r>
              <a:rPr sz="1200" b="1" spc="15" dirty="0" err="1">
                <a:solidFill>
                  <a:srgbClr val="35C2DF"/>
                </a:solidFill>
                <a:latin typeface="Roboto"/>
                <a:cs typeface="Roboto"/>
              </a:rPr>
              <a:t>dasa</a:t>
            </a:r>
            <a:r>
              <a:rPr lang="id-ID" sz="1200" b="1" spc="15" dirty="0">
                <a:solidFill>
                  <a:srgbClr val="35C2DF"/>
                </a:solidFill>
                <a:latin typeface="Roboto"/>
                <a:cs typeface="Roboto"/>
              </a:rPr>
              <a:t>r</a:t>
            </a:r>
            <a:r>
              <a:rPr sz="1200" b="1" spc="15" dirty="0" err="1">
                <a:solidFill>
                  <a:srgbClr val="35C2DF"/>
                </a:solidFill>
                <a:latin typeface="Roboto"/>
                <a:cs typeface="Roboto"/>
              </a:rPr>
              <a:t>kan</a:t>
            </a:r>
            <a:r>
              <a:rPr sz="1200" b="1" spc="15" dirty="0">
                <a:solidFill>
                  <a:srgbClr val="35C2DF"/>
                </a:solidFill>
                <a:latin typeface="Roboto"/>
                <a:cs typeface="Roboto"/>
              </a:rPr>
              <a:t> </a:t>
            </a:r>
            <a:r>
              <a:rPr sz="1200" b="1" spc="-10" dirty="0">
                <a:solidFill>
                  <a:srgbClr val="35C2DF"/>
                </a:solidFill>
                <a:latin typeface="Roboto"/>
                <a:cs typeface="Roboto"/>
              </a:rPr>
              <a:t>objek-objek </a:t>
            </a:r>
            <a:r>
              <a:rPr sz="1200" b="1" spc="-5" dirty="0">
                <a:solidFill>
                  <a:srgbClr val="35C2DF"/>
                </a:solidFill>
                <a:latin typeface="Roboto"/>
                <a:cs typeface="Roboto"/>
              </a:rPr>
              <a:t>yang </a:t>
            </a:r>
            <a:r>
              <a:rPr sz="1200" b="1" spc="-10" dirty="0">
                <a:solidFill>
                  <a:srgbClr val="35C2DF"/>
                </a:solidFill>
                <a:latin typeface="Roboto"/>
                <a:cs typeface="Roboto"/>
              </a:rPr>
              <a:t>diwakili </a:t>
            </a:r>
            <a:r>
              <a:rPr sz="1200" b="1" spc="-5" dirty="0">
                <a:solidFill>
                  <a:srgbClr val="35C2DF"/>
                </a:solidFill>
                <a:latin typeface="Roboto"/>
                <a:cs typeface="Roboto"/>
              </a:rPr>
              <a:t> pada</a:t>
            </a:r>
            <a:r>
              <a:rPr sz="1200" b="1" spc="-15" dirty="0">
                <a:solidFill>
                  <a:srgbClr val="35C2DF"/>
                </a:solidFill>
                <a:latin typeface="Roboto"/>
                <a:cs typeface="Roboto"/>
              </a:rPr>
              <a:t> </a:t>
            </a:r>
            <a:r>
              <a:rPr sz="1200" b="1" spc="25" dirty="0">
                <a:solidFill>
                  <a:srgbClr val="35C2DF"/>
                </a:solidFill>
                <a:latin typeface="Roboto"/>
                <a:cs typeface="Roboto"/>
              </a:rPr>
              <a:t>p</a:t>
            </a:r>
            <a:r>
              <a:rPr lang="id-ID" sz="1200" b="1" spc="25" dirty="0">
                <a:solidFill>
                  <a:srgbClr val="35C2DF"/>
                </a:solidFill>
                <a:latin typeface="Roboto"/>
                <a:cs typeface="Roboto"/>
              </a:rPr>
              <a:t>r</a:t>
            </a:r>
            <a:r>
              <a:rPr sz="1200" b="1" spc="25" dirty="0" err="1">
                <a:solidFill>
                  <a:srgbClr val="35C2DF"/>
                </a:solidFill>
                <a:latin typeface="Roboto"/>
                <a:cs typeface="Roboto"/>
              </a:rPr>
              <a:t>og</a:t>
            </a:r>
            <a:r>
              <a:rPr lang="id-ID" sz="1200" b="1" spc="25" dirty="0">
                <a:solidFill>
                  <a:srgbClr val="35C2DF"/>
                </a:solidFill>
                <a:latin typeface="Roboto"/>
                <a:cs typeface="Roboto"/>
              </a:rPr>
              <a:t>r</a:t>
            </a:r>
            <a:r>
              <a:rPr sz="1200" b="1" spc="25" dirty="0">
                <a:solidFill>
                  <a:srgbClr val="35C2DF"/>
                </a:solidFill>
                <a:latin typeface="Roboto"/>
                <a:cs typeface="Roboto"/>
              </a:rPr>
              <a:t>am</a:t>
            </a:r>
            <a:r>
              <a:rPr sz="1200" b="1" spc="285" dirty="0">
                <a:solidFill>
                  <a:srgbClr val="35C2DF"/>
                </a:solidFill>
                <a:latin typeface="Roboto"/>
                <a:cs typeface="Roboto"/>
              </a:rPr>
              <a:t> </a:t>
            </a:r>
            <a:r>
              <a:rPr sz="1200" b="1" spc="10" dirty="0" err="1">
                <a:solidFill>
                  <a:srgbClr val="35C2DF"/>
                </a:solidFill>
                <a:latin typeface="Roboto"/>
                <a:cs typeface="Roboto"/>
              </a:rPr>
              <a:t>te</a:t>
            </a:r>
            <a:r>
              <a:rPr lang="id-ID" sz="1200" b="1" spc="10" dirty="0">
                <a:solidFill>
                  <a:srgbClr val="35C2DF"/>
                </a:solidFill>
                <a:latin typeface="Roboto"/>
                <a:cs typeface="Roboto"/>
              </a:rPr>
              <a:t>r</a:t>
            </a:r>
            <a:r>
              <a:rPr sz="1200" b="1" spc="10" dirty="0" err="1">
                <a:solidFill>
                  <a:srgbClr val="35C2DF"/>
                </a:solidFill>
                <a:latin typeface="Roboto"/>
                <a:cs typeface="Roboto"/>
              </a:rPr>
              <a:t>sebut</a:t>
            </a:r>
            <a:r>
              <a:rPr sz="1200" b="1" spc="10" dirty="0">
                <a:solidFill>
                  <a:srgbClr val="35C2DF"/>
                </a:solidFill>
                <a:latin typeface="Roboto"/>
                <a:cs typeface="Roboto"/>
              </a:rPr>
              <a:t>.</a:t>
            </a:r>
            <a:endParaRPr sz="1200" dirty="0">
              <a:latin typeface="Roboto"/>
              <a:cs typeface="Roboto"/>
            </a:endParaRPr>
          </a:p>
          <a:p>
            <a:pPr marL="317500" marR="113030" indent="-304800">
              <a:lnSpc>
                <a:spcPct val="100000"/>
              </a:lnSpc>
              <a:spcBef>
                <a:spcPts val="1200"/>
              </a:spcBef>
              <a:buFont typeface="Times New Roman"/>
              <a:buChar char="●"/>
              <a:tabLst>
                <a:tab pos="316865" algn="l"/>
                <a:tab pos="317500" algn="l"/>
              </a:tabLst>
            </a:pPr>
            <a:r>
              <a:rPr sz="1200" spc="-10" dirty="0">
                <a:solidFill>
                  <a:srgbClr val="CEF3F5"/>
                </a:solidFill>
                <a:latin typeface="Roboto"/>
                <a:cs typeface="Roboto"/>
              </a:rPr>
              <a:t>Pada</a:t>
            </a:r>
            <a:r>
              <a:rPr sz="1200" spc="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CEF3F5"/>
                </a:solidFill>
                <a:latin typeface="Roboto"/>
                <a:cs typeface="Roboto"/>
              </a:rPr>
              <a:t>kuliah</a:t>
            </a:r>
            <a:r>
              <a:rPr sz="1200" spc="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ini,</a:t>
            </a:r>
            <a:r>
              <a:rPr sz="1200" spc="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mahasiswa</a:t>
            </a:r>
            <a:r>
              <a:rPr sz="120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 err="1">
                <a:solidFill>
                  <a:srgbClr val="CEF3F5"/>
                </a:solidFill>
                <a:latin typeface="Roboto"/>
                <a:cs typeface="Roboto"/>
              </a:rPr>
              <a:t>akan</a:t>
            </a:r>
            <a:r>
              <a:rPr sz="1200" spc="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5" dirty="0" err="1">
                <a:solidFill>
                  <a:srgbClr val="CEF3F5"/>
                </a:solidFill>
                <a:latin typeface="Roboto"/>
                <a:cs typeface="Roboto"/>
              </a:rPr>
              <a:t>dipe</a:t>
            </a:r>
            <a:r>
              <a:rPr lang="id-ID" sz="1200" spc="-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spc="-5" dirty="0" err="1">
                <a:solidFill>
                  <a:srgbClr val="CEF3F5"/>
                </a:solidFill>
                <a:latin typeface="Roboto"/>
                <a:cs typeface="Roboto"/>
              </a:rPr>
              <a:t>kenalkan</a:t>
            </a:r>
            <a:r>
              <a:rPr sz="1200" spc="-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28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b="1" spc="-5" dirty="0" err="1">
                <a:solidFill>
                  <a:srgbClr val="C675DD"/>
                </a:solidFill>
                <a:latin typeface="Roboto"/>
                <a:cs typeface="Roboto"/>
              </a:rPr>
              <a:t>konsep</a:t>
            </a:r>
            <a:r>
              <a:rPr sz="1200" b="1" spc="-5" dirty="0">
                <a:solidFill>
                  <a:srgbClr val="C675DD"/>
                </a:solidFill>
                <a:latin typeface="Roboto"/>
                <a:cs typeface="Roboto"/>
              </a:rPr>
              <a:t> </a:t>
            </a:r>
            <a:r>
              <a:rPr sz="1200" b="1" spc="15" dirty="0" err="1">
                <a:solidFill>
                  <a:srgbClr val="C675DD"/>
                </a:solidFill>
                <a:latin typeface="Roboto"/>
                <a:cs typeface="Roboto"/>
              </a:rPr>
              <a:t>dasa</a:t>
            </a:r>
            <a:r>
              <a:rPr lang="id-ID" sz="1200" b="1" spc="15" dirty="0">
                <a:solidFill>
                  <a:srgbClr val="C675DD"/>
                </a:solidFill>
                <a:latin typeface="Roboto"/>
                <a:cs typeface="Roboto"/>
              </a:rPr>
              <a:t>r</a:t>
            </a:r>
            <a:r>
              <a:rPr sz="1200" b="1" spc="15" dirty="0">
                <a:solidFill>
                  <a:srgbClr val="C675DD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EF3F5"/>
                </a:solidFill>
                <a:latin typeface="Roboto"/>
                <a:cs typeface="Roboto"/>
              </a:rPr>
              <a:t>pa</a:t>
            </a:r>
            <a:r>
              <a:rPr lang="id-ID" sz="120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dirty="0" err="1">
                <a:solidFill>
                  <a:srgbClr val="CEF3F5"/>
                </a:solidFill>
                <a:latin typeface="Roboto"/>
                <a:cs typeface="Roboto"/>
              </a:rPr>
              <a:t>adigma</a:t>
            </a:r>
            <a:r>
              <a:rPr sz="120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0" dirty="0" err="1">
                <a:solidFill>
                  <a:srgbClr val="CEF3F5"/>
                </a:solidFill>
                <a:latin typeface="Roboto"/>
                <a:cs typeface="Roboto"/>
              </a:rPr>
              <a:t>pengembangan</a:t>
            </a:r>
            <a:r>
              <a:rPr sz="1200" spc="-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EF3F5"/>
                </a:solidFill>
                <a:latin typeface="Roboto"/>
                <a:cs typeface="Roboto"/>
              </a:rPr>
              <a:t>pe</a:t>
            </a:r>
            <a:r>
              <a:rPr lang="id-ID" sz="120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dirty="0" err="1">
                <a:solidFill>
                  <a:srgbClr val="CEF3F5"/>
                </a:solidFill>
                <a:latin typeface="Roboto"/>
                <a:cs typeface="Roboto"/>
              </a:rPr>
              <a:t>angkat</a:t>
            </a:r>
            <a:r>
              <a:rPr sz="1200" spc="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20" dirty="0" err="1">
                <a:solidFill>
                  <a:srgbClr val="CEF3F5"/>
                </a:solidFill>
                <a:latin typeface="Roboto"/>
                <a:cs typeface="Roboto"/>
              </a:rPr>
              <a:t>lunak</a:t>
            </a:r>
            <a:r>
              <a:rPr sz="1200" spc="2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10" dirty="0">
                <a:solidFill>
                  <a:srgbClr val="CEF3F5"/>
                </a:solidFill>
                <a:latin typeface="Roboto"/>
                <a:cs typeface="Roboto"/>
              </a:rPr>
              <a:t>be</a:t>
            </a:r>
            <a:r>
              <a:rPr lang="id-ID" sz="1200" spc="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spc="10" dirty="0">
                <a:solidFill>
                  <a:srgbClr val="CEF3F5"/>
                </a:solidFill>
                <a:latin typeface="Roboto"/>
                <a:cs typeface="Roboto"/>
              </a:rPr>
              <a:t>o</a:t>
            </a:r>
            <a:r>
              <a:rPr lang="id-ID" sz="1200" spc="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spc="10" dirty="0" err="1">
                <a:solidFill>
                  <a:srgbClr val="CEF3F5"/>
                </a:solidFill>
                <a:latin typeface="Roboto"/>
                <a:cs typeface="Roboto"/>
              </a:rPr>
              <a:t>ientasi</a:t>
            </a:r>
            <a:r>
              <a:rPr sz="1200" spc="2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CEF3F5"/>
                </a:solidFill>
                <a:latin typeface="Roboto"/>
                <a:cs typeface="Roboto"/>
              </a:rPr>
              <a:t>objek,</a:t>
            </a:r>
            <a:r>
              <a:rPr sz="1200" spc="-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10" dirty="0">
                <a:solidFill>
                  <a:srgbClr val="CEF3F5"/>
                </a:solidFill>
                <a:latin typeface="Roboto"/>
                <a:cs typeface="Roboto"/>
              </a:rPr>
              <a:t>p</a:t>
            </a:r>
            <a:r>
              <a:rPr lang="id-ID" sz="1200" spc="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spc="10" dirty="0" err="1">
                <a:solidFill>
                  <a:srgbClr val="CEF3F5"/>
                </a:solidFill>
                <a:latin typeface="Roboto"/>
                <a:cs typeface="Roboto"/>
              </a:rPr>
              <a:t>oses</a:t>
            </a:r>
            <a:r>
              <a:rPr sz="1200" spc="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b="1" dirty="0" err="1">
                <a:solidFill>
                  <a:srgbClr val="1C99B3"/>
                </a:solidFill>
                <a:latin typeface="Roboto"/>
                <a:cs typeface="Roboto"/>
              </a:rPr>
              <a:t>abst</a:t>
            </a:r>
            <a:r>
              <a:rPr lang="id-ID" sz="1200" b="1" dirty="0">
                <a:solidFill>
                  <a:srgbClr val="1C99B3"/>
                </a:solidFill>
                <a:latin typeface="Roboto"/>
                <a:cs typeface="Roboto"/>
              </a:rPr>
              <a:t>r</a:t>
            </a:r>
            <a:r>
              <a:rPr sz="1200" b="1" dirty="0" err="1">
                <a:solidFill>
                  <a:srgbClr val="1C99B3"/>
                </a:solidFill>
                <a:latin typeface="Roboto"/>
                <a:cs typeface="Roboto"/>
              </a:rPr>
              <a:t>aksinya</a:t>
            </a:r>
            <a:r>
              <a:rPr sz="1200" dirty="0">
                <a:solidFill>
                  <a:srgbClr val="CEF3F5"/>
                </a:solidFill>
                <a:latin typeface="Roboto"/>
                <a:cs typeface="Roboto"/>
              </a:rPr>
              <a:t>,</a:t>
            </a:r>
            <a:r>
              <a:rPr sz="1200" spc="26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penggunaan</a:t>
            </a:r>
            <a:r>
              <a:rPr sz="1200" spc="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notasi</a:t>
            </a:r>
            <a:r>
              <a:rPr sz="1200" spc="-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25" dirty="0">
                <a:solidFill>
                  <a:srgbClr val="CEF3F5"/>
                </a:solidFill>
                <a:latin typeface="Roboto"/>
                <a:cs typeface="Roboto"/>
              </a:rPr>
              <a:t>untuk </a:t>
            </a:r>
            <a:r>
              <a:rPr sz="1200" spc="-2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b="1" spc="-5" dirty="0">
                <a:solidFill>
                  <a:srgbClr val="C675DD"/>
                </a:solidFill>
                <a:latin typeface="Roboto"/>
                <a:cs typeface="Roboto"/>
              </a:rPr>
              <a:t>pemodelan</a:t>
            </a:r>
            <a:r>
              <a:rPr sz="1200" b="1" dirty="0">
                <a:solidFill>
                  <a:srgbClr val="C675DD"/>
                </a:solidFill>
                <a:latin typeface="Roboto"/>
                <a:cs typeface="Roboto"/>
              </a:rPr>
              <a:t> </a:t>
            </a:r>
            <a:r>
              <a:rPr sz="1200" b="1" spc="-5" dirty="0">
                <a:solidFill>
                  <a:srgbClr val="C675DD"/>
                </a:solidFill>
                <a:latin typeface="Roboto"/>
                <a:cs typeface="Roboto"/>
              </a:rPr>
              <a:t>objek</a:t>
            </a:r>
            <a:r>
              <a:rPr sz="1200" spc="-5" dirty="0">
                <a:solidFill>
                  <a:srgbClr val="CEF3F5"/>
                </a:solidFill>
                <a:latin typeface="Roboto"/>
                <a:cs typeface="Roboto"/>
              </a:rPr>
              <a:t>,</a:t>
            </a:r>
            <a:r>
              <a:rPr sz="1200" spc="3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15" dirty="0">
                <a:solidFill>
                  <a:srgbClr val="CEF3F5"/>
                </a:solidFill>
                <a:latin typeface="Roboto"/>
                <a:cs typeface="Roboto"/>
              </a:rPr>
              <a:t>se</a:t>
            </a:r>
            <a:r>
              <a:rPr lang="id-ID" sz="1200" spc="1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spc="15" dirty="0">
                <a:solidFill>
                  <a:srgbClr val="CEF3F5"/>
                </a:solidFill>
                <a:latin typeface="Roboto"/>
                <a:cs typeface="Roboto"/>
              </a:rPr>
              <a:t>ta</a:t>
            </a:r>
            <a:r>
              <a:rPr sz="120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0" dirty="0" err="1">
                <a:solidFill>
                  <a:srgbClr val="CEF3F5"/>
                </a:solidFill>
                <a:latin typeface="Roboto"/>
                <a:cs typeface="Roboto"/>
              </a:rPr>
              <a:t>implementasi</a:t>
            </a:r>
            <a:r>
              <a:rPr sz="1200" spc="-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b="1" spc="5" dirty="0">
                <a:solidFill>
                  <a:srgbClr val="1C99B3"/>
                </a:solidFill>
                <a:latin typeface="Roboto"/>
                <a:cs typeface="Roboto"/>
              </a:rPr>
              <a:t>pa</a:t>
            </a:r>
            <a:r>
              <a:rPr lang="id-ID" sz="1200" b="1" spc="5" dirty="0">
                <a:solidFill>
                  <a:srgbClr val="1C99B3"/>
                </a:solidFill>
                <a:latin typeface="Roboto"/>
                <a:cs typeface="Roboto"/>
              </a:rPr>
              <a:t>r</a:t>
            </a:r>
            <a:r>
              <a:rPr sz="1200" b="1" spc="5" dirty="0" err="1">
                <a:solidFill>
                  <a:srgbClr val="1C99B3"/>
                </a:solidFill>
                <a:latin typeface="Roboto"/>
                <a:cs typeface="Roboto"/>
              </a:rPr>
              <a:t>adigma</a:t>
            </a:r>
            <a:r>
              <a:rPr sz="1200" b="1" spc="-30" dirty="0">
                <a:solidFill>
                  <a:srgbClr val="1C99B3"/>
                </a:solidFill>
                <a:latin typeface="Roboto"/>
                <a:cs typeface="Roboto"/>
              </a:rPr>
              <a:t> </a:t>
            </a:r>
            <a:r>
              <a:rPr sz="1200" dirty="0" err="1">
                <a:solidFill>
                  <a:srgbClr val="CEF3F5"/>
                </a:solidFill>
                <a:latin typeface="Roboto"/>
                <a:cs typeface="Roboto"/>
              </a:rPr>
              <a:t>te</a:t>
            </a:r>
            <a:r>
              <a:rPr lang="id-ID" sz="120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dirty="0" err="1">
                <a:solidFill>
                  <a:srgbClr val="CEF3F5"/>
                </a:solidFill>
                <a:latin typeface="Roboto"/>
                <a:cs typeface="Roboto"/>
              </a:rPr>
              <a:t>sebut</a:t>
            </a:r>
            <a:r>
              <a:rPr sz="1200" spc="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CEF3F5"/>
                </a:solidFill>
                <a:latin typeface="Roboto"/>
                <a:cs typeface="Roboto"/>
              </a:rPr>
              <a:t>dalam</a:t>
            </a:r>
            <a:r>
              <a:rPr sz="1200" spc="2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sebuah</a:t>
            </a:r>
            <a:r>
              <a:rPr sz="1200" spc="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 err="1">
                <a:solidFill>
                  <a:srgbClr val="CEF3F5"/>
                </a:solidFill>
                <a:latin typeface="Roboto"/>
                <a:cs typeface="Roboto"/>
              </a:rPr>
              <a:t>bahasa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10" dirty="0" err="1">
                <a:solidFill>
                  <a:srgbClr val="CEF3F5"/>
                </a:solidFill>
                <a:latin typeface="Roboto"/>
                <a:cs typeface="Roboto"/>
              </a:rPr>
              <a:t>pem</a:t>
            </a:r>
            <a:r>
              <a:rPr lang="id-ID" sz="1200" spc="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spc="10" dirty="0" err="1">
                <a:solidFill>
                  <a:srgbClr val="CEF3F5"/>
                </a:solidFill>
                <a:latin typeface="Roboto"/>
                <a:cs typeface="Roboto"/>
              </a:rPr>
              <a:t>og</a:t>
            </a:r>
            <a:r>
              <a:rPr lang="id-ID" sz="1200" spc="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spc="10" dirty="0" err="1">
                <a:solidFill>
                  <a:srgbClr val="CEF3F5"/>
                </a:solidFill>
                <a:latin typeface="Roboto"/>
                <a:cs typeface="Roboto"/>
              </a:rPr>
              <a:t>aman</a:t>
            </a:r>
            <a:r>
              <a:rPr sz="1200" spc="10" dirty="0">
                <a:solidFill>
                  <a:srgbClr val="CEF3F5"/>
                </a:solidFill>
                <a:latin typeface="Roboto"/>
                <a:cs typeface="Roboto"/>
              </a:rPr>
              <a:t>.</a:t>
            </a:r>
            <a:endParaRPr sz="12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xfrm>
            <a:off x="4824729" y="1348485"/>
            <a:ext cx="3634104" cy="3187732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73075" marR="617855" indent="-461009">
              <a:lnSpc>
                <a:spcPct val="101000"/>
              </a:lnSpc>
              <a:spcBef>
                <a:spcPts val="85"/>
              </a:spcBef>
              <a:buSzPct val="125000"/>
              <a:buFont typeface="Calibri"/>
              <a:buChar char="•"/>
              <a:tabLst>
                <a:tab pos="473075" algn="l"/>
                <a:tab pos="473709" algn="l"/>
              </a:tabLst>
            </a:pPr>
            <a:r>
              <a:rPr spc="5" dirty="0"/>
              <a:t>Mahasiswa</a:t>
            </a:r>
            <a:r>
              <a:rPr spc="45" dirty="0"/>
              <a:t> </a:t>
            </a:r>
            <a:r>
              <a:rPr dirty="0"/>
              <a:t>juga</a:t>
            </a:r>
            <a:r>
              <a:rPr spc="-5" dirty="0"/>
              <a:t> akan</a:t>
            </a:r>
            <a:r>
              <a:rPr spc="-15" dirty="0"/>
              <a:t> </a:t>
            </a:r>
            <a:r>
              <a:rPr spc="20" dirty="0"/>
              <a:t>diberikan </a:t>
            </a:r>
            <a:r>
              <a:rPr spc="25" dirty="0"/>
              <a:t> </a:t>
            </a:r>
            <a:r>
              <a:rPr b="1" spc="15" dirty="0">
                <a:solidFill>
                  <a:srgbClr val="1C99B3"/>
                </a:solidFill>
                <a:latin typeface="Arial"/>
                <a:cs typeface="Arial"/>
              </a:rPr>
              <a:t>pengetahuan</a:t>
            </a:r>
            <a:r>
              <a:rPr b="1" spc="20" dirty="0">
                <a:solidFill>
                  <a:srgbClr val="1C99B3"/>
                </a:solidFill>
                <a:latin typeface="Arial"/>
                <a:cs typeface="Arial"/>
              </a:rPr>
              <a:t> </a:t>
            </a:r>
            <a:r>
              <a:rPr b="1" spc="25" dirty="0">
                <a:solidFill>
                  <a:srgbClr val="1C99B3"/>
                </a:solidFill>
                <a:latin typeface="Arial"/>
                <a:cs typeface="Arial"/>
              </a:rPr>
              <a:t>tentang</a:t>
            </a:r>
            <a:r>
              <a:rPr b="1" spc="40" dirty="0">
                <a:solidFill>
                  <a:srgbClr val="1C99B3"/>
                </a:solidFill>
                <a:latin typeface="Arial"/>
                <a:cs typeface="Arial"/>
              </a:rPr>
              <a:t> </a:t>
            </a:r>
            <a:r>
              <a:rPr b="1" spc="-25" dirty="0">
                <a:solidFill>
                  <a:srgbClr val="1C99B3"/>
                </a:solidFill>
                <a:latin typeface="Arial"/>
                <a:cs typeface="Arial"/>
              </a:rPr>
              <a:t>analisis</a:t>
            </a:r>
            <a:r>
              <a:rPr b="1" spc="-40" dirty="0">
                <a:solidFill>
                  <a:srgbClr val="1C99B3"/>
                </a:solidFill>
                <a:latin typeface="Arial"/>
                <a:cs typeface="Arial"/>
              </a:rPr>
              <a:t> </a:t>
            </a:r>
            <a:r>
              <a:rPr b="1" spc="5" dirty="0">
                <a:solidFill>
                  <a:srgbClr val="1C99B3"/>
                </a:solidFill>
                <a:latin typeface="Arial"/>
                <a:cs typeface="Arial"/>
              </a:rPr>
              <a:t>dan </a:t>
            </a:r>
            <a:r>
              <a:rPr b="1" spc="10" dirty="0">
                <a:solidFill>
                  <a:srgbClr val="1C99B3"/>
                </a:solidFill>
                <a:latin typeface="Arial"/>
                <a:cs typeface="Arial"/>
              </a:rPr>
              <a:t> </a:t>
            </a:r>
            <a:r>
              <a:rPr b="1" spc="20" dirty="0">
                <a:solidFill>
                  <a:srgbClr val="1C99B3"/>
                </a:solidFill>
                <a:latin typeface="Arial"/>
                <a:cs typeface="Arial"/>
              </a:rPr>
              <a:t>perancangan</a:t>
            </a:r>
            <a:r>
              <a:rPr b="1" spc="35" dirty="0">
                <a:solidFill>
                  <a:srgbClr val="1C99B3"/>
                </a:solidFill>
                <a:latin typeface="Arial"/>
                <a:cs typeface="Arial"/>
              </a:rPr>
              <a:t> </a:t>
            </a:r>
            <a:r>
              <a:rPr spc="20" dirty="0"/>
              <a:t>perangkat</a:t>
            </a:r>
            <a:r>
              <a:rPr spc="35" dirty="0"/>
              <a:t> </a:t>
            </a:r>
            <a:r>
              <a:rPr spc="5" dirty="0"/>
              <a:t>lunak yang </a:t>
            </a:r>
            <a:r>
              <a:rPr spc="-315" dirty="0"/>
              <a:t> </a:t>
            </a:r>
            <a:r>
              <a:rPr spc="30" dirty="0"/>
              <a:t>dibangun</a:t>
            </a:r>
            <a:r>
              <a:rPr spc="60" dirty="0"/>
              <a:t> </a:t>
            </a:r>
            <a:r>
              <a:rPr spc="15" dirty="0"/>
              <a:t>dengan</a:t>
            </a:r>
            <a:r>
              <a:rPr spc="25" dirty="0"/>
              <a:t> </a:t>
            </a:r>
            <a:r>
              <a:rPr spc="20" dirty="0"/>
              <a:t>pendekatan </a:t>
            </a:r>
            <a:r>
              <a:rPr spc="25" dirty="0"/>
              <a:t> </a:t>
            </a:r>
            <a:r>
              <a:rPr spc="5" dirty="0"/>
              <a:t>berorientasi</a:t>
            </a:r>
            <a:r>
              <a:rPr spc="45" dirty="0"/>
              <a:t> </a:t>
            </a:r>
            <a:r>
              <a:rPr spc="25" dirty="0"/>
              <a:t>objek.</a:t>
            </a:r>
          </a:p>
          <a:p>
            <a:pPr marL="457834" marR="223520" lvl="1" indent="-305435">
              <a:lnSpc>
                <a:spcPct val="100000"/>
              </a:lnSpc>
              <a:spcBef>
                <a:spcPts val="660"/>
              </a:spcBef>
              <a:buFont typeface="Times New Roman"/>
              <a:buChar char="●"/>
              <a:tabLst>
                <a:tab pos="457834" algn="l"/>
                <a:tab pos="458470" algn="l"/>
              </a:tabLst>
            </a:pP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Mahasiswa</a:t>
            </a:r>
            <a:r>
              <a:rPr sz="1200" spc="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dapat</a:t>
            </a:r>
            <a:r>
              <a:rPr sz="1200" spc="-5" dirty="0">
                <a:solidFill>
                  <a:srgbClr val="CEF3F5"/>
                </a:solidFill>
                <a:latin typeface="Roboto"/>
                <a:cs typeface="Roboto"/>
              </a:rPr>
              <a:t> memahami</a:t>
            </a:r>
            <a:r>
              <a:rPr sz="120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dan</a:t>
            </a:r>
            <a:r>
              <a:rPr sz="1200" spc="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CEF3F5"/>
                </a:solidFill>
                <a:latin typeface="Roboto"/>
                <a:cs typeface="Roboto"/>
              </a:rPr>
              <a:t>mampu </a:t>
            </a:r>
            <a:r>
              <a:rPr sz="1200" spc="-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0" dirty="0" err="1">
                <a:solidFill>
                  <a:srgbClr val="CEF3F5"/>
                </a:solidFill>
                <a:latin typeface="Roboto"/>
                <a:cs typeface="Roboto"/>
              </a:rPr>
              <a:t>mengimplementasi</a:t>
            </a:r>
            <a:r>
              <a:rPr sz="1200" spc="-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b="1" spc="15" dirty="0">
                <a:solidFill>
                  <a:srgbClr val="C675DD"/>
                </a:solidFill>
                <a:latin typeface="Roboto"/>
                <a:cs typeface="Roboto"/>
              </a:rPr>
              <a:t>p</a:t>
            </a:r>
            <a:r>
              <a:rPr lang="id-ID" sz="1200" b="1" spc="15" dirty="0">
                <a:solidFill>
                  <a:srgbClr val="C675DD"/>
                </a:solidFill>
                <a:latin typeface="Roboto"/>
                <a:cs typeface="Roboto"/>
              </a:rPr>
              <a:t>r</a:t>
            </a:r>
            <a:r>
              <a:rPr sz="1200" b="1" spc="15" dirty="0" err="1">
                <a:solidFill>
                  <a:srgbClr val="C675DD"/>
                </a:solidFill>
                <a:latin typeface="Roboto"/>
                <a:cs typeface="Roboto"/>
              </a:rPr>
              <a:t>oses</a:t>
            </a:r>
            <a:r>
              <a:rPr sz="1200" b="1" spc="20" dirty="0">
                <a:solidFill>
                  <a:srgbClr val="C675DD"/>
                </a:solidFill>
                <a:latin typeface="Roboto"/>
                <a:cs typeface="Roboto"/>
              </a:rPr>
              <a:t> </a:t>
            </a:r>
            <a:r>
              <a:rPr sz="1200" b="1" dirty="0" err="1">
                <a:solidFill>
                  <a:srgbClr val="C675DD"/>
                </a:solidFill>
                <a:latin typeface="Roboto"/>
                <a:cs typeface="Roboto"/>
              </a:rPr>
              <a:t>pengembangan</a:t>
            </a:r>
            <a:r>
              <a:rPr sz="1200" b="1" dirty="0">
                <a:solidFill>
                  <a:srgbClr val="C675DD"/>
                </a:solidFill>
                <a:latin typeface="Roboto"/>
                <a:cs typeface="Roboto"/>
              </a:rPr>
              <a:t> </a:t>
            </a:r>
            <a:r>
              <a:rPr sz="1200" b="1" spc="-285" dirty="0">
                <a:solidFill>
                  <a:srgbClr val="C675DD"/>
                </a:solidFill>
                <a:latin typeface="Roboto"/>
                <a:cs typeface="Roboto"/>
              </a:rPr>
              <a:t> </a:t>
            </a:r>
            <a:r>
              <a:rPr sz="1200" b="1" spc="10" dirty="0">
                <a:solidFill>
                  <a:srgbClr val="C675DD"/>
                </a:solidFill>
                <a:latin typeface="Roboto"/>
                <a:cs typeface="Roboto"/>
              </a:rPr>
              <a:t>pe</a:t>
            </a:r>
            <a:r>
              <a:rPr lang="id-ID" sz="1200" b="1" spc="10" dirty="0">
                <a:solidFill>
                  <a:srgbClr val="C675DD"/>
                </a:solidFill>
                <a:latin typeface="Roboto"/>
                <a:cs typeface="Roboto"/>
              </a:rPr>
              <a:t>r</a:t>
            </a:r>
            <a:r>
              <a:rPr sz="1200" b="1" spc="10" dirty="0" err="1">
                <a:solidFill>
                  <a:srgbClr val="C675DD"/>
                </a:solidFill>
                <a:latin typeface="Roboto"/>
                <a:cs typeface="Roboto"/>
              </a:rPr>
              <a:t>angkat</a:t>
            </a:r>
            <a:r>
              <a:rPr sz="1200" b="1" spc="-25" dirty="0">
                <a:solidFill>
                  <a:srgbClr val="C675DD"/>
                </a:solidFill>
                <a:latin typeface="Roboto"/>
                <a:cs typeface="Roboto"/>
              </a:rPr>
              <a:t> </a:t>
            </a:r>
            <a:r>
              <a:rPr sz="1200" b="1" spc="-10" dirty="0" err="1">
                <a:solidFill>
                  <a:srgbClr val="C675DD"/>
                </a:solidFill>
                <a:latin typeface="Roboto"/>
                <a:cs typeface="Roboto"/>
              </a:rPr>
              <a:t>lunak</a:t>
            </a:r>
            <a:r>
              <a:rPr sz="1200" b="1" spc="5" dirty="0">
                <a:solidFill>
                  <a:srgbClr val="C675DD"/>
                </a:solidFill>
                <a:latin typeface="Roboto"/>
                <a:cs typeface="Roboto"/>
              </a:rPr>
              <a:t> </a:t>
            </a:r>
            <a:r>
              <a:rPr sz="1200" b="1" spc="10" dirty="0">
                <a:solidFill>
                  <a:srgbClr val="C675DD"/>
                </a:solidFill>
                <a:latin typeface="Roboto"/>
                <a:cs typeface="Roboto"/>
              </a:rPr>
              <a:t>be</a:t>
            </a:r>
            <a:r>
              <a:rPr lang="id-ID" sz="1200" b="1" spc="10" dirty="0">
                <a:solidFill>
                  <a:srgbClr val="C675DD"/>
                </a:solidFill>
                <a:latin typeface="Roboto"/>
                <a:cs typeface="Roboto"/>
              </a:rPr>
              <a:t>r</a:t>
            </a:r>
            <a:r>
              <a:rPr sz="1200" b="1" spc="10" dirty="0">
                <a:solidFill>
                  <a:srgbClr val="C675DD"/>
                </a:solidFill>
                <a:latin typeface="Roboto"/>
                <a:cs typeface="Roboto"/>
              </a:rPr>
              <a:t>basis</a:t>
            </a:r>
            <a:r>
              <a:rPr sz="1200" b="1" spc="-15" dirty="0">
                <a:solidFill>
                  <a:srgbClr val="C675DD"/>
                </a:solidFill>
                <a:latin typeface="Roboto"/>
                <a:cs typeface="Roboto"/>
              </a:rPr>
              <a:t> </a:t>
            </a:r>
            <a:r>
              <a:rPr sz="1200" b="1" spc="-5" dirty="0">
                <a:solidFill>
                  <a:srgbClr val="C675DD"/>
                </a:solidFill>
                <a:latin typeface="Roboto"/>
                <a:cs typeface="Roboto"/>
              </a:rPr>
              <a:t>objek.</a:t>
            </a:r>
            <a:endParaRPr sz="1200" dirty="0">
              <a:latin typeface="Roboto"/>
              <a:cs typeface="Roboto"/>
            </a:endParaRPr>
          </a:p>
          <a:p>
            <a:pPr marL="457834" marR="203835" lvl="1" indent="-305435">
              <a:lnSpc>
                <a:spcPct val="100000"/>
              </a:lnSpc>
              <a:spcBef>
                <a:spcPts val="1200"/>
              </a:spcBef>
              <a:buFont typeface="Times New Roman"/>
              <a:buChar char="●"/>
              <a:tabLst>
                <a:tab pos="457834" algn="l"/>
                <a:tab pos="458470" algn="l"/>
              </a:tabLst>
            </a:pPr>
            <a:r>
              <a:rPr sz="1200" spc="-15" dirty="0" err="1">
                <a:solidFill>
                  <a:srgbClr val="CEF3F5"/>
                </a:solidFill>
                <a:latin typeface="Roboto"/>
                <a:cs typeface="Roboto"/>
              </a:rPr>
              <a:t>Mahasiswa</a:t>
            </a:r>
            <a:r>
              <a:rPr sz="120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5" dirty="0" err="1">
                <a:solidFill>
                  <a:srgbClr val="CEF3F5"/>
                </a:solidFill>
                <a:latin typeface="Roboto"/>
                <a:cs typeface="Roboto"/>
              </a:rPr>
              <a:t>dipe</a:t>
            </a:r>
            <a:r>
              <a:rPr lang="id-ID" sz="1200" spc="-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spc="-5" dirty="0" err="1">
                <a:solidFill>
                  <a:srgbClr val="CEF3F5"/>
                </a:solidFill>
                <a:latin typeface="Roboto"/>
                <a:cs typeface="Roboto"/>
              </a:rPr>
              <a:t>kenalkan</a:t>
            </a:r>
            <a:r>
              <a:rPr sz="1200" spc="2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dengan</a:t>
            </a:r>
            <a:r>
              <a:rPr sz="1200" spc="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b="1" spc="-5" dirty="0">
                <a:solidFill>
                  <a:srgbClr val="1C99B3"/>
                </a:solidFill>
                <a:latin typeface="Roboto"/>
                <a:cs typeface="Roboto"/>
              </a:rPr>
              <a:t>design </a:t>
            </a:r>
            <a:r>
              <a:rPr sz="1200" b="1" dirty="0">
                <a:solidFill>
                  <a:srgbClr val="1C99B3"/>
                </a:solidFill>
                <a:latin typeface="Roboto"/>
                <a:cs typeface="Roboto"/>
              </a:rPr>
              <a:t> </a:t>
            </a:r>
            <a:r>
              <a:rPr sz="1200" b="1" spc="10" dirty="0" err="1">
                <a:solidFill>
                  <a:srgbClr val="1C99B3"/>
                </a:solidFill>
                <a:latin typeface="Roboto"/>
                <a:cs typeface="Roboto"/>
              </a:rPr>
              <a:t>patte</a:t>
            </a:r>
            <a:r>
              <a:rPr lang="id-ID" sz="1200" b="1" spc="10" dirty="0">
                <a:solidFill>
                  <a:srgbClr val="1C99B3"/>
                </a:solidFill>
                <a:latin typeface="Roboto"/>
                <a:cs typeface="Roboto"/>
              </a:rPr>
              <a:t>r</a:t>
            </a:r>
            <a:r>
              <a:rPr sz="1200" b="1" spc="10" dirty="0">
                <a:solidFill>
                  <a:srgbClr val="1C99B3"/>
                </a:solidFill>
                <a:latin typeface="Roboto"/>
                <a:cs typeface="Roboto"/>
              </a:rPr>
              <a:t>n</a:t>
            </a:r>
            <a:r>
              <a:rPr sz="1200" b="1" spc="-30" dirty="0">
                <a:solidFill>
                  <a:srgbClr val="1C99B3"/>
                </a:solidFill>
                <a:latin typeface="Roboto"/>
                <a:cs typeface="Roboto"/>
              </a:rPr>
              <a:t> </a:t>
            </a:r>
            <a:r>
              <a:rPr sz="1200" spc="10" dirty="0" err="1">
                <a:solidFill>
                  <a:srgbClr val="CEF3F5"/>
                </a:solidFill>
                <a:latin typeface="Roboto"/>
                <a:cs typeface="Roboto"/>
              </a:rPr>
              <a:t>kontempo</a:t>
            </a:r>
            <a:r>
              <a:rPr lang="id-ID" sz="1200" spc="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spc="10" dirty="0">
                <a:solidFill>
                  <a:srgbClr val="CEF3F5"/>
                </a:solidFill>
                <a:latin typeface="Roboto"/>
                <a:cs typeface="Roboto"/>
              </a:rPr>
              <a:t>e</a:t>
            </a:r>
            <a:r>
              <a:rPr lang="id-ID" sz="1200" spc="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spc="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25" dirty="0">
                <a:solidFill>
                  <a:srgbClr val="CEF3F5"/>
                </a:solidFill>
                <a:latin typeface="Roboto"/>
                <a:cs typeface="Roboto"/>
              </a:rPr>
              <a:t>yang</a:t>
            </a:r>
            <a:r>
              <a:rPr sz="1200" spc="-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dapat</a:t>
            </a:r>
            <a:r>
              <a:rPr sz="1200" spc="2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digunakan </a:t>
            </a:r>
            <a:r>
              <a:rPr sz="1200" spc="-28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CEF3F5"/>
                </a:solidFill>
                <a:latin typeface="Roboto"/>
                <a:cs typeface="Roboto"/>
              </a:rPr>
              <a:t>untuk</a:t>
            </a:r>
            <a:r>
              <a:rPr sz="1200" spc="-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menghasilkan</a:t>
            </a:r>
            <a:r>
              <a:rPr sz="1200" spc="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clean</a:t>
            </a:r>
            <a:r>
              <a:rPr sz="1200" spc="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CEF3F5"/>
                </a:solidFill>
                <a:latin typeface="Roboto"/>
                <a:cs typeface="Roboto"/>
              </a:rPr>
              <a:t>code.</a:t>
            </a:r>
            <a:endParaRPr sz="1200" dirty="0">
              <a:latin typeface="Roboto"/>
              <a:cs typeface="Roboto"/>
            </a:endParaRPr>
          </a:p>
          <a:p>
            <a:pPr marL="457834" marR="5080" lvl="1" indent="-305435">
              <a:lnSpc>
                <a:spcPct val="100000"/>
              </a:lnSpc>
              <a:spcBef>
                <a:spcPts val="1205"/>
              </a:spcBef>
              <a:buFont typeface="Times New Roman"/>
              <a:buChar char="●"/>
              <a:tabLst>
                <a:tab pos="457834" algn="l"/>
                <a:tab pos="458470" algn="l"/>
              </a:tabLst>
            </a:pP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Java</a:t>
            </a:r>
            <a:r>
              <a:rPr sz="120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CEF3F5"/>
                </a:solidFill>
                <a:latin typeface="Roboto"/>
                <a:cs typeface="Roboto"/>
              </a:rPr>
              <a:t>dipilih</a:t>
            </a:r>
            <a:r>
              <a:rPr sz="1200" spc="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0" dirty="0" err="1">
                <a:solidFill>
                  <a:srgbClr val="CEF3F5"/>
                </a:solidFill>
                <a:latin typeface="Roboto"/>
                <a:cs typeface="Roboto"/>
              </a:rPr>
              <a:t>menjadi</a:t>
            </a:r>
            <a:r>
              <a:rPr sz="1200" spc="-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EF3F5"/>
                </a:solidFill>
                <a:latin typeface="Roboto"/>
                <a:cs typeface="Roboto"/>
              </a:rPr>
              <a:t>pe</a:t>
            </a:r>
            <a:r>
              <a:rPr lang="id-ID" sz="120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dirty="0" err="1">
                <a:solidFill>
                  <a:srgbClr val="CEF3F5"/>
                </a:solidFill>
                <a:latin typeface="Roboto"/>
                <a:cs typeface="Roboto"/>
              </a:rPr>
              <a:t>angkat</a:t>
            </a:r>
            <a:r>
              <a:rPr sz="1200" spc="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25" dirty="0">
                <a:solidFill>
                  <a:srgbClr val="CEF3F5"/>
                </a:solidFill>
                <a:latin typeface="Roboto"/>
                <a:cs typeface="Roboto"/>
              </a:rPr>
              <a:t>yang</a:t>
            </a:r>
            <a:r>
              <a:rPr sz="120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digunakan </a:t>
            </a:r>
            <a:r>
              <a:rPr sz="1200" spc="-28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CEF3F5"/>
                </a:solidFill>
                <a:latin typeface="Roboto"/>
                <a:cs typeface="Roboto"/>
              </a:rPr>
              <a:t>untuk</a:t>
            </a:r>
            <a:r>
              <a:rPr sz="120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menunjukkan</a:t>
            </a:r>
            <a:r>
              <a:rPr sz="1200" spc="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CEF3F5"/>
                </a:solidFill>
                <a:latin typeface="Roboto"/>
                <a:cs typeface="Roboto"/>
              </a:rPr>
              <a:t>implementasi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b="1" spc="-10" dirty="0" err="1">
                <a:solidFill>
                  <a:srgbClr val="1C99B3"/>
                </a:solidFill>
                <a:latin typeface="Roboto"/>
                <a:cs typeface="Roboto"/>
              </a:rPr>
              <a:t>bahasa</a:t>
            </a:r>
            <a:r>
              <a:rPr sz="1200" b="1" spc="-10" dirty="0">
                <a:solidFill>
                  <a:srgbClr val="1C99B3"/>
                </a:solidFill>
                <a:latin typeface="Roboto"/>
                <a:cs typeface="Roboto"/>
              </a:rPr>
              <a:t> </a:t>
            </a:r>
            <a:r>
              <a:rPr sz="1200" b="1" spc="-5" dirty="0">
                <a:solidFill>
                  <a:srgbClr val="1C99B3"/>
                </a:solidFill>
                <a:latin typeface="Roboto"/>
                <a:cs typeface="Roboto"/>
              </a:rPr>
              <a:t> </a:t>
            </a:r>
            <a:r>
              <a:rPr sz="1200" b="1" spc="20" dirty="0" err="1">
                <a:solidFill>
                  <a:srgbClr val="1C99B3"/>
                </a:solidFill>
                <a:latin typeface="Roboto"/>
                <a:cs typeface="Roboto"/>
              </a:rPr>
              <a:t>pem</a:t>
            </a:r>
            <a:r>
              <a:rPr lang="id-ID" sz="1200" b="1" spc="20" dirty="0">
                <a:solidFill>
                  <a:srgbClr val="1C99B3"/>
                </a:solidFill>
                <a:latin typeface="Roboto"/>
                <a:cs typeface="Roboto"/>
              </a:rPr>
              <a:t>r</a:t>
            </a:r>
            <a:r>
              <a:rPr sz="1200" b="1" spc="20" dirty="0" err="1">
                <a:solidFill>
                  <a:srgbClr val="1C99B3"/>
                </a:solidFill>
                <a:latin typeface="Roboto"/>
                <a:cs typeface="Roboto"/>
              </a:rPr>
              <a:t>og</a:t>
            </a:r>
            <a:r>
              <a:rPr lang="id-ID" sz="1200" b="1" spc="20" dirty="0">
                <a:solidFill>
                  <a:srgbClr val="1C99B3"/>
                </a:solidFill>
                <a:latin typeface="Roboto"/>
                <a:cs typeface="Roboto"/>
              </a:rPr>
              <a:t>r</a:t>
            </a:r>
            <a:r>
              <a:rPr sz="1200" b="1" spc="20" dirty="0" err="1">
                <a:solidFill>
                  <a:srgbClr val="1C99B3"/>
                </a:solidFill>
                <a:latin typeface="Roboto"/>
                <a:cs typeface="Roboto"/>
              </a:rPr>
              <a:t>aman</a:t>
            </a:r>
            <a:r>
              <a:rPr sz="1200" b="1" spc="-35" dirty="0">
                <a:solidFill>
                  <a:srgbClr val="1C99B3"/>
                </a:solidFill>
                <a:latin typeface="Roboto"/>
                <a:cs typeface="Roboto"/>
              </a:rPr>
              <a:t> </a:t>
            </a:r>
            <a:r>
              <a:rPr sz="1200" b="1" spc="10" dirty="0">
                <a:solidFill>
                  <a:srgbClr val="1C99B3"/>
                </a:solidFill>
                <a:latin typeface="Roboto"/>
                <a:cs typeface="Roboto"/>
              </a:rPr>
              <a:t>be</a:t>
            </a:r>
            <a:r>
              <a:rPr lang="id-ID" sz="1200" b="1" spc="10" dirty="0">
                <a:solidFill>
                  <a:srgbClr val="1C99B3"/>
                </a:solidFill>
                <a:latin typeface="Roboto"/>
                <a:cs typeface="Roboto"/>
              </a:rPr>
              <a:t>r</a:t>
            </a:r>
            <a:r>
              <a:rPr sz="1200" b="1" spc="10" dirty="0">
                <a:solidFill>
                  <a:srgbClr val="1C99B3"/>
                </a:solidFill>
                <a:latin typeface="Roboto"/>
                <a:cs typeface="Roboto"/>
              </a:rPr>
              <a:t>basis</a:t>
            </a:r>
            <a:r>
              <a:rPr sz="1200" b="1" spc="-5" dirty="0">
                <a:solidFill>
                  <a:srgbClr val="1C99B3"/>
                </a:solidFill>
                <a:latin typeface="Roboto"/>
                <a:cs typeface="Roboto"/>
              </a:rPr>
              <a:t> objek.</a:t>
            </a:r>
            <a:endParaRPr sz="12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0" y="4568952"/>
            <a:ext cx="1022985" cy="573405"/>
            <a:chOff x="20" y="4568952"/>
            <a:chExt cx="1022985" cy="573405"/>
          </a:xfrm>
        </p:grpSpPr>
        <p:sp>
          <p:nvSpPr>
            <p:cNvPr id="4" name="object 4"/>
            <p:cNvSpPr/>
            <p:nvPr/>
          </p:nvSpPr>
          <p:spPr>
            <a:xfrm>
              <a:off x="20" y="4745736"/>
              <a:ext cx="680085" cy="396240"/>
            </a:xfrm>
            <a:custGeom>
              <a:avLst/>
              <a:gdLst/>
              <a:ahLst/>
              <a:cxnLst/>
              <a:rect l="l" t="t" r="r" b="b"/>
              <a:pathLst>
                <a:path w="680085" h="396239">
                  <a:moveTo>
                    <a:pt x="106221" y="0"/>
                  </a:moveTo>
                  <a:lnTo>
                    <a:pt x="82269" y="44539"/>
                  </a:lnTo>
                  <a:lnTo>
                    <a:pt x="61136" y="90735"/>
                  </a:lnTo>
                  <a:lnTo>
                    <a:pt x="42937" y="138472"/>
                  </a:lnTo>
                  <a:lnTo>
                    <a:pt x="27788" y="187635"/>
                  </a:lnTo>
                  <a:lnTo>
                    <a:pt x="15804" y="238106"/>
                  </a:lnTo>
                  <a:lnTo>
                    <a:pt x="7101" y="289772"/>
                  </a:lnTo>
                  <a:lnTo>
                    <a:pt x="1794" y="342514"/>
                  </a:lnTo>
                  <a:lnTo>
                    <a:pt x="0" y="396219"/>
                  </a:lnTo>
                  <a:lnTo>
                    <a:pt x="661929" y="396219"/>
                  </a:lnTo>
                  <a:lnTo>
                    <a:pt x="663115" y="378449"/>
                  </a:lnTo>
                  <a:lnTo>
                    <a:pt x="666572" y="361429"/>
                  </a:lnTo>
                  <a:lnTo>
                    <a:pt x="672146" y="345314"/>
                  </a:lnTo>
                  <a:lnTo>
                    <a:pt x="679683" y="330260"/>
                  </a:lnTo>
                  <a:lnTo>
                    <a:pt x="106221" y="0"/>
                  </a:lnTo>
                  <a:close/>
                </a:path>
              </a:pathLst>
            </a:custGeom>
            <a:solidFill>
              <a:srgbClr val="C7ACFC">
                <a:alpha val="5764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2588" y="4568952"/>
              <a:ext cx="594360" cy="573405"/>
            </a:xfrm>
            <a:custGeom>
              <a:avLst/>
              <a:gdLst/>
              <a:ahLst/>
              <a:cxnLst/>
              <a:rect l="l" t="t" r="r" b="b"/>
              <a:pathLst>
                <a:path w="594360" h="573404">
                  <a:moveTo>
                    <a:pt x="330073" y="0"/>
                  </a:moveTo>
                  <a:lnTo>
                    <a:pt x="288803" y="26018"/>
                  </a:lnTo>
                  <a:lnTo>
                    <a:pt x="249659" y="54927"/>
                  </a:lnTo>
                  <a:lnTo>
                    <a:pt x="212789" y="86577"/>
                  </a:lnTo>
                  <a:lnTo>
                    <a:pt x="178344" y="120820"/>
                  </a:lnTo>
                  <a:lnTo>
                    <a:pt x="146471" y="157507"/>
                  </a:lnTo>
                  <a:lnTo>
                    <a:pt x="117321" y="196487"/>
                  </a:lnTo>
                  <a:lnTo>
                    <a:pt x="91041" y="237612"/>
                  </a:lnTo>
                  <a:lnTo>
                    <a:pt x="67782" y="280733"/>
                  </a:lnTo>
                  <a:lnTo>
                    <a:pt x="47692" y="325700"/>
                  </a:lnTo>
                  <a:lnTo>
                    <a:pt x="30920" y="372363"/>
                  </a:lnTo>
                  <a:lnTo>
                    <a:pt x="17616" y="420575"/>
                  </a:lnTo>
                  <a:lnTo>
                    <a:pt x="7928" y="470185"/>
                  </a:lnTo>
                  <a:lnTo>
                    <a:pt x="2007" y="521044"/>
                  </a:lnTo>
                  <a:lnTo>
                    <a:pt x="0" y="573003"/>
                  </a:lnTo>
                  <a:lnTo>
                    <a:pt x="528383" y="573003"/>
                  </a:lnTo>
                  <a:lnTo>
                    <a:pt x="533148" y="537663"/>
                  </a:lnTo>
                  <a:lnTo>
                    <a:pt x="546588" y="505930"/>
                  </a:lnTo>
                  <a:lnTo>
                    <a:pt x="567420" y="479071"/>
                  </a:lnTo>
                  <a:lnTo>
                    <a:pt x="594360" y="458354"/>
                  </a:lnTo>
                  <a:lnTo>
                    <a:pt x="330073" y="0"/>
                  </a:lnTo>
                  <a:close/>
                </a:path>
              </a:pathLst>
            </a:custGeom>
            <a:solidFill>
              <a:srgbClr val="868FFF">
                <a:alpha val="580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3651" y="4613148"/>
              <a:ext cx="530860" cy="528955"/>
            </a:xfrm>
            <a:custGeom>
              <a:avLst/>
              <a:gdLst/>
              <a:ahLst/>
              <a:cxnLst/>
              <a:rect l="l" t="t" r="r" b="b"/>
              <a:pathLst>
                <a:path w="530860" h="528954">
                  <a:moveTo>
                    <a:pt x="530326" y="0"/>
                  </a:moveTo>
                  <a:lnTo>
                    <a:pt x="482052" y="2160"/>
                  </a:lnTo>
                  <a:lnTo>
                    <a:pt x="434994" y="8518"/>
                  </a:lnTo>
                  <a:lnTo>
                    <a:pt x="389337" y="18887"/>
                  </a:lnTo>
                  <a:lnTo>
                    <a:pt x="345269" y="33080"/>
                  </a:lnTo>
                  <a:lnTo>
                    <a:pt x="302978" y="50910"/>
                  </a:lnTo>
                  <a:lnTo>
                    <a:pt x="262651" y="72191"/>
                  </a:lnTo>
                  <a:lnTo>
                    <a:pt x="224474" y="96736"/>
                  </a:lnTo>
                  <a:lnTo>
                    <a:pt x="188635" y="124359"/>
                  </a:lnTo>
                  <a:lnTo>
                    <a:pt x="155320" y="154873"/>
                  </a:lnTo>
                  <a:lnTo>
                    <a:pt x="124719" y="188092"/>
                  </a:lnTo>
                  <a:lnTo>
                    <a:pt x="97016" y="223828"/>
                  </a:lnTo>
                  <a:lnTo>
                    <a:pt x="72400" y="261896"/>
                  </a:lnTo>
                  <a:lnTo>
                    <a:pt x="51057" y="302108"/>
                  </a:lnTo>
                  <a:lnTo>
                    <a:pt x="33176" y="344278"/>
                  </a:lnTo>
                  <a:lnTo>
                    <a:pt x="18942" y="388220"/>
                  </a:lnTo>
                  <a:lnTo>
                    <a:pt x="8543" y="433746"/>
                  </a:lnTo>
                  <a:lnTo>
                    <a:pt x="2167" y="480671"/>
                  </a:lnTo>
                  <a:lnTo>
                    <a:pt x="0" y="528807"/>
                  </a:lnTo>
                  <a:lnTo>
                    <a:pt x="397903" y="528807"/>
                  </a:lnTo>
                  <a:lnTo>
                    <a:pt x="404661" y="486990"/>
                  </a:lnTo>
                  <a:lnTo>
                    <a:pt x="423474" y="450684"/>
                  </a:lnTo>
                  <a:lnTo>
                    <a:pt x="452150" y="422062"/>
                  </a:lnTo>
                  <a:lnTo>
                    <a:pt x="488498" y="403295"/>
                  </a:lnTo>
                  <a:lnTo>
                    <a:pt x="530326" y="396557"/>
                  </a:lnTo>
                  <a:lnTo>
                    <a:pt x="530326" y="0"/>
                  </a:lnTo>
                  <a:close/>
                </a:path>
              </a:pathLst>
            </a:custGeom>
            <a:solidFill>
              <a:srgbClr val="9153F8">
                <a:alpha val="4627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6265" y="4745736"/>
              <a:ext cx="596265" cy="396240"/>
            </a:xfrm>
            <a:custGeom>
              <a:avLst/>
              <a:gdLst/>
              <a:ahLst/>
              <a:cxnLst/>
              <a:rect l="l" t="t" r="r" b="b"/>
              <a:pathLst>
                <a:path w="596265" h="396239">
                  <a:moveTo>
                    <a:pt x="397217" y="0"/>
                  </a:moveTo>
                  <a:lnTo>
                    <a:pt x="350893" y="2665"/>
                  </a:lnTo>
                  <a:lnTo>
                    <a:pt x="306138" y="10465"/>
                  </a:lnTo>
                  <a:lnTo>
                    <a:pt x="263251" y="23100"/>
                  </a:lnTo>
                  <a:lnTo>
                    <a:pt x="222530" y="40274"/>
                  </a:lnTo>
                  <a:lnTo>
                    <a:pt x="184273" y="61689"/>
                  </a:lnTo>
                  <a:lnTo>
                    <a:pt x="148777" y="87048"/>
                  </a:lnTo>
                  <a:lnTo>
                    <a:pt x="116341" y="116054"/>
                  </a:lnTo>
                  <a:lnTo>
                    <a:pt x="87263" y="148409"/>
                  </a:lnTo>
                  <a:lnTo>
                    <a:pt x="61841" y="183816"/>
                  </a:lnTo>
                  <a:lnTo>
                    <a:pt x="40373" y="221977"/>
                  </a:lnTo>
                  <a:lnTo>
                    <a:pt x="23156" y="262595"/>
                  </a:lnTo>
                  <a:lnTo>
                    <a:pt x="10490" y="305373"/>
                  </a:lnTo>
                  <a:lnTo>
                    <a:pt x="2672" y="350014"/>
                  </a:lnTo>
                  <a:lnTo>
                    <a:pt x="0" y="396219"/>
                  </a:lnTo>
                  <a:lnTo>
                    <a:pt x="264947" y="396219"/>
                  </a:lnTo>
                  <a:lnTo>
                    <a:pt x="271698" y="354437"/>
                  </a:lnTo>
                  <a:lnTo>
                    <a:pt x="290490" y="318163"/>
                  </a:lnTo>
                  <a:lnTo>
                    <a:pt x="319133" y="289565"/>
                  </a:lnTo>
                  <a:lnTo>
                    <a:pt x="355439" y="270816"/>
                  </a:lnTo>
                  <a:lnTo>
                    <a:pt x="397217" y="264083"/>
                  </a:lnTo>
                  <a:lnTo>
                    <a:pt x="415045" y="265295"/>
                  </a:lnTo>
                  <a:lnTo>
                    <a:pt x="432133" y="268790"/>
                  </a:lnTo>
                  <a:lnTo>
                    <a:pt x="448349" y="274352"/>
                  </a:lnTo>
                  <a:lnTo>
                    <a:pt x="463562" y="281769"/>
                  </a:lnTo>
                  <a:lnTo>
                    <a:pt x="595833" y="53111"/>
                  </a:lnTo>
                  <a:lnTo>
                    <a:pt x="550404" y="30555"/>
                  </a:lnTo>
                  <a:lnTo>
                    <a:pt x="501830" y="13882"/>
                  </a:lnTo>
                  <a:lnTo>
                    <a:pt x="450604" y="3546"/>
                  </a:lnTo>
                  <a:lnTo>
                    <a:pt x="397217" y="0"/>
                  </a:lnTo>
                  <a:close/>
                </a:path>
              </a:pathLst>
            </a:custGeom>
            <a:solidFill>
              <a:srgbClr val="35C2DF">
                <a:alpha val="490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8827" y="4876825"/>
              <a:ext cx="494030" cy="265430"/>
            </a:xfrm>
            <a:custGeom>
              <a:avLst/>
              <a:gdLst/>
              <a:ahLst/>
              <a:cxnLst/>
              <a:rect l="l" t="t" r="r" b="b"/>
              <a:pathLst>
                <a:path w="494030" h="265429">
                  <a:moveTo>
                    <a:pt x="264502" y="0"/>
                  </a:moveTo>
                  <a:lnTo>
                    <a:pt x="216966" y="4272"/>
                  </a:lnTo>
                  <a:lnTo>
                    <a:pt x="172221" y="16590"/>
                  </a:lnTo>
                  <a:lnTo>
                    <a:pt x="131016" y="36204"/>
                  </a:lnTo>
                  <a:lnTo>
                    <a:pt x="94099" y="62364"/>
                  </a:lnTo>
                  <a:lnTo>
                    <a:pt x="62217" y="94322"/>
                  </a:lnTo>
                  <a:lnTo>
                    <a:pt x="36119" y="131326"/>
                  </a:lnTo>
                  <a:lnTo>
                    <a:pt x="16551" y="172629"/>
                  </a:lnTo>
                  <a:lnTo>
                    <a:pt x="4262" y="217480"/>
                  </a:lnTo>
                  <a:lnTo>
                    <a:pt x="0" y="265129"/>
                  </a:lnTo>
                  <a:lnTo>
                    <a:pt x="132359" y="265129"/>
                  </a:lnTo>
                  <a:lnTo>
                    <a:pt x="139102" y="223180"/>
                  </a:lnTo>
                  <a:lnTo>
                    <a:pt x="157875" y="186759"/>
                  </a:lnTo>
                  <a:lnTo>
                    <a:pt x="186490" y="158046"/>
                  </a:lnTo>
                  <a:lnTo>
                    <a:pt x="222762" y="139220"/>
                  </a:lnTo>
                  <a:lnTo>
                    <a:pt x="264502" y="132460"/>
                  </a:lnTo>
                  <a:lnTo>
                    <a:pt x="299837" y="137277"/>
                  </a:lnTo>
                  <a:lnTo>
                    <a:pt x="331563" y="150841"/>
                  </a:lnTo>
                  <a:lnTo>
                    <a:pt x="358419" y="171827"/>
                  </a:lnTo>
                  <a:lnTo>
                    <a:pt x="379145" y="198907"/>
                  </a:lnTo>
                  <a:lnTo>
                    <a:pt x="493750" y="132460"/>
                  </a:lnTo>
                  <a:lnTo>
                    <a:pt x="467694" y="95163"/>
                  </a:lnTo>
                  <a:lnTo>
                    <a:pt x="435755" y="62937"/>
                  </a:lnTo>
                  <a:lnTo>
                    <a:pt x="398700" y="36545"/>
                  </a:lnTo>
                  <a:lnTo>
                    <a:pt x="357296" y="16750"/>
                  </a:lnTo>
                  <a:lnTo>
                    <a:pt x="312308" y="4314"/>
                  </a:lnTo>
                  <a:lnTo>
                    <a:pt x="264502" y="0"/>
                  </a:lnTo>
                  <a:close/>
                </a:path>
              </a:pathLst>
            </a:custGeom>
            <a:solidFill>
              <a:srgbClr val="C97AEB">
                <a:alpha val="4235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8121395" y="4568952"/>
            <a:ext cx="1022985" cy="573405"/>
            <a:chOff x="8121395" y="4568952"/>
            <a:chExt cx="1022985" cy="573405"/>
          </a:xfrm>
        </p:grpSpPr>
        <p:sp>
          <p:nvSpPr>
            <p:cNvPr id="10" name="object 10"/>
            <p:cNvSpPr/>
            <p:nvPr/>
          </p:nvSpPr>
          <p:spPr>
            <a:xfrm>
              <a:off x="8464295" y="4745736"/>
              <a:ext cx="680085" cy="396240"/>
            </a:xfrm>
            <a:custGeom>
              <a:avLst/>
              <a:gdLst/>
              <a:ahLst/>
              <a:cxnLst/>
              <a:rect l="l" t="t" r="r" b="b"/>
              <a:pathLst>
                <a:path w="680084" h="396239">
                  <a:moveTo>
                    <a:pt x="573404" y="0"/>
                  </a:moveTo>
                  <a:lnTo>
                    <a:pt x="0" y="330260"/>
                  </a:lnTo>
                  <a:lnTo>
                    <a:pt x="7546" y="345314"/>
                  </a:lnTo>
                  <a:lnTo>
                    <a:pt x="13128" y="361429"/>
                  </a:lnTo>
                  <a:lnTo>
                    <a:pt x="16591" y="378449"/>
                  </a:lnTo>
                  <a:lnTo>
                    <a:pt x="17779" y="396219"/>
                  </a:lnTo>
                  <a:lnTo>
                    <a:pt x="679703" y="396219"/>
                  </a:lnTo>
                  <a:lnTo>
                    <a:pt x="677907" y="342514"/>
                  </a:lnTo>
                  <a:lnTo>
                    <a:pt x="672595" y="289772"/>
                  </a:lnTo>
                  <a:lnTo>
                    <a:pt x="663885" y="238106"/>
                  </a:lnTo>
                  <a:lnTo>
                    <a:pt x="651890" y="187635"/>
                  </a:lnTo>
                  <a:lnTo>
                    <a:pt x="636729" y="138472"/>
                  </a:lnTo>
                  <a:lnTo>
                    <a:pt x="618517" y="90735"/>
                  </a:lnTo>
                  <a:lnTo>
                    <a:pt x="597370" y="44539"/>
                  </a:lnTo>
                  <a:lnTo>
                    <a:pt x="573404" y="0"/>
                  </a:lnTo>
                  <a:close/>
                </a:path>
              </a:pathLst>
            </a:custGeom>
            <a:solidFill>
              <a:srgbClr val="C7ACFC">
                <a:alpha val="5764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417051" y="4568952"/>
              <a:ext cx="594360" cy="573405"/>
            </a:xfrm>
            <a:custGeom>
              <a:avLst/>
              <a:gdLst/>
              <a:ahLst/>
              <a:cxnLst/>
              <a:rect l="l" t="t" r="r" b="b"/>
              <a:pathLst>
                <a:path w="594359" h="573404">
                  <a:moveTo>
                    <a:pt x="264287" y="0"/>
                  </a:moveTo>
                  <a:lnTo>
                    <a:pt x="0" y="458354"/>
                  </a:lnTo>
                  <a:lnTo>
                    <a:pt x="26927" y="479071"/>
                  </a:lnTo>
                  <a:lnTo>
                    <a:pt x="47783" y="505930"/>
                  </a:lnTo>
                  <a:lnTo>
                    <a:pt x="61257" y="537663"/>
                  </a:lnTo>
                  <a:lnTo>
                    <a:pt x="66040" y="573003"/>
                  </a:lnTo>
                  <a:lnTo>
                    <a:pt x="594359" y="573003"/>
                  </a:lnTo>
                  <a:lnTo>
                    <a:pt x="592353" y="521044"/>
                  </a:lnTo>
                  <a:lnTo>
                    <a:pt x="586433" y="470185"/>
                  </a:lnTo>
                  <a:lnTo>
                    <a:pt x="576747" y="420575"/>
                  </a:lnTo>
                  <a:lnTo>
                    <a:pt x="563446" y="372363"/>
                  </a:lnTo>
                  <a:lnTo>
                    <a:pt x="546677" y="325700"/>
                  </a:lnTo>
                  <a:lnTo>
                    <a:pt x="526589" y="280733"/>
                  </a:lnTo>
                  <a:lnTo>
                    <a:pt x="503332" y="237612"/>
                  </a:lnTo>
                  <a:lnTo>
                    <a:pt x="477054" y="196487"/>
                  </a:lnTo>
                  <a:lnTo>
                    <a:pt x="447905" y="157507"/>
                  </a:lnTo>
                  <a:lnTo>
                    <a:pt x="416032" y="120820"/>
                  </a:lnTo>
                  <a:lnTo>
                    <a:pt x="381585" y="86577"/>
                  </a:lnTo>
                  <a:lnTo>
                    <a:pt x="344712" y="54927"/>
                  </a:lnTo>
                  <a:lnTo>
                    <a:pt x="305563" y="26018"/>
                  </a:lnTo>
                  <a:lnTo>
                    <a:pt x="264287" y="0"/>
                  </a:lnTo>
                  <a:close/>
                </a:path>
              </a:pathLst>
            </a:custGeom>
            <a:solidFill>
              <a:srgbClr val="868FFF">
                <a:alpha val="580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349995" y="4613148"/>
              <a:ext cx="530860" cy="528955"/>
            </a:xfrm>
            <a:custGeom>
              <a:avLst/>
              <a:gdLst/>
              <a:ahLst/>
              <a:cxnLst/>
              <a:rect l="l" t="t" r="r" b="b"/>
              <a:pathLst>
                <a:path w="530859" h="528954">
                  <a:moveTo>
                    <a:pt x="0" y="0"/>
                  </a:moveTo>
                  <a:lnTo>
                    <a:pt x="0" y="396557"/>
                  </a:lnTo>
                  <a:lnTo>
                    <a:pt x="41817" y="403295"/>
                  </a:lnTo>
                  <a:lnTo>
                    <a:pt x="78173" y="422062"/>
                  </a:lnTo>
                  <a:lnTo>
                    <a:pt x="106865" y="450684"/>
                  </a:lnTo>
                  <a:lnTo>
                    <a:pt x="125695" y="486990"/>
                  </a:lnTo>
                  <a:lnTo>
                    <a:pt x="132460" y="528807"/>
                  </a:lnTo>
                  <a:lnTo>
                    <a:pt x="530351" y="528807"/>
                  </a:lnTo>
                  <a:lnTo>
                    <a:pt x="528185" y="480671"/>
                  </a:lnTo>
                  <a:lnTo>
                    <a:pt x="521810" y="433746"/>
                  </a:lnTo>
                  <a:lnTo>
                    <a:pt x="511413" y="388220"/>
                  </a:lnTo>
                  <a:lnTo>
                    <a:pt x="497181" y="344278"/>
                  </a:lnTo>
                  <a:lnTo>
                    <a:pt x="479302" y="302108"/>
                  </a:lnTo>
                  <a:lnTo>
                    <a:pt x="457961" y="261896"/>
                  </a:lnTo>
                  <a:lnTo>
                    <a:pt x="433348" y="223828"/>
                  </a:lnTo>
                  <a:lnTo>
                    <a:pt x="405647" y="188092"/>
                  </a:lnTo>
                  <a:lnTo>
                    <a:pt x="375046" y="154873"/>
                  </a:lnTo>
                  <a:lnTo>
                    <a:pt x="341733" y="124359"/>
                  </a:lnTo>
                  <a:lnTo>
                    <a:pt x="305894" y="96736"/>
                  </a:lnTo>
                  <a:lnTo>
                    <a:pt x="267715" y="72191"/>
                  </a:lnTo>
                  <a:lnTo>
                    <a:pt x="227385" y="50910"/>
                  </a:lnTo>
                  <a:lnTo>
                    <a:pt x="185090" y="33080"/>
                  </a:lnTo>
                  <a:lnTo>
                    <a:pt x="141017" y="18887"/>
                  </a:lnTo>
                  <a:lnTo>
                    <a:pt x="95353" y="8518"/>
                  </a:lnTo>
                  <a:lnTo>
                    <a:pt x="48285" y="2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153F8">
                <a:alpha val="4627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151875" y="4745736"/>
              <a:ext cx="596265" cy="396240"/>
            </a:xfrm>
            <a:custGeom>
              <a:avLst/>
              <a:gdLst/>
              <a:ahLst/>
              <a:cxnLst/>
              <a:rect l="l" t="t" r="r" b="b"/>
              <a:pathLst>
                <a:path w="596265" h="396239">
                  <a:moveTo>
                    <a:pt x="198627" y="0"/>
                  </a:moveTo>
                  <a:lnTo>
                    <a:pt x="145250" y="3546"/>
                  </a:lnTo>
                  <a:lnTo>
                    <a:pt x="94027" y="13882"/>
                  </a:lnTo>
                  <a:lnTo>
                    <a:pt x="45448" y="30555"/>
                  </a:lnTo>
                  <a:lnTo>
                    <a:pt x="0" y="53111"/>
                  </a:lnTo>
                  <a:lnTo>
                    <a:pt x="132333" y="281769"/>
                  </a:lnTo>
                  <a:lnTo>
                    <a:pt x="147532" y="274352"/>
                  </a:lnTo>
                  <a:lnTo>
                    <a:pt x="163718" y="268790"/>
                  </a:lnTo>
                  <a:lnTo>
                    <a:pt x="180786" y="265295"/>
                  </a:lnTo>
                  <a:lnTo>
                    <a:pt x="198627" y="264083"/>
                  </a:lnTo>
                  <a:lnTo>
                    <a:pt x="240432" y="270816"/>
                  </a:lnTo>
                  <a:lnTo>
                    <a:pt x="276756" y="289565"/>
                  </a:lnTo>
                  <a:lnTo>
                    <a:pt x="305411" y="318163"/>
                  </a:lnTo>
                  <a:lnTo>
                    <a:pt x="324209" y="354437"/>
                  </a:lnTo>
                  <a:lnTo>
                    <a:pt x="330962" y="396219"/>
                  </a:lnTo>
                  <a:lnTo>
                    <a:pt x="595883" y="396219"/>
                  </a:lnTo>
                  <a:lnTo>
                    <a:pt x="593210" y="350014"/>
                  </a:lnTo>
                  <a:lnTo>
                    <a:pt x="585388" y="305373"/>
                  </a:lnTo>
                  <a:lnTo>
                    <a:pt x="572717" y="262595"/>
                  </a:lnTo>
                  <a:lnTo>
                    <a:pt x="555494" y="221977"/>
                  </a:lnTo>
                  <a:lnTo>
                    <a:pt x="534018" y="183816"/>
                  </a:lnTo>
                  <a:lnTo>
                    <a:pt x="508589" y="148409"/>
                  </a:lnTo>
                  <a:lnTo>
                    <a:pt x="479504" y="116054"/>
                  </a:lnTo>
                  <a:lnTo>
                    <a:pt x="447062" y="87048"/>
                  </a:lnTo>
                  <a:lnTo>
                    <a:pt x="411561" y="61689"/>
                  </a:lnTo>
                  <a:lnTo>
                    <a:pt x="373300" y="40274"/>
                  </a:lnTo>
                  <a:lnTo>
                    <a:pt x="332578" y="23100"/>
                  </a:lnTo>
                  <a:lnTo>
                    <a:pt x="289693" y="10465"/>
                  </a:lnTo>
                  <a:lnTo>
                    <a:pt x="244943" y="2665"/>
                  </a:lnTo>
                  <a:lnTo>
                    <a:pt x="198627" y="0"/>
                  </a:lnTo>
                  <a:close/>
                </a:path>
              </a:pathLst>
            </a:custGeom>
            <a:solidFill>
              <a:srgbClr val="35C2DF">
                <a:alpha val="490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121395" y="4876825"/>
              <a:ext cx="494030" cy="265430"/>
            </a:xfrm>
            <a:custGeom>
              <a:avLst/>
              <a:gdLst/>
              <a:ahLst/>
              <a:cxnLst/>
              <a:rect l="l" t="t" r="r" b="b"/>
              <a:pathLst>
                <a:path w="494029" h="265429">
                  <a:moveTo>
                    <a:pt x="229234" y="0"/>
                  </a:moveTo>
                  <a:lnTo>
                    <a:pt x="181430" y="4314"/>
                  </a:lnTo>
                  <a:lnTo>
                    <a:pt x="136445" y="16750"/>
                  </a:lnTo>
                  <a:lnTo>
                    <a:pt x="95043" y="36545"/>
                  </a:lnTo>
                  <a:lnTo>
                    <a:pt x="57991" y="62937"/>
                  </a:lnTo>
                  <a:lnTo>
                    <a:pt x="26055" y="95163"/>
                  </a:lnTo>
                  <a:lnTo>
                    <a:pt x="0" y="132460"/>
                  </a:lnTo>
                  <a:lnTo>
                    <a:pt x="114680" y="198907"/>
                  </a:lnTo>
                  <a:lnTo>
                    <a:pt x="135401" y="171827"/>
                  </a:lnTo>
                  <a:lnTo>
                    <a:pt x="162242" y="150841"/>
                  </a:lnTo>
                  <a:lnTo>
                    <a:pt x="193940" y="137277"/>
                  </a:lnTo>
                  <a:lnTo>
                    <a:pt x="229234" y="132460"/>
                  </a:lnTo>
                  <a:lnTo>
                    <a:pt x="270977" y="139220"/>
                  </a:lnTo>
                  <a:lnTo>
                    <a:pt x="307263" y="158046"/>
                  </a:lnTo>
                  <a:lnTo>
                    <a:pt x="335899" y="186759"/>
                  </a:lnTo>
                  <a:lnTo>
                    <a:pt x="354690" y="223180"/>
                  </a:lnTo>
                  <a:lnTo>
                    <a:pt x="361442" y="265129"/>
                  </a:lnTo>
                  <a:lnTo>
                    <a:pt x="493775" y="265129"/>
                  </a:lnTo>
                  <a:lnTo>
                    <a:pt x="489512" y="217480"/>
                  </a:lnTo>
                  <a:lnTo>
                    <a:pt x="477219" y="172629"/>
                  </a:lnTo>
                  <a:lnTo>
                    <a:pt x="457646" y="131326"/>
                  </a:lnTo>
                  <a:lnTo>
                    <a:pt x="431542" y="94322"/>
                  </a:lnTo>
                  <a:lnTo>
                    <a:pt x="399654" y="62364"/>
                  </a:lnTo>
                  <a:lnTo>
                    <a:pt x="362730" y="36204"/>
                  </a:lnTo>
                  <a:lnTo>
                    <a:pt x="321520" y="16590"/>
                  </a:lnTo>
                  <a:lnTo>
                    <a:pt x="276772" y="4272"/>
                  </a:lnTo>
                  <a:lnTo>
                    <a:pt x="229234" y="0"/>
                  </a:lnTo>
                  <a:close/>
                </a:path>
              </a:pathLst>
            </a:custGeom>
            <a:solidFill>
              <a:srgbClr val="C97AEB">
                <a:alpha val="4235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4524755" y="1242060"/>
            <a:ext cx="94615" cy="3116580"/>
            <a:chOff x="4524755" y="1242060"/>
            <a:chExt cx="94615" cy="3116580"/>
          </a:xfrm>
        </p:grpSpPr>
        <p:sp>
          <p:nvSpPr>
            <p:cNvPr id="16" name="object 16"/>
            <p:cNvSpPr/>
            <p:nvPr/>
          </p:nvSpPr>
          <p:spPr>
            <a:xfrm>
              <a:off x="4524755" y="1242060"/>
              <a:ext cx="94615" cy="1038225"/>
            </a:xfrm>
            <a:custGeom>
              <a:avLst/>
              <a:gdLst/>
              <a:ahLst/>
              <a:cxnLst/>
              <a:rect l="l" t="t" r="r" b="b"/>
              <a:pathLst>
                <a:path w="94614" h="1038225">
                  <a:moveTo>
                    <a:pt x="94487" y="0"/>
                  </a:moveTo>
                  <a:lnTo>
                    <a:pt x="0" y="0"/>
                  </a:lnTo>
                  <a:lnTo>
                    <a:pt x="0" y="1037844"/>
                  </a:lnTo>
                  <a:lnTo>
                    <a:pt x="94487" y="1037844"/>
                  </a:lnTo>
                  <a:lnTo>
                    <a:pt x="94487" y="0"/>
                  </a:lnTo>
                  <a:close/>
                </a:path>
              </a:pathLst>
            </a:custGeom>
            <a:solidFill>
              <a:srgbClr val="C7ADF8">
                <a:alpha val="5882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24755" y="1763268"/>
              <a:ext cx="94615" cy="1038225"/>
            </a:xfrm>
            <a:custGeom>
              <a:avLst/>
              <a:gdLst/>
              <a:ahLst/>
              <a:cxnLst/>
              <a:rect l="l" t="t" r="r" b="b"/>
              <a:pathLst>
                <a:path w="94614" h="1038225">
                  <a:moveTo>
                    <a:pt x="94487" y="0"/>
                  </a:moveTo>
                  <a:lnTo>
                    <a:pt x="0" y="0"/>
                  </a:lnTo>
                  <a:lnTo>
                    <a:pt x="0" y="1037843"/>
                  </a:lnTo>
                  <a:lnTo>
                    <a:pt x="94487" y="1037843"/>
                  </a:lnTo>
                  <a:lnTo>
                    <a:pt x="94487" y="0"/>
                  </a:lnTo>
                  <a:close/>
                </a:path>
              </a:pathLst>
            </a:custGeom>
            <a:solidFill>
              <a:srgbClr val="868FFF">
                <a:alpha val="7372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524755" y="2281427"/>
              <a:ext cx="94615" cy="1039494"/>
            </a:xfrm>
            <a:custGeom>
              <a:avLst/>
              <a:gdLst/>
              <a:ahLst/>
              <a:cxnLst/>
              <a:rect l="l" t="t" r="r" b="b"/>
              <a:pathLst>
                <a:path w="94614" h="1039495">
                  <a:moveTo>
                    <a:pt x="94487" y="0"/>
                  </a:moveTo>
                  <a:lnTo>
                    <a:pt x="0" y="0"/>
                  </a:lnTo>
                  <a:lnTo>
                    <a:pt x="0" y="1039368"/>
                  </a:lnTo>
                  <a:lnTo>
                    <a:pt x="94487" y="1039368"/>
                  </a:lnTo>
                  <a:lnTo>
                    <a:pt x="94487" y="0"/>
                  </a:lnTo>
                  <a:close/>
                </a:path>
              </a:pathLst>
            </a:custGeom>
            <a:solidFill>
              <a:srgbClr val="9153F8">
                <a:alpha val="5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24755" y="2795016"/>
              <a:ext cx="94615" cy="1038225"/>
            </a:xfrm>
            <a:custGeom>
              <a:avLst/>
              <a:gdLst/>
              <a:ahLst/>
              <a:cxnLst/>
              <a:rect l="l" t="t" r="r" b="b"/>
              <a:pathLst>
                <a:path w="94614" h="1038225">
                  <a:moveTo>
                    <a:pt x="94487" y="0"/>
                  </a:moveTo>
                  <a:lnTo>
                    <a:pt x="0" y="0"/>
                  </a:lnTo>
                  <a:lnTo>
                    <a:pt x="0" y="1037844"/>
                  </a:lnTo>
                  <a:lnTo>
                    <a:pt x="94487" y="1037844"/>
                  </a:lnTo>
                  <a:lnTo>
                    <a:pt x="94487" y="0"/>
                  </a:lnTo>
                  <a:close/>
                </a:path>
              </a:pathLst>
            </a:custGeom>
            <a:solidFill>
              <a:srgbClr val="35C2DF">
                <a:alpha val="7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24755" y="3320795"/>
              <a:ext cx="94615" cy="1038225"/>
            </a:xfrm>
            <a:custGeom>
              <a:avLst/>
              <a:gdLst/>
              <a:ahLst/>
              <a:cxnLst/>
              <a:rect l="l" t="t" r="r" b="b"/>
              <a:pathLst>
                <a:path w="94614" h="1038225">
                  <a:moveTo>
                    <a:pt x="94487" y="0"/>
                  </a:moveTo>
                  <a:lnTo>
                    <a:pt x="0" y="0"/>
                  </a:lnTo>
                  <a:lnTo>
                    <a:pt x="0" y="1037843"/>
                  </a:lnTo>
                  <a:lnTo>
                    <a:pt x="94487" y="1037843"/>
                  </a:lnTo>
                  <a:lnTo>
                    <a:pt x="94487" y="0"/>
                  </a:lnTo>
                  <a:close/>
                </a:path>
              </a:pathLst>
            </a:custGeom>
            <a:solidFill>
              <a:srgbClr val="C97AEB">
                <a:alpha val="5646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4755" y="3838955"/>
              <a:ext cx="94615" cy="520065"/>
            </a:xfrm>
            <a:custGeom>
              <a:avLst/>
              <a:gdLst/>
              <a:ahLst/>
              <a:cxnLst/>
              <a:rect l="l" t="t" r="r" b="b"/>
              <a:pathLst>
                <a:path w="94614" h="520064">
                  <a:moveTo>
                    <a:pt x="94487" y="0"/>
                  </a:moveTo>
                  <a:lnTo>
                    <a:pt x="0" y="0"/>
                  </a:lnTo>
                  <a:lnTo>
                    <a:pt x="0" y="519684"/>
                  </a:lnTo>
                  <a:lnTo>
                    <a:pt x="94487" y="519684"/>
                  </a:lnTo>
                  <a:lnTo>
                    <a:pt x="94487" y="0"/>
                  </a:lnTo>
                  <a:close/>
                </a:path>
              </a:pathLst>
            </a:custGeom>
            <a:solidFill>
              <a:srgbClr val="962CB4">
                <a:alpha val="7411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241797" y="2218131"/>
            <a:ext cx="2854325" cy="2015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3095">
              <a:lnSpc>
                <a:spcPct val="100000"/>
              </a:lnSpc>
              <a:spcBef>
                <a:spcPts val="100"/>
              </a:spcBef>
            </a:pPr>
            <a:r>
              <a:rPr sz="2400" spc="-365" dirty="0">
                <a:solidFill>
                  <a:srgbClr val="35C2DF"/>
                </a:solidFill>
                <a:latin typeface="Trebuchet MS"/>
                <a:cs typeface="Trebuchet MS"/>
              </a:rPr>
              <a:t>TO</a:t>
            </a:r>
            <a:r>
              <a:rPr sz="2400" spc="-190" dirty="0">
                <a:solidFill>
                  <a:srgbClr val="35C2DF"/>
                </a:solidFill>
                <a:latin typeface="Trebuchet MS"/>
                <a:cs typeface="Trebuchet MS"/>
              </a:rPr>
              <a:t> </a:t>
            </a:r>
            <a:r>
              <a:rPr sz="2400" spc="-204" dirty="0">
                <a:solidFill>
                  <a:srgbClr val="35C2DF"/>
                </a:solidFill>
                <a:latin typeface="Trebuchet MS"/>
                <a:cs typeface="Trebuchet MS"/>
              </a:rPr>
              <a:t>BE</a:t>
            </a:r>
            <a:r>
              <a:rPr sz="2400" spc="-170" dirty="0">
                <a:solidFill>
                  <a:srgbClr val="35C2DF"/>
                </a:solidFill>
                <a:latin typeface="Trebuchet MS"/>
                <a:cs typeface="Trebuchet MS"/>
              </a:rPr>
              <a:t> </a:t>
            </a:r>
            <a:r>
              <a:rPr sz="2400" spc="-235" dirty="0">
                <a:solidFill>
                  <a:srgbClr val="35C2DF"/>
                </a:solidFill>
                <a:latin typeface="Trebuchet MS"/>
                <a:cs typeface="Trebuchet MS"/>
              </a:rPr>
              <a:t>A</a:t>
            </a:r>
            <a:r>
              <a:rPr sz="2400" spc="-190" dirty="0">
                <a:solidFill>
                  <a:srgbClr val="35C2DF"/>
                </a:solidFill>
                <a:latin typeface="Trebuchet MS"/>
                <a:cs typeface="Trebuchet MS"/>
              </a:rPr>
              <a:t> </a:t>
            </a:r>
            <a:r>
              <a:rPr sz="2400" spc="-300" dirty="0">
                <a:solidFill>
                  <a:srgbClr val="35C2DF"/>
                </a:solidFill>
                <a:latin typeface="Trebuchet MS"/>
                <a:cs typeface="Trebuchet MS"/>
              </a:rPr>
              <a:t>GOOD</a:t>
            </a:r>
            <a:endParaRPr sz="2400" dirty="0">
              <a:latin typeface="Trebuchet MS"/>
              <a:cs typeface="Trebuchet MS"/>
            </a:endParaRPr>
          </a:p>
          <a:p>
            <a:pPr marL="448309">
              <a:lnSpc>
                <a:spcPct val="100000"/>
              </a:lnSpc>
              <a:spcBef>
                <a:spcPts val="5"/>
              </a:spcBef>
            </a:pPr>
            <a:r>
              <a:rPr sz="2400" spc="-120" dirty="0">
                <a:solidFill>
                  <a:srgbClr val="35C2DF"/>
                </a:solidFill>
                <a:latin typeface="Trebuchet MS"/>
                <a:cs typeface="Trebuchet MS"/>
              </a:rPr>
              <a:t>SY</a:t>
            </a:r>
            <a:r>
              <a:rPr sz="2400" spc="-195" dirty="0">
                <a:solidFill>
                  <a:srgbClr val="35C2DF"/>
                </a:solidFill>
                <a:latin typeface="Trebuchet MS"/>
                <a:cs typeface="Trebuchet MS"/>
              </a:rPr>
              <a:t>S</a:t>
            </a:r>
            <a:r>
              <a:rPr sz="2400" spc="-225" dirty="0">
                <a:solidFill>
                  <a:srgbClr val="35C2DF"/>
                </a:solidFill>
                <a:latin typeface="Trebuchet MS"/>
                <a:cs typeface="Trebuchet MS"/>
              </a:rPr>
              <a:t>T</a:t>
            </a:r>
            <a:r>
              <a:rPr sz="2400" spc="-215" dirty="0">
                <a:solidFill>
                  <a:srgbClr val="35C2DF"/>
                </a:solidFill>
                <a:latin typeface="Trebuchet MS"/>
                <a:cs typeface="Trebuchet MS"/>
              </a:rPr>
              <a:t>EM</a:t>
            </a:r>
            <a:r>
              <a:rPr sz="2400" spc="-185" dirty="0">
                <a:solidFill>
                  <a:srgbClr val="35C2DF"/>
                </a:solidFill>
                <a:latin typeface="Trebuchet MS"/>
                <a:cs typeface="Trebuchet MS"/>
              </a:rPr>
              <a:t> </a:t>
            </a:r>
            <a:r>
              <a:rPr sz="2400" spc="-235" dirty="0">
                <a:solidFill>
                  <a:srgbClr val="35C2DF"/>
                </a:solidFill>
                <a:latin typeface="Trebuchet MS"/>
                <a:cs typeface="Trebuchet MS"/>
              </a:rPr>
              <a:t>ANALYST</a:t>
            </a:r>
            <a:endParaRPr sz="2400" dirty="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500"/>
              </a:spcBef>
            </a:pP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Memiliki</a:t>
            </a:r>
            <a:r>
              <a:rPr sz="1400" spc="-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pengetahuan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25" dirty="0">
                <a:solidFill>
                  <a:srgbClr val="CEF3F5"/>
                </a:solidFill>
                <a:latin typeface="Roboto"/>
                <a:cs typeface="Roboto"/>
              </a:rPr>
              <a:t>yang</a:t>
            </a:r>
            <a:r>
              <a:rPr sz="1400" spc="-2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cukup </a:t>
            </a:r>
            <a:r>
              <a:rPr sz="1400" spc="-33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20" dirty="0" err="1">
                <a:solidFill>
                  <a:srgbClr val="CEF3F5"/>
                </a:solidFill>
                <a:latin typeface="Roboto"/>
                <a:cs typeface="Roboto"/>
              </a:rPr>
              <a:t>untuk</a:t>
            </a:r>
            <a:r>
              <a:rPr sz="1400" spc="3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15" dirty="0">
                <a:solidFill>
                  <a:srgbClr val="CEF3F5"/>
                </a:solidFill>
                <a:latin typeface="Roboto"/>
                <a:cs typeface="Roboto"/>
              </a:rPr>
              <a:t>pe</a:t>
            </a:r>
            <a:r>
              <a:rPr lang="id-ID" sz="1400" spc="1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15" dirty="0">
                <a:solidFill>
                  <a:srgbClr val="CEF3F5"/>
                </a:solidFill>
                <a:latin typeface="Roboto"/>
                <a:cs typeface="Roboto"/>
              </a:rPr>
              <a:t>an</a:t>
            </a:r>
            <a:r>
              <a:rPr sz="1400" spc="2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CEF3F5"/>
                </a:solidFill>
                <a:latin typeface="Roboto"/>
                <a:cs typeface="Roboto"/>
              </a:rPr>
              <a:t>analis</a:t>
            </a:r>
            <a:r>
              <a:rPr sz="1400" spc="3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sistem</a:t>
            </a:r>
            <a:r>
              <a:rPr sz="1400" spc="-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dan 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5" dirty="0">
                <a:solidFill>
                  <a:srgbClr val="CEF3F5"/>
                </a:solidFill>
                <a:latin typeface="Roboto"/>
                <a:cs typeface="Roboto"/>
              </a:rPr>
              <a:t>pe</a:t>
            </a:r>
            <a:r>
              <a:rPr lang="id-ID" sz="1400" spc="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5" dirty="0" err="1">
                <a:solidFill>
                  <a:srgbClr val="CEF3F5"/>
                </a:solidFill>
                <a:latin typeface="Roboto"/>
                <a:cs typeface="Roboto"/>
              </a:rPr>
              <a:t>ancang</a:t>
            </a:r>
            <a:r>
              <a:rPr sz="1400" spc="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5" dirty="0">
                <a:solidFill>
                  <a:srgbClr val="CEF3F5"/>
                </a:solidFill>
                <a:latin typeface="Roboto"/>
                <a:cs typeface="Roboto"/>
              </a:rPr>
              <a:t>pe</a:t>
            </a:r>
            <a:r>
              <a:rPr lang="id-ID" sz="1400" spc="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5" dirty="0" err="1">
                <a:solidFill>
                  <a:srgbClr val="CEF3F5"/>
                </a:solidFill>
                <a:latin typeface="Roboto"/>
                <a:cs typeface="Roboto"/>
              </a:rPr>
              <a:t>angkat</a:t>
            </a:r>
            <a:r>
              <a:rPr sz="1400" spc="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lunak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25" dirty="0">
                <a:solidFill>
                  <a:srgbClr val="CEF3F5"/>
                </a:solidFill>
                <a:latin typeface="Roboto"/>
                <a:cs typeface="Roboto"/>
              </a:rPr>
              <a:t>yang </a:t>
            </a:r>
            <a:r>
              <a:rPr sz="1400" spc="-2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dibangun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dengan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 err="1">
                <a:solidFill>
                  <a:srgbClr val="CEF3F5"/>
                </a:solidFill>
                <a:latin typeface="Roboto"/>
                <a:cs typeface="Roboto"/>
              </a:rPr>
              <a:t>pendekatan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15" dirty="0">
                <a:solidFill>
                  <a:srgbClr val="CEF3F5"/>
                </a:solidFill>
                <a:latin typeface="Roboto"/>
                <a:cs typeface="Roboto"/>
              </a:rPr>
              <a:t>be</a:t>
            </a:r>
            <a:r>
              <a:rPr lang="id-ID" sz="1400" spc="1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15" dirty="0">
                <a:solidFill>
                  <a:srgbClr val="CEF3F5"/>
                </a:solidFill>
                <a:latin typeface="Roboto"/>
                <a:cs typeface="Roboto"/>
              </a:rPr>
              <a:t>o</a:t>
            </a:r>
            <a:r>
              <a:rPr lang="id-ID" sz="1400" spc="1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15" dirty="0" err="1">
                <a:solidFill>
                  <a:srgbClr val="CEF3F5"/>
                </a:solidFill>
                <a:latin typeface="Roboto"/>
                <a:cs typeface="Roboto"/>
              </a:rPr>
              <a:t>ientasi</a:t>
            </a:r>
            <a:r>
              <a:rPr sz="1400" spc="-4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objek.</a:t>
            </a:r>
            <a:endParaRPr sz="1400" dirty="0">
              <a:latin typeface="Roboto"/>
              <a:cs typeface="Robo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87679" y="2210816"/>
            <a:ext cx="3016250" cy="179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5250" indent="658495">
              <a:lnSpc>
                <a:spcPct val="100000"/>
              </a:lnSpc>
              <a:spcBef>
                <a:spcPts val="100"/>
              </a:spcBef>
            </a:pPr>
            <a:r>
              <a:rPr sz="2400" spc="-365" dirty="0">
                <a:solidFill>
                  <a:srgbClr val="962CB4"/>
                </a:solidFill>
                <a:latin typeface="Trebuchet MS"/>
                <a:cs typeface="Trebuchet MS"/>
              </a:rPr>
              <a:t>TO</a:t>
            </a:r>
            <a:r>
              <a:rPr sz="2400" spc="-195" dirty="0">
                <a:solidFill>
                  <a:srgbClr val="962CB4"/>
                </a:solidFill>
                <a:latin typeface="Trebuchet MS"/>
                <a:cs typeface="Trebuchet MS"/>
              </a:rPr>
              <a:t> </a:t>
            </a:r>
            <a:r>
              <a:rPr sz="2400" spc="-204" dirty="0">
                <a:solidFill>
                  <a:srgbClr val="962CB4"/>
                </a:solidFill>
                <a:latin typeface="Trebuchet MS"/>
                <a:cs typeface="Trebuchet MS"/>
              </a:rPr>
              <a:t>BE</a:t>
            </a:r>
            <a:r>
              <a:rPr sz="2400" spc="-165" dirty="0">
                <a:solidFill>
                  <a:srgbClr val="962CB4"/>
                </a:solidFill>
                <a:latin typeface="Trebuchet MS"/>
                <a:cs typeface="Trebuchet MS"/>
              </a:rPr>
              <a:t> </a:t>
            </a:r>
            <a:r>
              <a:rPr sz="2400" spc="-235" dirty="0">
                <a:solidFill>
                  <a:srgbClr val="962CB4"/>
                </a:solidFill>
                <a:latin typeface="Trebuchet MS"/>
                <a:cs typeface="Trebuchet MS"/>
              </a:rPr>
              <a:t>A</a:t>
            </a:r>
            <a:r>
              <a:rPr sz="2400" spc="-190" dirty="0">
                <a:solidFill>
                  <a:srgbClr val="962CB4"/>
                </a:solidFill>
                <a:latin typeface="Trebuchet MS"/>
                <a:cs typeface="Trebuchet MS"/>
              </a:rPr>
              <a:t> </a:t>
            </a:r>
            <a:r>
              <a:rPr sz="2400" spc="-245" dirty="0">
                <a:solidFill>
                  <a:srgbClr val="962CB4"/>
                </a:solidFill>
                <a:latin typeface="Trebuchet MS"/>
                <a:cs typeface="Trebuchet MS"/>
              </a:rPr>
              <a:t>GOOD  </a:t>
            </a:r>
            <a:r>
              <a:rPr sz="2400" spc="-175" dirty="0">
                <a:solidFill>
                  <a:srgbClr val="962CB4"/>
                </a:solidFill>
                <a:latin typeface="Trebuchet MS"/>
                <a:cs typeface="Trebuchet MS"/>
              </a:rPr>
              <a:t>SO</a:t>
            </a:r>
            <a:r>
              <a:rPr sz="2400" spc="-290" dirty="0">
                <a:solidFill>
                  <a:srgbClr val="962CB4"/>
                </a:solidFill>
                <a:latin typeface="Trebuchet MS"/>
                <a:cs typeface="Trebuchet MS"/>
              </a:rPr>
              <a:t>FTWARE</a:t>
            </a:r>
            <a:r>
              <a:rPr sz="2400" spc="-200" dirty="0">
                <a:solidFill>
                  <a:srgbClr val="962CB4"/>
                </a:solidFill>
                <a:latin typeface="Trebuchet MS"/>
                <a:cs typeface="Trebuchet MS"/>
              </a:rPr>
              <a:t> </a:t>
            </a:r>
            <a:r>
              <a:rPr sz="2400" spc="-210" dirty="0">
                <a:solidFill>
                  <a:srgbClr val="962CB4"/>
                </a:solidFill>
                <a:latin typeface="Trebuchet MS"/>
                <a:cs typeface="Trebuchet MS"/>
              </a:rPr>
              <a:t>PROGRAMMER</a:t>
            </a:r>
            <a:endParaRPr sz="2400" dirty="0">
              <a:latin typeface="Trebuchet MS"/>
              <a:cs typeface="Trebuchet MS"/>
            </a:endParaRPr>
          </a:p>
          <a:p>
            <a:pPr marL="16510">
              <a:lnSpc>
                <a:spcPct val="100000"/>
              </a:lnSpc>
              <a:spcBef>
                <a:spcPts val="1475"/>
              </a:spcBef>
            </a:pPr>
            <a:r>
              <a:rPr sz="1400" spc="-5" dirty="0">
                <a:solidFill>
                  <a:srgbClr val="CEF3F5"/>
                </a:solidFill>
                <a:latin typeface="Roboto"/>
                <a:cs typeface="Roboto"/>
              </a:rPr>
              <a:t>Memiki</a:t>
            </a:r>
            <a:r>
              <a:rPr sz="1400" spc="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modal</a:t>
            </a:r>
            <a:r>
              <a:rPr sz="1400" spc="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CEF3F5"/>
                </a:solidFill>
                <a:latin typeface="Roboto"/>
                <a:cs typeface="Roboto"/>
              </a:rPr>
              <a:t>untuk</a:t>
            </a:r>
            <a:r>
              <a:rPr sz="1400" spc="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 err="1">
                <a:solidFill>
                  <a:srgbClr val="CEF3F5"/>
                </a:solidFill>
                <a:latin typeface="Roboto"/>
                <a:cs typeface="Roboto"/>
              </a:rPr>
              <a:t>menjadi</a:t>
            </a:r>
            <a:r>
              <a:rPr sz="1400" spc="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5" dirty="0" err="1">
                <a:solidFill>
                  <a:srgbClr val="CEF3F5"/>
                </a:solidFill>
                <a:latin typeface="Roboto"/>
                <a:cs typeface="Roboto"/>
              </a:rPr>
              <a:t>seo</a:t>
            </a:r>
            <a:r>
              <a:rPr lang="id-ID" sz="1400" spc="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5" dirty="0">
                <a:solidFill>
                  <a:srgbClr val="CEF3F5"/>
                </a:solidFill>
                <a:latin typeface="Roboto"/>
                <a:cs typeface="Roboto"/>
              </a:rPr>
              <a:t>ang</a:t>
            </a:r>
            <a:endParaRPr sz="1400" dirty="0">
              <a:latin typeface="Roboto"/>
              <a:cs typeface="Roboto"/>
            </a:endParaRPr>
          </a:p>
          <a:p>
            <a:pPr marL="16510">
              <a:lnSpc>
                <a:spcPct val="100000"/>
              </a:lnSpc>
            </a:pPr>
            <a:r>
              <a:rPr sz="1400" i="1" spc="-10" dirty="0" err="1">
                <a:solidFill>
                  <a:srgbClr val="CEF3F5"/>
                </a:solidFill>
                <a:latin typeface="Roboto"/>
                <a:cs typeface="Roboto"/>
              </a:rPr>
              <a:t>softwa</a:t>
            </a:r>
            <a:r>
              <a:rPr lang="id-ID" sz="1400" i="1" spc="-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i="1" spc="-10" dirty="0">
                <a:solidFill>
                  <a:srgbClr val="CEF3F5"/>
                </a:solidFill>
                <a:latin typeface="Roboto"/>
                <a:cs typeface="Roboto"/>
              </a:rPr>
              <a:t>e</a:t>
            </a:r>
            <a:r>
              <a:rPr sz="1400" i="1" spc="-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i="1" spc="15" dirty="0">
                <a:solidFill>
                  <a:srgbClr val="CEF3F5"/>
                </a:solidFill>
                <a:latin typeface="Roboto"/>
                <a:cs typeface="Roboto"/>
              </a:rPr>
              <a:t>p</a:t>
            </a:r>
            <a:r>
              <a:rPr lang="id-ID" sz="1400" i="1" spc="1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i="1" spc="15" dirty="0" err="1">
                <a:solidFill>
                  <a:srgbClr val="CEF3F5"/>
                </a:solidFill>
                <a:latin typeface="Roboto"/>
                <a:cs typeface="Roboto"/>
              </a:rPr>
              <a:t>og</a:t>
            </a:r>
            <a:r>
              <a:rPr lang="id-ID" sz="1400" i="1" spc="1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i="1" spc="15" dirty="0" err="1">
                <a:solidFill>
                  <a:srgbClr val="CEF3F5"/>
                </a:solidFill>
                <a:latin typeface="Roboto"/>
                <a:cs typeface="Roboto"/>
              </a:rPr>
              <a:t>amme</a:t>
            </a:r>
            <a:r>
              <a:rPr lang="id-ID" sz="1400" i="1" spc="1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i="1" spc="-4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dengan</a:t>
            </a:r>
            <a:endParaRPr sz="1400" dirty="0">
              <a:latin typeface="Roboto"/>
              <a:cs typeface="Roboto"/>
            </a:endParaRPr>
          </a:p>
          <a:p>
            <a:pPr marL="16510" marR="5080">
              <a:lnSpc>
                <a:spcPct val="100000"/>
              </a:lnSpc>
            </a:pPr>
            <a:r>
              <a:rPr sz="1400" spc="-15" dirty="0" err="1">
                <a:solidFill>
                  <a:srgbClr val="CEF3F5"/>
                </a:solidFill>
                <a:latin typeface="Roboto"/>
                <a:cs typeface="Roboto"/>
              </a:rPr>
              <a:t>teknik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15" dirty="0" err="1">
                <a:solidFill>
                  <a:srgbClr val="CEF3F5"/>
                </a:solidFill>
                <a:latin typeface="Roboto"/>
                <a:cs typeface="Roboto"/>
              </a:rPr>
              <a:t>pem</a:t>
            </a:r>
            <a:r>
              <a:rPr lang="id-ID" sz="1400" spc="1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15" dirty="0" err="1">
                <a:solidFill>
                  <a:srgbClr val="CEF3F5"/>
                </a:solidFill>
                <a:latin typeface="Roboto"/>
                <a:cs typeface="Roboto"/>
              </a:rPr>
              <a:t>og</a:t>
            </a:r>
            <a:r>
              <a:rPr lang="id-ID" sz="1400" spc="1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15" dirty="0" err="1">
                <a:solidFill>
                  <a:srgbClr val="CEF3F5"/>
                </a:solidFill>
                <a:latin typeface="Roboto"/>
                <a:cs typeface="Roboto"/>
              </a:rPr>
              <a:t>aman</a:t>
            </a:r>
            <a:r>
              <a:rPr sz="1400" spc="2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25" dirty="0">
                <a:solidFill>
                  <a:srgbClr val="CEF3F5"/>
                </a:solidFill>
                <a:latin typeface="Roboto"/>
                <a:cs typeface="Roboto"/>
              </a:rPr>
              <a:t>yang</a:t>
            </a:r>
            <a:r>
              <a:rPr sz="1400" spc="-2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memiliki </a:t>
            </a:r>
            <a:r>
              <a:rPr sz="1400" spc="-33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 err="1">
                <a:solidFill>
                  <a:srgbClr val="CEF3F5"/>
                </a:solidFill>
                <a:latin typeface="Roboto"/>
                <a:cs typeface="Roboto"/>
              </a:rPr>
              <a:t>pendekatan</a:t>
            </a:r>
            <a:r>
              <a:rPr sz="1400" spc="-3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10" dirty="0">
                <a:solidFill>
                  <a:srgbClr val="CEF3F5"/>
                </a:solidFill>
                <a:latin typeface="Roboto"/>
                <a:cs typeface="Roboto"/>
              </a:rPr>
              <a:t>be</a:t>
            </a:r>
            <a:r>
              <a:rPr lang="id-ID" sz="1400" spc="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10" dirty="0">
                <a:solidFill>
                  <a:srgbClr val="CEF3F5"/>
                </a:solidFill>
                <a:latin typeface="Roboto"/>
                <a:cs typeface="Roboto"/>
              </a:rPr>
              <a:t>basis</a:t>
            </a:r>
            <a:r>
              <a:rPr sz="1400" spc="-2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objek.</a:t>
            </a:r>
            <a:endParaRPr sz="1400" dirty="0">
              <a:latin typeface="Roboto"/>
              <a:cs typeface="Roboto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798982" y="606933"/>
            <a:ext cx="29444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70" dirty="0"/>
              <a:t>TUJU</a:t>
            </a:r>
            <a:r>
              <a:rPr spc="-365" dirty="0"/>
              <a:t>A</a:t>
            </a:r>
            <a:r>
              <a:rPr spc="-315" dirty="0"/>
              <a:t>N</a:t>
            </a:r>
            <a:r>
              <a:rPr spc="-204" dirty="0"/>
              <a:t> </a:t>
            </a:r>
            <a:r>
              <a:rPr spc="-260" dirty="0"/>
              <a:t>PERKUL</a:t>
            </a:r>
            <a:r>
              <a:rPr spc="-125" dirty="0"/>
              <a:t>I</a:t>
            </a:r>
            <a:r>
              <a:rPr spc="-280" dirty="0"/>
              <a:t>AH</a:t>
            </a:r>
            <a:r>
              <a:rPr spc="-260" dirty="0"/>
              <a:t>A</a:t>
            </a:r>
            <a:r>
              <a:rPr spc="-315" dirty="0"/>
              <a:t>N</a:t>
            </a:r>
          </a:p>
        </p:txBody>
      </p:sp>
      <p:grpSp>
        <p:nvGrpSpPr>
          <p:cNvPr id="25" name="object 25"/>
          <p:cNvGrpSpPr/>
          <p:nvPr/>
        </p:nvGrpSpPr>
        <p:grpSpPr>
          <a:xfrm>
            <a:off x="6432803" y="1536191"/>
            <a:ext cx="469900" cy="469900"/>
            <a:chOff x="6432803" y="1536191"/>
            <a:chExt cx="469900" cy="469900"/>
          </a:xfrm>
        </p:grpSpPr>
        <p:sp>
          <p:nvSpPr>
            <p:cNvPr id="26" name="object 26"/>
            <p:cNvSpPr/>
            <p:nvPr/>
          </p:nvSpPr>
          <p:spPr>
            <a:xfrm>
              <a:off x="6432803" y="1536191"/>
              <a:ext cx="469900" cy="469900"/>
            </a:xfrm>
            <a:custGeom>
              <a:avLst/>
              <a:gdLst/>
              <a:ahLst/>
              <a:cxnLst/>
              <a:rect l="l" t="t" r="r" b="b"/>
              <a:pathLst>
                <a:path w="469900" h="469900">
                  <a:moveTo>
                    <a:pt x="234696" y="0"/>
                  </a:moveTo>
                  <a:lnTo>
                    <a:pt x="189071" y="4548"/>
                  </a:lnTo>
                  <a:lnTo>
                    <a:pt x="145637" y="17906"/>
                  </a:lnTo>
                  <a:lnTo>
                    <a:pt x="105394" y="39647"/>
                  </a:lnTo>
                  <a:lnTo>
                    <a:pt x="69342" y="69342"/>
                  </a:lnTo>
                  <a:lnTo>
                    <a:pt x="39647" y="105394"/>
                  </a:lnTo>
                  <a:lnTo>
                    <a:pt x="17906" y="145637"/>
                  </a:lnTo>
                  <a:lnTo>
                    <a:pt x="4548" y="189071"/>
                  </a:lnTo>
                  <a:lnTo>
                    <a:pt x="0" y="234696"/>
                  </a:lnTo>
                  <a:lnTo>
                    <a:pt x="4548" y="280320"/>
                  </a:lnTo>
                  <a:lnTo>
                    <a:pt x="17906" y="323754"/>
                  </a:lnTo>
                  <a:lnTo>
                    <a:pt x="39647" y="363997"/>
                  </a:lnTo>
                  <a:lnTo>
                    <a:pt x="69342" y="400050"/>
                  </a:lnTo>
                  <a:lnTo>
                    <a:pt x="105394" y="429744"/>
                  </a:lnTo>
                  <a:lnTo>
                    <a:pt x="145637" y="451485"/>
                  </a:lnTo>
                  <a:lnTo>
                    <a:pt x="189071" y="464843"/>
                  </a:lnTo>
                  <a:lnTo>
                    <a:pt x="234696" y="469392"/>
                  </a:lnTo>
                  <a:lnTo>
                    <a:pt x="280320" y="464843"/>
                  </a:lnTo>
                  <a:lnTo>
                    <a:pt x="323754" y="451485"/>
                  </a:lnTo>
                  <a:lnTo>
                    <a:pt x="341620" y="441833"/>
                  </a:lnTo>
                  <a:lnTo>
                    <a:pt x="234696" y="441833"/>
                  </a:lnTo>
                  <a:lnTo>
                    <a:pt x="195464" y="438019"/>
                  </a:lnTo>
                  <a:lnTo>
                    <a:pt x="157353" y="426561"/>
                  </a:lnTo>
                  <a:lnTo>
                    <a:pt x="121431" y="407435"/>
                  </a:lnTo>
                  <a:lnTo>
                    <a:pt x="88773" y="380619"/>
                  </a:lnTo>
                  <a:lnTo>
                    <a:pt x="58728" y="342992"/>
                  </a:lnTo>
                  <a:lnTo>
                    <a:pt x="38698" y="301299"/>
                  </a:lnTo>
                  <a:lnTo>
                    <a:pt x="28692" y="257208"/>
                  </a:lnTo>
                  <a:lnTo>
                    <a:pt x="28683" y="212223"/>
                  </a:lnTo>
                  <a:lnTo>
                    <a:pt x="38698" y="168092"/>
                  </a:lnTo>
                  <a:lnTo>
                    <a:pt x="58728" y="126399"/>
                  </a:lnTo>
                  <a:lnTo>
                    <a:pt x="88773" y="88773"/>
                  </a:lnTo>
                  <a:lnTo>
                    <a:pt x="121485" y="62009"/>
                  </a:lnTo>
                  <a:lnTo>
                    <a:pt x="157400" y="42878"/>
                  </a:lnTo>
                  <a:lnTo>
                    <a:pt x="195482" y="31390"/>
                  </a:lnTo>
                  <a:lnTo>
                    <a:pt x="234696" y="27559"/>
                  </a:lnTo>
                  <a:lnTo>
                    <a:pt x="341620" y="27559"/>
                  </a:lnTo>
                  <a:lnTo>
                    <a:pt x="323754" y="17906"/>
                  </a:lnTo>
                  <a:lnTo>
                    <a:pt x="280320" y="4548"/>
                  </a:lnTo>
                  <a:lnTo>
                    <a:pt x="234696" y="0"/>
                  </a:lnTo>
                  <a:close/>
                </a:path>
                <a:path w="469900" h="469900">
                  <a:moveTo>
                    <a:pt x="341620" y="27559"/>
                  </a:moveTo>
                  <a:lnTo>
                    <a:pt x="234696" y="27559"/>
                  </a:lnTo>
                  <a:lnTo>
                    <a:pt x="273855" y="31390"/>
                  </a:lnTo>
                  <a:lnTo>
                    <a:pt x="311943" y="42878"/>
                  </a:lnTo>
                  <a:lnTo>
                    <a:pt x="347888" y="62009"/>
                  </a:lnTo>
                  <a:lnTo>
                    <a:pt x="380619" y="88773"/>
                  </a:lnTo>
                  <a:lnTo>
                    <a:pt x="410663" y="126439"/>
                  </a:lnTo>
                  <a:lnTo>
                    <a:pt x="430693" y="168147"/>
                  </a:lnTo>
                  <a:lnTo>
                    <a:pt x="440696" y="212223"/>
                  </a:lnTo>
                  <a:lnTo>
                    <a:pt x="440708" y="257208"/>
                  </a:lnTo>
                  <a:lnTo>
                    <a:pt x="430693" y="301322"/>
                  </a:lnTo>
                  <a:lnTo>
                    <a:pt x="410663" y="342998"/>
                  </a:lnTo>
                  <a:lnTo>
                    <a:pt x="380619" y="380619"/>
                  </a:lnTo>
                  <a:lnTo>
                    <a:pt x="347888" y="407435"/>
                  </a:lnTo>
                  <a:lnTo>
                    <a:pt x="311943" y="426561"/>
                  </a:lnTo>
                  <a:lnTo>
                    <a:pt x="273855" y="438019"/>
                  </a:lnTo>
                  <a:lnTo>
                    <a:pt x="234696" y="441833"/>
                  </a:lnTo>
                  <a:lnTo>
                    <a:pt x="341620" y="441833"/>
                  </a:lnTo>
                  <a:lnTo>
                    <a:pt x="400050" y="400050"/>
                  </a:lnTo>
                  <a:lnTo>
                    <a:pt x="429744" y="363997"/>
                  </a:lnTo>
                  <a:lnTo>
                    <a:pt x="451484" y="323754"/>
                  </a:lnTo>
                  <a:lnTo>
                    <a:pt x="464843" y="280320"/>
                  </a:lnTo>
                  <a:lnTo>
                    <a:pt x="469392" y="234696"/>
                  </a:lnTo>
                  <a:lnTo>
                    <a:pt x="464843" y="189071"/>
                  </a:lnTo>
                  <a:lnTo>
                    <a:pt x="451485" y="145637"/>
                  </a:lnTo>
                  <a:lnTo>
                    <a:pt x="429744" y="105394"/>
                  </a:lnTo>
                  <a:lnTo>
                    <a:pt x="400050" y="69342"/>
                  </a:lnTo>
                  <a:lnTo>
                    <a:pt x="363997" y="39647"/>
                  </a:lnTo>
                  <a:lnTo>
                    <a:pt x="341620" y="27559"/>
                  </a:lnTo>
                  <a:close/>
                </a:path>
              </a:pathLst>
            </a:custGeom>
            <a:solidFill>
              <a:srgbClr val="35C2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50151" y="1682495"/>
              <a:ext cx="233711" cy="178307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2115311" y="1525524"/>
            <a:ext cx="471170" cy="471170"/>
            <a:chOff x="2115311" y="1525524"/>
            <a:chExt cx="471170" cy="471170"/>
          </a:xfrm>
        </p:grpSpPr>
        <p:sp>
          <p:nvSpPr>
            <p:cNvPr id="29" name="object 29"/>
            <p:cNvSpPr/>
            <p:nvPr/>
          </p:nvSpPr>
          <p:spPr>
            <a:xfrm>
              <a:off x="2115311" y="1525524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69">
                  <a:moveTo>
                    <a:pt x="235457" y="0"/>
                  </a:moveTo>
                  <a:lnTo>
                    <a:pt x="189700" y="4570"/>
                  </a:lnTo>
                  <a:lnTo>
                    <a:pt x="146097" y="17986"/>
                  </a:lnTo>
                  <a:lnTo>
                    <a:pt x="105709" y="39808"/>
                  </a:lnTo>
                  <a:lnTo>
                    <a:pt x="69595" y="69596"/>
                  </a:lnTo>
                  <a:lnTo>
                    <a:pt x="39808" y="105763"/>
                  </a:lnTo>
                  <a:lnTo>
                    <a:pt x="17986" y="146145"/>
                  </a:lnTo>
                  <a:lnTo>
                    <a:pt x="4570" y="189718"/>
                  </a:lnTo>
                  <a:lnTo>
                    <a:pt x="0" y="235458"/>
                  </a:lnTo>
                  <a:lnTo>
                    <a:pt x="4570" y="281215"/>
                  </a:lnTo>
                  <a:lnTo>
                    <a:pt x="17986" y="324818"/>
                  </a:lnTo>
                  <a:lnTo>
                    <a:pt x="39808" y="365206"/>
                  </a:lnTo>
                  <a:lnTo>
                    <a:pt x="69595" y="401319"/>
                  </a:lnTo>
                  <a:lnTo>
                    <a:pt x="105709" y="431107"/>
                  </a:lnTo>
                  <a:lnTo>
                    <a:pt x="146097" y="452929"/>
                  </a:lnTo>
                  <a:lnTo>
                    <a:pt x="189700" y="466345"/>
                  </a:lnTo>
                  <a:lnTo>
                    <a:pt x="235457" y="470915"/>
                  </a:lnTo>
                  <a:lnTo>
                    <a:pt x="281197" y="466345"/>
                  </a:lnTo>
                  <a:lnTo>
                    <a:pt x="324770" y="452929"/>
                  </a:lnTo>
                  <a:lnTo>
                    <a:pt x="342484" y="443356"/>
                  </a:lnTo>
                  <a:lnTo>
                    <a:pt x="235457" y="443356"/>
                  </a:lnTo>
                  <a:lnTo>
                    <a:pt x="196131" y="439501"/>
                  </a:lnTo>
                  <a:lnTo>
                    <a:pt x="157924" y="427942"/>
                  </a:lnTo>
                  <a:lnTo>
                    <a:pt x="121908" y="408691"/>
                  </a:lnTo>
                  <a:lnTo>
                    <a:pt x="89154" y="381762"/>
                  </a:lnTo>
                  <a:lnTo>
                    <a:pt x="59016" y="344026"/>
                  </a:lnTo>
                  <a:lnTo>
                    <a:pt x="38924" y="302225"/>
                  </a:lnTo>
                  <a:lnTo>
                    <a:pt x="28878" y="257984"/>
                  </a:lnTo>
                  <a:lnTo>
                    <a:pt x="28878" y="212931"/>
                  </a:lnTo>
                  <a:lnTo>
                    <a:pt x="38924" y="168690"/>
                  </a:lnTo>
                  <a:lnTo>
                    <a:pt x="59016" y="126889"/>
                  </a:lnTo>
                  <a:lnTo>
                    <a:pt x="89154" y="89153"/>
                  </a:lnTo>
                  <a:lnTo>
                    <a:pt x="121908" y="62224"/>
                  </a:lnTo>
                  <a:lnTo>
                    <a:pt x="157924" y="42973"/>
                  </a:lnTo>
                  <a:lnTo>
                    <a:pt x="196131" y="31414"/>
                  </a:lnTo>
                  <a:lnTo>
                    <a:pt x="235457" y="27559"/>
                  </a:lnTo>
                  <a:lnTo>
                    <a:pt x="342484" y="27559"/>
                  </a:lnTo>
                  <a:lnTo>
                    <a:pt x="324770" y="17986"/>
                  </a:lnTo>
                  <a:lnTo>
                    <a:pt x="281197" y="4570"/>
                  </a:lnTo>
                  <a:lnTo>
                    <a:pt x="235457" y="0"/>
                  </a:lnTo>
                  <a:close/>
                </a:path>
                <a:path w="471169" h="471169">
                  <a:moveTo>
                    <a:pt x="342484" y="27559"/>
                  </a:moveTo>
                  <a:lnTo>
                    <a:pt x="235457" y="27559"/>
                  </a:lnTo>
                  <a:lnTo>
                    <a:pt x="274784" y="31414"/>
                  </a:lnTo>
                  <a:lnTo>
                    <a:pt x="312991" y="42973"/>
                  </a:lnTo>
                  <a:lnTo>
                    <a:pt x="349007" y="62224"/>
                  </a:lnTo>
                  <a:lnTo>
                    <a:pt x="381762" y="89153"/>
                  </a:lnTo>
                  <a:lnTo>
                    <a:pt x="411899" y="126889"/>
                  </a:lnTo>
                  <a:lnTo>
                    <a:pt x="431991" y="168690"/>
                  </a:lnTo>
                  <a:lnTo>
                    <a:pt x="442037" y="212931"/>
                  </a:lnTo>
                  <a:lnTo>
                    <a:pt x="442037" y="257984"/>
                  </a:lnTo>
                  <a:lnTo>
                    <a:pt x="431991" y="302225"/>
                  </a:lnTo>
                  <a:lnTo>
                    <a:pt x="411899" y="344026"/>
                  </a:lnTo>
                  <a:lnTo>
                    <a:pt x="381762" y="381762"/>
                  </a:lnTo>
                  <a:lnTo>
                    <a:pt x="348990" y="408691"/>
                  </a:lnTo>
                  <a:lnTo>
                    <a:pt x="312943" y="427942"/>
                  </a:lnTo>
                  <a:lnTo>
                    <a:pt x="274730" y="439501"/>
                  </a:lnTo>
                  <a:lnTo>
                    <a:pt x="235457" y="443356"/>
                  </a:lnTo>
                  <a:lnTo>
                    <a:pt x="342484" y="443356"/>
                  </a:lnTo>
                  <a:lnTo>
                    <a:pt x="401319" y="401319"/>
                  </a:lnTo>
                  <a:lnTo>
                    <a:pt x="431107" y="365206"/>
                  </a:lnTo>
                  <a:lnTo>
                    <a:pt x="452929" y="324818"/>
                  </a:lnTo>
                  <a:lnTo>
                    <a:pt x="466345" y="281215"/>
                  </a:lnTo>
                  <a:lnTo>
                    <a:pt x="470915" y="235458"/>
                  </a:lnTo>
                  <a:lnTo>
                    <a:pt x="466345" y="189718"/>
                  </a:lnTo>
                  <a:lnTo>
                    <a:pt x="452929" y="146145"/>
                  </a:lnTo>
                  <a:lnTo>
                    <a:pt x="431107" y="105763"/>
                  </a:lnTo>
                  <a:lnTo>
                    <a:pt x="401319" y="69596"/>
                  </a:lnTo>
                  <a:lnTo>
                    <a:pt x="365152" y="39808"/>
                  </a:lnTo>
                  <a:lnTo>
                    <a:pt x="342484" y="27559"/>
                  </a:lnTo>
                  <a:close/>
                </a:path>
              </a:pathLst>
            </a:custGeom>
            <a:solidFill>
              <a:srgbClr val="962C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32691" y="1671828"/>
              <a:ext cx="235172" cy="1783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982" y="606933"/>
            <a:ext cx="28651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4" dirty="0"/>
              <a:t>MATERI</a:t>
            </a:r>
            <a:r>
              <a:rPr spc="-200" dirty="0"/>
              <a:t> </a:t>
            </a:r>
            <a:r>
              <a:rPr spc="-140" dirty="0"/>
              <a:t>M</a:t>
            </a:r>
            <a:r>
              <a:rPr spc="-345" dirty="0"/>
              <a:t>ATA</a:t>
            </a:r>
            <a:r>
              <a:rPr spc="-204" dirty="0"/>
              <a:t> </a:t>
            </a:r>
            <a:r>
              <a:rPr spc="-295" dirty="0"/>
              <a:t>KU</a:t>
            </a:r>
            <a:r>
              <a:rPr spc="-240" dirty="0"/>
              <a:t>L</a:t>
            </a:r>
            <a:r>
              <a:rPr spc="-210" dirty="0"/>
              <a:t>IAH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1382" y="1410715"/>
            <a:ext cx="3464560" cy="2433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marR="165100" indent="-304800">
              <a:lnSpc>
                <a:spcPct val="100000"/>
              </a:lnSpc>
              <a:spcBef>
                <a:spcPts val="100"/>
              </a:spcBef>
              <a:buFont typeface="Times New Roman"/>
              <a:buChar char="●"/>
              <a:tabLst>
                <a:tab pos="316865" algn="l"/>
                <a:tab pos="317500" algn="l"/>
              </a:tabLst>
            </a:pPr>
            <a:r>
              <a:rPr sz="1200" spc="5" dirty="0" err="1">
                <a:solidFill>
                  <a:srgbClr val="CEF3F5"/>
                </a:solidFill>
                <a:latin typeface="Roboto"/>
                <a:cs typeface="Roboto"/>
              </a:rPr>
              <a:t>Dasa</a:t>
            </a:r>
            <a:r>
              <a:rPr lang="id-ID" sz="1200" spc="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spc="-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EF3F5"/>
                </a:solidFill>
                <a:latin typeface="Roboto"/>
                <a:cs typeface="Roboto"/>
              </a:rPr>
              <a:t>pa</a:t>
            </a:r>
            <a:r>
              <a:rPr lang="id-ID" sz="120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dirty="0" err="1">
                <a:solidFill>
                  <a:srgbClr val="CEF3F5"/>
                </a:solidFill>
                <a:latin typeface="Roboto"/>
                <a:cs typeface="Roboto"/>
              </a:rPr>
              <a:t>adigma</a:t>
            </a:r>
            <a:r>
              <a:rPr sz="120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0" dirty="0" err="1">
                <a:solidFill>
                  <a:srgbClr val="CEF3F5"/>
                </a:solidFill>
                <a:latin typeface="Roboto"/>
                <a:cs typeface="Roboto"/>
              </a:rPr>
              <a:t>pengembangan</a:t>
            </a:r>
            <a:r>
              <a:rPr sz="1200" spc="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EF3F5"/>
                </a:solidFill>
                <a:latin typeface="Roboto"/>
                <a:cs typeface="Roboto"/>
              </a:rPr>
              <a:t>pe</a:t>
            </a:r>
            <a:r>
              <a:rPr lang="id-ID" sz="120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dirty="0" err="1">
                <a:solidFill>
                  <a:srgbClr val="CEF3F5"/>
                </a:solidFill>
                <a:latin typeface="Roboto"/>
                <a:cs typeface="Roboto"/>
              </a:rPr>
              <a:t>angkat</a:t>
            </a:r>
            <a:r>
              <a:rPr sz="120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28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20" dirty="0" err="1">
                <a:solidFill>
                  <a:srgbClr val="CEF3F5"/>
                </a:solidFill>
                <a:latin typeface="Roboto"/>
                <a:cs typeface="Roboto"/>
              </a:rPr>
              <a:t>lunak</a:t>
            </a:r>
            <a:r>
              <a:rPr sz="1200" spc="10" dirty="0">
                <a:solidFill>
                  <a:srgbClr val="CEF3F5"/>
                </a:solidFill>
                <a:latin typeface="Roboto"/>
                <a:cs typeface="Roboto"/>
              </a:rPr>
              <a:t> be</a:t>
            </a:r>
            <a:r>
              <a:rPr lang="id-ID" sz="1200" spc="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spc="10" dirty="0">
                <a:solidFill>
                  <a:srgbClr val="CEF3F5"/>
                </a:solidFill>
                <a:latin typeface="Roboto"/>
                <a:cs typeface="Roboto"/>
              </a:rPr>
              <a:t>o</a:t>
            </a:r>
            <a:r>
              <a:rPr lang="id-ID" sz="1200" spc="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spc="10" dirty="0" err="1">
                <a:solidFill>
                  <a:srgbClr val="CEF3F5"/>
                </a:solidFill>
                <a:latin typeface="Roboto"/>
                <a:cs typeface="Roboto"/>
              </a:rPr>
              <a:t>ientasi</a:t>
            </a:r>
            <a:r>
              <a:rPr sz="1200" spc="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objek</a:t>
            </a:r>
            <a:endParaRPr sz="1200" dirty="0">
              <a:latin typeface="Roboto"/>
              <a:cs typeface="Roboto"/>
            </a:endParaRPr>
          </a:p>
          <a:p>
            <a:pPr marL="317500" marR="144780" indent="-304800">
              <a:lnSpc>
                <a:spcPct val="100000"/>
              </a:lnSpc>
              <a:spcBef>
                <a:spcPts val="1200"/>
              </a:spcBef>
              <a:buFont typeface="Times New Roman"/>
              <a:buChar char="●"/>
              <a:tabLst>
                <a:tab pos="316865" algn="l"/>
                <a:tab pos="317500" algn="l"/>
              </a:tabLst>
            </a:pPr>
            <a:r>
              <a:rPr sz="1200" spc="-10" dirty="0" err="1">
                <a:solidFill>
                  <a:srgbClr val="CEF3F5"/>
                </a:solidFill>
                <a:latin typeface="Roboto"/>
                <a:cs typeface="Roboto"/>
              </a:rPr>
              <a:t>Konsep</a:t>
            </a:r>
            <a:r>
              <a:rPr sz="1200" spc="-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10" dirty="0" err="1">
                <a:solidFill>
                  <a:srgbClr val="CEF3F5"/>
                </a:solidFill>
                <a:latin typeface="Roboto"/>
                <a:cs typeface="Roboto"/>
              </a:rPr>
              <a:t>dasa</a:t>
            </a:r>
            <a:r>
              <a:rPr lang="id-ID" sz="1200" spc="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spc="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i="1" spc="-30" dirty="0">
                <a:solidFill>
                  <a:srgbClr val="CEF3F5"/>
                </a:solidFill>
                <a:latin typeface="Roboto"/>
                <a:cs typeface="Roboto"/>
              </a:rPr>
              <a:t>object-o</a:t>
            </a:r>
            <a:r>
              <a:rPr lang="id-ID" sz="1200" i="1" spc="-3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i="1" spc="-30" dirty="0" err="1">
                <a:solidFill>
                  <a:srgbClr val="CEF3F5"/>
                </a:solidFill>
                <a:latin typeface="Roboto"/>
                <a:cs typeface="Roboto"/>
              </a:rPr>
              <a:t>iented</a:t>
            </a:r>
            <a:r>
              <a:rPr sz="1200" spc="-30" dirty="0">
                <a:solidFill>
                  <a:srgbClr val="CEF3F5"/>
                </a:solidFill>
                <a:latin typeface="Roboto"/>
                <a:cs typeface="Roboto"/>
              </a:rPr>
              <a:t>: </a:t>
            </a:r>
            <a:r>
              <a:rPr sz="1200" i="1" spc="-15" dirty="0" err="1">
                <a:solidFill>
                  <a:srgbClr val="CEF3F5"/>
                </a:solidFill>
                <a:latin typeface="Roboto"/>
                <a:cs typeface="Roboto"/>
              </a:rPr>
              <a:t>abst</a:t>
            </a:r>
            <a:r>
              <a:rPr lang="id-ID" sz="1200" i="1" spc="-1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i="1" spc="-15" dirty="0">
                <a:solidFill>
                  <a:srgbClr val="CEF3F5"/>
                </a:solidFill>
                <a:latin typeface="Roboto"/>
                <a:cs typeface="Roboto"/>
              </a:rPr>
              <a:t>action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, </a:t>
            </a:r>
            <a:r>
              <a:rPr sz="1200" spc="-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i="1" spc="-30" dirty="0">
                <a:solidFill>
                  <a:srgbClr val="CEF3F5"/>
                </a:solidFill>
                <a:latin typeface="Roboto"/>
                <a:cs typeface="Roboto"/>
              </a:rPr>
              <a:t>encapsulation</a:t>
            </a:r>
            <a:r>
              <a:rPr sz="1200" spc="-30" dirty="0">
                <a:solidFill>
                  <a:srgbClr val="CEF3F5"/>
                </a:solidFill>
                <a:latin typeface="Roboto"/>
                <a:cs typeface="Roboto"/>
              </a:rPr>
              <a:t>, </a:t>
            </a:r>
            <a:r>
              <a:rPr sz="1200" i="1" spc="-15" dirty="0" err="1">
                <a:solidFill>
                  <a:srgbClr val="CEF3F5"/>
                </a:solidFill>
                <a:latin typeface="Roboto"/>
                <a:cs typeface="Roboto"/>
              </a:rPr>
              <a:t>inhe</a:t>
            </a:r>
            <a:r>
              <a:rPr lang="id-ID" sz="1200" i="1" spc="-1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i="1" spc="-15" dirty="0" err="1">
                <a:solidFill>
                  <a:srgbClr val="CEF3F5"/>
                </a:solidFill>
                <a:latin typeface="Roboto"/>
                <a:cs typeface="Roboto"/>
              </a:rPr>
              <a:t>itance</a:t>
            </a:r>
            <a:r>
              <a:rPr sz="1200" i="1" spc="-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and</a:t>
            </a:r>
            <a:r>
              <a:rPr sz="1200" spc="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i="1" spc="-25" dirty="0" err="1">
                <a:solidFill>
                  <a:srgbClr val="CEF3F5"/>
                </a:solidFill>
                <a:latin typeface="Roboto"/>
                <a:cs typeface="Roboto"/>
              </a:rPr>
              <a:t>polymo</a:t>
            </a:r>
            <a:r>
              <a:rPr lang="id-ID" sz="1200" i="1" spc="-2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i="1" spc="-25" dirty="0" err="1">
                <a:solidFill>
                  <a:srgbClr val="CEF3F5"/>
                </a:solidFill>
                <a:latin typeface="Roboto"/>
                <a:cs typeface="Roboto"/>
              </a:rPr>
              <a:t>phism</a:t>
            </a:r>
            <a:endParaRPr sz="1200" dirty="0">
              <a:latin typeface="Roboto"/>
              <a:cs typeface="Roboto"/>
            </a:endParaRPr>
          </a:p>
          <a:p>
            <a:pPr marL="317500" indent="-304800">
              <a:lnSpc>
                <a:spcPct val="100000"/>
              </a:lnSpc>
              <a:spcBef>
                <a:spcPts val="1200"/>
              </a:spcBef>
              <a:buFont typeface="Times New Roman"/>
              <a:buChar char="●"/>
              <a:tabLst>
                <a:tab pos="316865" algn="l"/>
                <a:tab pos="317500" algn="l"/>
              </a:tabLst>
            </a:pPr>
            <a:r>
              <a:rPr sz="1200" spc="-5" dirty="0">
                <a:solidFill>
                  <a:srgbClr val="CEF3F5"/>
                </a:solidFill>
                <a:latin typeface="Roboto"/>
                <a:cs typeface="Roboto"/>
              </a:rPr>
              <a:t>Pemodelan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 menggunakan</a:t>
            </a:r>
            <a:r>
              <a:rPr sz="1200" spc="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CEF3F5"/>
                </a:solidFill>
                <a:latin typeface="Roboto"/>
                <a:cs typeface="Roboto"/>
              </a:rPr>
              <a:t>UML</a:t>
            </a:r>
            <a:endParaRPr sz="1200" dirty="0">
              <a:latin typeface="Roboto"/>
              <a:cs typeface="Roboto"/>
            </a:endParaRPr>
          </a:p>
          <a:p>
            <a:pPr marL="317500" indent="-304800">
              <a:lnSpc>
                <a:spcPct val="100000"/>
              </a:lnSpc>
              <a:spcBef>
                <a:spcPts val="1200"/>
              </a:spcBef>
              <a:buFont typeface="Times New Roman"/>
              <a:buChar char="●"/>
              <a:tabLst>
                <a:tab pos="316865" algn="l"/>
                <a:tab pos="317500" algn="l"/>
              </a:tabLst>
            </a:pP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Pengenalan</a:t>
            </a:r>
            <a:r>
              <a:rPr sz="1200" spc="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Bahasa</a:t>
            </a:r>
            <a:r>
              <a:rPr sz="1200" spc="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dirty="0" err="1">
                <a:solidFill>
                  <a:srgbClr val="CEF3F5"/>
                </a:solidFill>
                <a:latin typeface="Roboto"/>
                <a:cs typeface="Roboto"/>
              </a:rPr>
              <a:t>pemog</a:t>
            </a:r>
            <a:r>
              <a:rPr lang="id-ID" sz="120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dirty="0" err="1">
                <a:solidFill>
                  <a:srgbClr val="CEF3F5"/>
                </a:solidFill>
                <a:latin typeface="Roboto"/>
                <a:cs typeface="Roboto"/>
              </a:rPr>
              <a:t>aman</a:t>
            </a:r>
            <a:r>
              <a:rPr sz="1200" spc="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5" dirty="0">
                <a:solidFill>
                  <a:srgbClr val="CEF3F5"/>
                </a:solidFill>
                <a:latin typeface="Roboto"/>
                <a:cs typeface="Roboto"/>
              </a:rPr>
              <a:t>be</a:t>
            </a:r>
            <a:r>
              <a:rPr lang="id-ID" sz="1200" spc="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spc="5" dirty="0">
                <a:solidFill>
                  <a:srgbClr val="CEF3F5"/>
                </a:solidFill>
                <a:latin typeface="Roboto"/>
                <a:cs typeface="Roboto"/>
              </a:rPr>
              <a:t>o</a:t>
            </a:r>
            <a:r>
              <a:rPr lang="id-ID" sz="1200" spc="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spc="5" dirty="0" err="1">
                <a:solidFill>
                  <a:srgbClr val="CEF3F5"/>
                </a:solidFill>
                <a:latin typeface="Roboto"/>
                <a:cs typeface="Roboto"/>
              </a:rPr>
              <a:t>ientasi</a:t>
            </a:r>
            <a:endParaRPr sz="1200" dirty="0">
              <a:latin typeface="Roboto"/>
              <a:cs typeface="Roboto"/>
            </a:endParaRPr>
          </a:p>
          <a:p>
            <a:pPr marL="317500">
              <a:lnSpc>
                <a:spcPct val="100000"/>
              </a:lnSpc>
              <a:spcBef>
                <a:spcPts val="5"/>
              </a:spcBef>
            </a:pP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objek:</a:t>
            </a:r>
            <a:r>
              <a:rPr sz="1200" spc="-2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Java</a:t>
            </a:r>
            <a:endParaRPr sz="1200" dirty="0">
              <a:latin typeface="Roboto"/>
              <a:cs typeface="Roboto"/>
            </a:endParaRPr>
          </a:p>
          <a:p>
            <a:pPr marL="317500" indent="-304800">
              <a:lnSpc>
                <a:spcPct val="100000"/>
              </a:lnSpc>
              <a:spcBef>
                <a:spcPts val="1200"/>
              </a:spcBef>
              <a:buFont typeface="Times New Roman"/>
              <a:buChar char="●"/>
              <a:tabLst>
                <a:tab pos="316865" algn="l"/>
                <a:tab pos="317500" algn="l"/>
              </a:tabLst>
            </a:pPr>
            <a:r>
              <a:rPr sz="1200" spc="5" dirty="0" err="1">
                <a:solidFill>
                  <a:srgbClr val="CEF3F5"/>
                </a:solidFill>
                <a:latin typeface="Roboto"/>
                <a:cs typeface="Roboto"/>
              </a:rPr>
              <a:t>Dasa</a:t>
            </a:r>
            <a:r>
              <a:rPr lang="id-ID" sz="1200" spc="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5" dirty="0" err="1">
                <a:solidFill>
                  <a:srgbClr val="CEF3F5"/>
                </a:solidFill>
                <a:latin typeface="Roboto"/>
                <a:cs typeface="Roboto"/>
              </a:rPr>
              <a:t>pemog</a:t>
            </a:r>
            <a:r>
              <a:rPr lang="id-ID" sz="1200" spc="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spc="5" dirty="0" err="1">
                <a:solidFill>
                  <a:srgbClr val="CEF3F5"/>
                </a:solidFill>
                <a:latin typeface="Roboto"/>
                <a:cs typeface="Roboto"/>
              </a:rPr>
              <a:t>aman</a:t>
            </a:r>
            <a:r>
              <a:rPr sz="1200" spc="-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Java</a:t>
            </a:r>
            <a:endParaRPr sz="1200" dirty="0">
              <a:latin typeface="Roboto"/>
              <a:cs typeface="Roboto"/>
            </a:endParaRPr>
          </a:p>
          <a:p>
            <a:pPr marL="317500" indent="-304800">
              <a:lnSpc>
                <a:spcPct val="100000"/>
              </a:lnSpc>
              <a:spcBef>
                <a:spcPts val="1200"/>
              </a:spcBef>
              <a:buFont typeface="Times New Roman"/>
              <a:buChar char="●"/>
              <a:tabLst>
                <a:tab pos="316865" algn="l"/>
                <a:tab pos="317500" algn="l"/>
              </a:tabLst>
            </a:pP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Analisis</a:t>
            </a:r>
            <a:r>
              <a:rPr sz="1200" spc="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dan</a:t>
            </a:r>
            <a:r>
              <a:rPr sz="1200" spc="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 err="1">
                <a:solidFill>
                  <a:srgbClr val="CEF3F5"/>
                </a:solidFill>
                <a:latin typeface="Roboto"/>
                <a:cs typeface="Roboto"/>
              </a:rPr>
              <a:t>desain</a:t>
            </a:r>
            <a:r>
              <a:rPr sz="120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10" dirty="0">
                <a:solidFill>
                  <a:srgbClr val="CEF3F5"/>
                </a:solidFill>
                <a:latin typeface="Roboto"/>
                <a:cs typeface="Roboto"/>
              </a:rPr>
              <a:t>be</a:t>
            </a:r>
            <a:r>
              <a:rPr lang="id-ID" sz="1200" spc="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spc="10" dirty="0">
                <a:solidFill>
                  <a:srgbClr val="CEF3F5"/>
                </a:solidFill>
                <a:latin typeface="Roboto"/>
                <a:cs typeface="Roboto"/>
              </a:rPr>
              <a:t>o</a:t>
            </a:r>
            <a:r>
              <a:rPr lang="id-ID" sz="1200" spc="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spc="10" dirty="0" err="1">
                <a:solidFill>
                  <a:srgbClr val="CEF3F5"/>
                </a:solidFill>
                <a:latin typeface="Roboto"/>
                <a:cs typeface="Roboto"/>
              </a:rPr>
              <a:t>ientasi</a:t>
            </a:r>
            <a:r>
              <a:rPr sz="1200" spc="2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objek</a:t>
            </a:r>
            <a:endParaRPr sz="12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03775" y="1410715"/>
            <a:ext cx="3491229" cy="2068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indent="-305435">
              <a:lnSpc>
                <a:spcPct val="100000"/>
              </a:lnSpc>
              <a:spcBef>
                <a:spcPts val="100"/>
              </a:spcBef>
              <a:buFont typeface="Times New Roman"/>
              <a:buChar char="●"/>
              <a:tabLst>
                <a:tab pos="317500" algn="l"/>
                <a:tab pos="318135" algn="l"/>
              </a:tabLst>
            </a:pPr>
            <a:r>
              <a:rPr sz="1200" i="1" spc="-50" dirty="0">
                <a:solidFill>
                  <a:srgbClr val="CEF3F5"/>
                </a:solidFill>
                <a:latin typeface="Roboto"/>
                <a:cs typeface="Roboto"/>
              </a:rPr>
              <a:t>D</a:t>
            </a:r>
            <a:r>
              <a:rPr sz="1200" i="1" spc="-20" dirty="0">
                <a:solidFill>
                  <a:srgbClr val="CEF3F5"/>
                </a:solidFill>
                <a:latin typeface="Roboto"/>
                <a:cs typeface="Roboto"/>
              </a:rPr>
              <a:t>e</a:t>
            </a:r>
            <a:r>
              <a:rPr sz="1200" i="1" spc="-40" dirty="0">
                <a:solidFill>
                  <a:srgbClr val="CEF3F5"/>
                </a:solidFill>
                <a:latin typeface="Roboto"/>
                <a:cs typeface="Roboto"/>
              </a:rPr>
              <a:t>s</a:t>
            </a:r>
            <a:r>
              <a:rPr sz="1200" i="1" spc="-20" dirty="0">
                <a:solidFill>
                  <a:srgbClr val="CEF3F5"/>
                </a:solidFill>
                <a:latin typeface="Roboto"/>
                <a:cs typeface="Roboto"/>
              </a:rPr>
              <a:t>i</a:t>
            </a:r>
            <a:r>
              <a:rPr sz="1200" i="1" spc="-30" dirty="0">
                <a:solidFill>
                  <a:srgbClr val="CEF3F5"/>
                </a:solidFill>
                <a:latin typeface="Roboto"/>
                <a:cs typeface="Roboto"/>
              </a:rPr>
              <a:t>g</a:t>
            </a:r>
            <a:r>
              <a:rPr sz="1200" i="1" spc="-40" dirty="0">
                <a:solidFill>
                  <a:srgbClr val="CEF3F5"/>
                </a:solidFill>
                <a:latin typeface="Roboto"/>
                <a:cs typeface="Roboto"/>
              </a:rPr>
              <a:t>n</a:t>
            </a:r>
            <a:r>
              <a:rPr sz="1200" i="1" spc="-2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i="1" spc="-30" dirty="0" err="1">
                <a:solidFill>
                  <a:srgbClr val="CEF3F5"/>
                </a:solidFill>
                <a:latin typeface="Roboto"/>
                <a:cs typeface="Roboto"/>
              </a:rPr>
              <a:t>p</a:t>
            </a:r>
            <a:r>
              <a:rPr sz="1200" i="1" spc="-35" dirty="0" err="1">
                <a:solidFill>
                  <a:srgbClr val="CEF3F5"/>
                </a:solidFill>
                <a:latin typeface="Roboto"/>
                <a:cs typeface="Roboto"/>
              </a:rPr>
              <a:t>a</a:t>
            </a:r>
            <a:r>
              <a:rPr sz="1200" i="1" spc="-15" dirty="0" err="1">
                <a:solidFill>
                  <a:srgbClr val="CEF3F5"/>
                </a:solidFill>
                <a:latin typeface="Roboto"/>
                <a:cs typeface="Roboto"/>
              </a:rPr>
              <a:t>t</a:t>
            </a:r>
            <a:r>
              <a:rPr sz="1200" i="1" spc="-25" dirty="0" err="1">
                <a:solidFill>
                  <a:srgbClr val="CEF3F5"/>
                </a:solidFill>
                <a:latin typeface="Roboto"/>
                <a:cs typeface="Roboto"/>
              </a:rPr>
              <a:t>t</a:t>
            </a:r>
            <a:r>
              <a:rPr sz="1200" i="1" spc="-20" dirty="0" err="1">
                <a:solidFill>
                  <a:srgbClr val="CEF3F5"/>
                </a:solidFill>
                <a:latin typeface="Roboto"/>
                <a:cs typeface="Roboto"/>
              </a:rPr>
              <a:t>e</a:t>
            </a:r>
            <a:r>
              <a:rPr lang="id-ID" sz="1200" i="1" spc="2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i="1" spc="25" dirty="0">
                <a:solidFill>
                  <a:srgbClr val="CEF3F5"/>
                </a:solidFill>
                <a:latin typeface="Roboto"/>
                <a:cs typeface="Roboto"/>
              </a:rPr>
              <a:t>n</a:t>
            </a:r>
            <a:endParaRPr sz="1200" dirty="0">
              <a:latin typeface="Roboto"/>
              <a:cs typeface="Roboto"/>
            </a:endParaRPr>
          </a:p>
          <a:p>
            <a:pPr marL="317500" marR="5080" indent="-305435">
              <a:lnSpc>
                <a:spcPct val="100000"/>
              </a:lnSpc>
              <a:spcBef>
                <a:spcPts val="1200"/>
              </a:spcBef>
              <a:buFont typeface="Times New Roman"/>
              <a:buChar char="●"/>
              <a:tabLst>
                <a:tab pos="317500" algn="l"/>
                <a:tab pos="318135" algn="l"/>
              </a:tabLst>
            </a:pPr>
            <a:r>
              <a:rPr sz="1200" spc="-10" dirty="0">
                <a:solidFill>
                  <a:srgbClr val="CEF3F5"/>
                </a:solidFill>
                <a:latin typeface="Roboto"/>
                <a:cs typeface="Roboto"/>
              </a:rPr>
              <a:t>Pengembangan</a:t>
            </a:r>
            <a:r>
              <a:rPr sz="1200" spc="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aplikasi</a:t>
            </a:r>
            <a:r>
              <a:rPr sz="120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menggunakan</a:t>
            </a:r>
            <a:r>
              <a:rPr sz="120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 err="1">
                <a:solidFill>
                  <a:srgbClr val="CEF3F5"/>
                </a:solidFill>
                <a:latin typeface="Roboto"/>
                <a:cs typeface="Roboto"/>
              </a:rPr>
              <a:t>bahasa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28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5" dirty="0" err="1">
                <a:solidFill>
                  <a:srgbClr val="CEF3F5"/>
                </a:solidFill>
                <a:latin typeface="Roboto"/>
                <a:cs typeface="Roboto"/>
              </a:rPr>
              <a:t>pemog</a:t>
            </a:r>
            <a:r>
              <a:rPr lang="id-ID" sz="1200" spc="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spc="5" dirty="0" err="1">
                <a:solidFill>
                  <a:srgbClr val="CEF3F5"/>
                </a:solidFill>
                <a:latin typeface="Roboto"/>
                <a:cs typeface="Roboto"/>
              </a:rPr>
              <a:t>aman</a:t>
            </a:r>
            <a:r>
              <a:rPr sz="120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Java:</a:t>
            </a:r>
            <a:endParaRPr sz="1200" dirty="0">
              <a:latin typeface="Roboto"/>
              <a:cs typeface="Roboto"/>
            </a:endParaRPr>
          </a:p>
          <a:p>
            <a:pPr marL="669290" lvl="1" indent="-177165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669925" algn="l"/>
              </a:tabLst>
            </a:pPr>
            <a:r>
              <a:rPr sz="1200" spc="-10" dirty="0">
                <a:solidFill>
                  <a:srgbClr val="CEF3F5"/>
                </a:solidFill>
                <a:latin typeface="Roboto"/>
                <a:cs typeface="Roboto"/>
              </a:rPr>
              <a:t>Pembuatan</a:t>
            </a:r>
            <a:r>
              <a:rPr sz="1200" spc="-2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5" dirty="0">
                <a:solidFill>
                  <a:srgbClr val="CEF3F5"/>
                </a:solidFill>
                <a:latin typeface="Roboto"/>
                <a:cs typeface="Roboto"/>
              </a:rPr>
              <a:t>spesifikasi</a:t>
            </a:r>
            <a:r>
              <a:rPr sz="1200" spc="-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aplikasi</a:t>
            </a:r>
            <a:endParaRPr sz="1200" dirty="0">
              <a:latin typeface="Roboto"/>
              <a:cs typeface="Roboto"/>
            </a:endParaRPr>
          </a:p>
          <a:p>
            <a:pPr marL="669290" lvl="1" indent="-177165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669925" algn="l"/>
              </a:tabLst>
            </a:pPr>
            <a:r>
              <a:rPr sz="1200" spc="-5" dirty="0">
                <a:solidFill>
                  <a:srgbClr val="CEF3F5"/>
                </a:solidFill>
                <a:latin typeface="Roboto"/>
                <a:cs typeface="Roboto"/>
              </a:rPr>
              <a:t>Pe</a:t>
            </a:r>
            <a:r>
              <a:rPr lang="id-ID" sz="1200" spc="-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spc="-5" dirty="0" err="1">
                <a:solidFill>
                  <a:srgbClr val="CEF3F5"/>
                </a:solidFill>
                <a:latin typeface="Roboto"/>
                <a:cs typeface="Roboto"/>
              </a:rPr>
              <a:t>ancangan</a:t>
            </a:r>
            <a:r>
              <a:rPr sz="120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aplikasi</a:t>
            </a:r>
            <a:endParaRPr sz="1200" dirty="0">
              <a:latin typeface="Roboto"/>
              <a:cs typeface="Roboto"/>
            </a:endParaRPr>
          </a:p>
          <a:p>
            <a:pPr marL="669290" lvl="1" indent="-177165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669925" algn="l"/>
              </a:tabLst>
            </a:pPr>
            <a:r>
              <a:rPr sz="1200" spc="-10" dirty="0">
                <a:solidFill>
                  <a:srgbClr val="CEF3F5"/>
                </a:solidFill>
                <a:latin typeface="Roboto"/>
                <a:cs typeface="Roboto"/>
              </a:rPr>
              <a:t>Pengembangan</a:t>
            </a:r>
            <a:r>
              <a:rPr sz="1200" spc="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CEF3F5"/>
                </a:solidFill>
                <a:latin typeface="Roboto"/>
                <a:cs typeface="Roboto"/>
              </a:rPr>
              <a:t>komponen</a:t>
            </a:r>
            <a:r>
              <a:rPr sz="120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aplikasi</a:t>
            </a:r>
            <a:endParaRPr sz="1200" dirty="0">
              <a:latin typeface="Roboto"/>
              <a:cs typeface="Roboto"/>
            </a:endParaRPr>
          </a:p>
          <a:p>
            <a:pPr marL="669290" lvl="1" indent="-177165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669925" algn="l"/>
              </a:tabLst>
            </a:pPr>
            <a:r>
              <a:rPr sz="1200" spc="-10" dirty="0">
                <a:solidFill>
                  <a:srgbClr val="CEF3F5"/>
                </a:solidFill>
                <a:latin typeface="Roboto"/>
                <a:cs typeface="Roboto"/>
              </a:rPr>
              <a:t>Implementasi</a:t>
            </a:r>
            <a:r>
              <a:rPr sz="1200" spc="-3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aplikasi</a:t>
            </a:r>
            <a:endParaRPr sz="12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21395" y="4568952"/>
            <a:ext cx="1022985" cy="573405"/>
            <a:chOff x="8121395" y="4568952"/>
            <a:chExt cx="1022985" cy="573405"/>
          </a:xfrm>
        </p:grpSpPr>
        <p:sp>
          <p:nvSpPr>
            <p:cNvPr id="3" name="object 3"/>
            <p:cNvSpPr/>
            <p:nvPr/>
          </p:nvSpPr>
          <p:spPr>
            <a:xfrm>
              <a:off x="8464295" y="4745736"/>
              <a:ext cx="680085" cy="396240"/>
            </a:xfrm>
            <a:custGeom>
              <a:avLst/>
              <a:gdLst/>
              <a:ahLst/>
              <a:cxnLst/>
              <a:rect l="l" t="t" r="r" b="b"/>
              <a:pathLst>
                <a:path w="680084" h="396239">
                  <a:moveTo>
                    <a:pt x="573404" y="0"/>
                  </a:moveTo>
                  <a:lnTo>
                    <a:pt x="0" y="330260"/>
                  </a:lnTo>
                  <a:lnTo>
                    <a:pt x="7546" y="345314"/>
                  </a:lnTo>
                  <a:lnTo>
                    <a:pt x="13128" y="361429"/>
                  </a:lnTo>
                  <a:lnTo>
                    <a:pt x="16591" y="378449"/>
                  </a:lnTo>
                  <a:lnTo>
                    <a:pt x="17779" y="396219"/>
                  </a:lnTo>
                  <a:lnTo>
                    <a:pt x="679703" y="396219"/>
                  </a:lnTo>
                  <a:lnTo>
                    <a:pt x="677907" y="342514"/>
                  </a:lnTo>
                  <a:lnTo>
                    <a:pt x="672595" y="289772"/>
                  </a:lnTo>
                  <a:lnTo>
                    <a:pt x="663885" y="238106"/>
                  </a:lnTo>
                  <a:lnTo>
                    <a:pt x="651890" y="187635"/>
                  </a:lnTo>
                  <a:lnTo>
                    <a:pt x="636729" y="138472"/>
                  </a:lnTo>
                  <a:lnTo>
                    <a:pt x="618517" y="90735"/>
                  </a:lnTo>
                  <a:lnTo>
                    <a:pt x="597370" y="44539"/>
                  </a:lnTo>
                  <a:lnTo>
                    <a:pt x="573404" y="0"/>
                  </a:lnTo>
                  <a:close/>
                </a:path>
              </a:pathLst>
            </a:custGeom>
            <a:solidFill>
              <a:srgbClr val="C7ACFC">
                <a:alpha val="5764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417051" y="4568952"/>
              <a:ext cx="594360" cy="573405"/>
            </a:xfrm>
            <a:custGeom>
              <a:avLst/>
              <a:gdLst/>
              <a:ahLst/>
              <a:cxnLst/>
              <a:rect l="l" t="t" r="r" b="b"/>
              <a:pathLst>
                <a:path w="594359" h="573404">
                  <a:moveTo>
                    <a:pt x="264287" y="0"/>
                  </a:moveTo>
                  <a:lnTo>
                    <a:pt x="0" y="458354"/>
                  </a:lnTo>
                  <a:lnTo>
                    <a:pt x="26927" y="479071"/>
                  </a:lnTo>
                  <a:lnTo>
                    <a:pt x="47783" y="505930"/>
                  </a:lnTo>
                  <a:lnTo>
                    <a:pt x="61257" y="537663"/>
                  </a:lnTo>
                  <a:lnTo>
                    <a:pt x="66040" y="573003"/>
                  </a:lnTo>
                  <a:lnTo>
                    <a:pt x="594359" y="573003"/>
                  </a:lnTo>
                  <a:lnTo>
                    <a:pt x="592353" y="521044"/>
                  </a:lnTo>
                  <a:lnTo>
                    <a:pt x="586433" y="470185"/>
                  </a:lnTo>
                  <a:lnTo>
                    <a:pt x="576747" y="420575"/>
                  </a:lnTo>
                  <a:lnTo>
                    <a:pt x="563446" y="372363"/>
                  </a:lnTo>
                  <a:lnTo>
                    <a:pt x="546677" y="325700"/>
                  </a:lnTo>
                  <a:lnTo>
                    <a:pt x="526589" y="280733"/>
                  </a:lnTo>
                  <a:lnTo>
                    <a:pt x="503332" y="237612"/>
                  </a:lnTo>
                  <a:lnTo>
                    <a:pt x="477054" y="196487"/>
                  </a:lnTo>
                  <a:lnTo>
                    <a:pt x="447905" y="157507"/>
                  </a:lnTo>
                  <a:lnTo>
                    <a:pt x="416032" y="120820"/>
                  </a:lnTo>
                  <a:lnTo>
                    <a:pt x="381585" y="86577"/>
                  </a:lnTo>
                  <a:lnTo>
                    <a:pt x="344712" y="54927"/>
                  </a:lnTo>
                  <a:lnTo>
                    <a:pt x="305563" y="26018"/>
                  </a:lnTo>
                  <a:lnTo>
                    <a:pt x="264287" y="0"/>
                  </a:lnTo>
                  <a:close/>
                </a:path>
              </a:pathLst>
            </a:custGeom>
            <a:solidFill>
              <a:srgbClr val="868FFF">
                <a:alpha val="580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349995" y="4613148"/>
              <a:ext cx="530860" cy="528955"/>
            </a:xfrm>
            <a:custGeom>
              <a:avLst/>
              <a:gdLst/>
              <a:ahLst/>
              <a:cxnLst/>
              <a:rect l="l" t="t" r="r" b="b"/>
              <a:pathLst>
                <a:path w="530859" h="528954">
                  <a:moveTo>
                    <a:pt x="0" y="0"/>
                  </a:moveTo>
                  <a:lnTo>
                    <a:pt x="0" y="396557"/>
                  </a:lnTo>
                  <a:lnTo>
                    <a:pt x="41817" y="403295"/>
                  </a:lnTo>
                  <a:lnTo>
                    <a:pt x="78173" y="422062"/>
                  </a:lnTo>
                  <a:lnTo>
                    <a:pt x="106865" y="450684"/>
                  </a:lnTo>
                  <a:lnTo>
                    <a:pt x="125695" y="486990"/>
                  </a:lnTo>
                  <a:lnTo>
                    <a:pt x="132460" y="528807"/>
                  </a:lnTo>
                  <a:lnTo>
                    <a:pt x="530351" y="528807"/>
                  </a:lnTo>
                  <a:lnTo>
                    <a:pt x="528185" y="480671"/>
                  </a:lnTo>
                  <a:lnTo>
                    <a:pt x="521810" y="433746"/>
                  </a:lnTo>
                  <a:lnTo>
                    <a:pt x="511413" y="388220"/>
                  </a:lnTo>
                  <a:lnTo>
                    <a:pt x="497181" y="344278"/>
                  </a:lnTo>
                  <a:lnTo>
                    <a:pt x="479302" y="302108"/>
                  </a:lnTo>
                  <a:lnTo>
                    <a:pt x="457961" y="261896"/>
                  </a:lnTo>
                  <a:lnTo>
                    <a:pt x="433348" y="223828"/>
                  </a:lnTo>
                  <a:lnTo>
                    <a:pt x="405647" y="188092"/>
                  </a:lnTo>
                  <a:lnTo>
                    <a:pt x="375046" y="154873"/>
                  </a:lnTo>
                  <a:lnTo>
                    <a:pt x="341733" y="124359"/>
                  </a:lnTo>
                  <a:lnTo>
                    <a:pt x="305894" y="96736"/>
                  </a:lnTo>
                  <a:lnTo>
                    <a:pt x="267715" y="72191"/>
                  </a:lnTo>
                  <a:lnTo>
                    <a:pt x="227385" y="50910"/>
                  </a:lnTo>
                  <a:lnTo>
                    <a:pt x="185090" y="33080"/>
                  </a:lnTo>
                  <a:lnTo>
                    <a:pt x="141017" y="18887"/>
                  </a:lnTo>
                  <a:lnTo>
                    <a:pt x="95353" y="8518"/>
                  </a:lnTo>
                  <a:lnTo>
                    <a:pt x="48285" y="2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153F8">
                <a:alpha val="4627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51875" y="4745736"/>
              <a:ext cx="596265" cy="396240"/>
            </a:xfrm>
            <a:custGeom>
              <a:avLst/>
              <a:gdLst/>
              <a:ahLst/>
              <a:cxnLst/>
              <a:rect l="l" t="t" r="r" b="b"/>
              <a:pathLst>
                <a:path w="596265" h="396239">
                  <a:moveTo>
                    <a:pt x="198627" y="0"/>
                  </a:moveTo>
                  <a:lnTo>
                    <a:pt x="145250" y="3546"/>
                  </a:lnTo>
                  <a:lnTo>
                    <a:pt x="94027" y="13882"/>
                  </a:lnTo>
                  <a:lnTo>
                    <a:pt x="45448" y="30555"/>
                  </a:lnTo>
                  <a:lnTo>
                    <a:pt x="0" y="53111"/>
                  </a:lnTo>
                  <a:lnTo>
                    <a:pt x="132333" y="281769"/>
                  </a:lnTo>
                  <a:lnTo>
                    <a:pt x="147532" y="274352"/>
                  </a:lnTo>
                  <a:lnTo>
                    <a:pt x="163718" y="268790"/>
                  </a:lnTo>
                  <a:lnTo>
                    <a:pt x="180786" y="265295"/>
                  </a:lnTo>
                  <a:lnTo>
                    <a:pt x="198627" y="264083"/>
                  </a:lnTo>
                  <a:lnTo>
                    <a:pt x="240432" y="270816"/>
                  </a:lnTo>
                  <a:lnTo>
                    <a:pt x="276756" y="289565"/>
                  </a:lnTo>
                  <a:lnTo>
                    <a:pt x="305411" y="318163"/>
                  </a:lnTo>
                  <a:lnTo>
                    <a:pt x="324209" y="354437"/>
                  </a:lnTo>
                  <a:lnTo>
                    <a:pt x="330962" y="396219"/>
                  </a:lnTo>
                  <a:lnTo>
                    <a:pt x="595883" y="396219"/>
                  </a:lnTo>
                  <a:lnTo>
                    <a:pt x="593210" y="350014"/>
                  </a:lnTo>
                  <a:lnTo>
                    <a:pt x="585388" y="305373"/>
                  </a:lnTo>
                  <a:lnTo>
                    <a:pt x="572717" y="262595"/>
                  </a:lnTo>
                  <a:lnTo>
                    <a:pt x="555494" y="221977"/>
                  </a:lnTo>
                  <a:lnTo>
                    <a:pt x="534018" y="183816"/>
                  </a:lnTo>
                  <a:lnTo>
                    <a:pt x="508589" y="148409"/>
                  </a:lnTo>
                  <a:lnTo>
                    <a:pt x="479504" y="116054"/>
                  </a:lnTo>
                  <a:lnTo>
                    <a:pt x="447062" y="87048"/>
                  </a:lnTo>
                  <a:lnTo>
                    <a:pt x="411561" y="61689"/>
                  </a:lnTo>
                  <a:lnTo>
                    <a:pt x="373300" y="40274"/>
                  </a:lnTo>
                  <a:lnTo>
                    <a:pt x="332578" y="23100"/>
                  </a:lnTo>
                  <a:lnTo>
                    <a:pt x="289693" y="10465"/>
                  </a:lnTo>
                  <a:lnTo>
                    <a:pt x="244943" y="2665"/>
                  </a:lnTo>
                  <a:lnTo>
                    <a:pt x="198627" y="0"/>
                  </a:lnTo>
                  <a:close/>
                </a:path>
              </a:pathLst>
            </a:custGeom>
            <a:solidFill>
              <a:srgbClr val="35C2DF">
                <a:alpha val="490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121395" y="4876825"/>
              <a:ext cx="494030" cy="265430"/>
            </a:xfrm>
            <a:custGeom>
              <a:avLst/>
              <a:gdLst/>
              <a:ahLst/>
              <a:cxnLst/>
              <a:rect l="l" t="t" r="r" b="b"/>
              <a:pathLst>
                <a:path w="494029" h="265429">
                  <a:moveTo>
                    <a:pt x="229234" y="0"/>
                  </a:moveTo>
                  <a:lnTo>
                    <a:pt x="181430" y="4314"/>
                  </a:lnTo>
                  <a:lnTo>
                    <a:pt x="136445" y="16750"/>
                  </a:lnTo>
                  <a:lnTo>
                    <a:pt x="95043" y="36545"/>
                  </a:lnTo>
                  <a:lnTo>
                    <a:pt x="57991" y="62937"/>
                  </a:lnTo>
                  <a:lnTo>
                    <a:pt x="26055" y="95163"/>
                  </a:lnTo>
                  <a:lnTo>
                    <a:pt x="0" y="132460"/>
                  </a:lnTo>
                  <a:lnTo>
                    <a:pt x="114680" y="198907"/>
                  </a:lnTo>
                  <a:lnTo>
                    <a:pt x="135401" y="171827"/>
                  </a:lnTo>
                  <a:lnTo>
                    <a:pt x="162242" y="150841"/>
                  </a:lnTo>
                  <a:lnTo>
                    <a:pt x="193940" y="137277"/>
                  </a:lnTo>
                  <a:lnTo>
                    <a:pt x="229234" y="132460"/>
                  </a:lnTo>
                  <a:lnTo>
                    <a:pt x="270977" y="139220"/>
                  </a:lnTo>
                  <a:lnTo>
                    <a:pt x="307263" y="158046"/>
                  </a:lnTo>
                  <a:lnTo>
                    <a:pt x="335899" y="186759"/>
                  </a:lnTo>
                  <a:lnTo>
                    <a:pt x="354690" y="223180"/>
                  </a:lnTo>
                  <a:lnTo>
                    <a:pt x="361442" y="265129"/>
                  </a:lnTo>
                  <a:lnTo>
                    <a:pt x="493775" y="265129"/>
                  </a:lnTo>
                  <a:lnTo>
                    <a:pt x="489512" y="217480"/>
                  </a:lnTo>
                  <a:lnTo>
                    <a:pt x="477219" y="172629"/>
                  </a:lnTo>
                  <a:lnTo>
                    <a:pt x="457646" y="131326"/>
                  </a:lnTo>
                  <a:lnTo>
                    <a:pt x="431542" y="94322"/>
                  </a:lnTo>
                  <a:lnTo>
                    <a:pt x="399654" y="62364"/>
                  </a:lnTo>
                  <a:lnTo>
                    <a:pt x="362730" y="36204"/>
                  </a:lnTo>
                  <a:lnTo>
                    <a:pt x="321520" y="16590"/>
                  </a:lnTo>
                  <a:lnTo>
                    <a:pt x="276772" y="4272"/>
                  </a:lnTo>
                  <a:lnTo>
                    <a:pt x="229234" y="0"/>
                  </a:lnTo>
                  <a:close/>
                </a:path>
              </a:pathLst>
            </a:custGeom>
            <a:solidFill>
              <a:srgbClr val="C97AEB">
                <a:alpha val="4235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98982" y="606933"/>
            <a:ext cx="30137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75" dirty="0">
                <a:solidFill>
                  <a:srgbClr val="CEF3F5"/>
                </a:solidFill>
                <a:latin typeface="Trebuchet MS"/>
                <a:cs typeface="Trebuchet MS"/>
              </a:rPr>
              <a:t>FORM</a:t>
            </a:r>
            <a:r>
              <a:rPr sz="2800" spc="-254" dirty="0">
                <a:solidFill>
                  <a:srgbClr val="CEF3F5"/>
                </a:solidFill>
                <a:latin typeface="Trebuchet MS"/>
                <a:cs typeface="Trebuchet MS"/>
              </a:rPr>
              <a:t>A</a:t>
            </a:r>
            <a:r>
              <a:rPr sz="2800" spc="-475" dirty="0">
                <a:solidFill>
                  <a:srgbClr val="CEF3F5"/>
                </a:solidFill>
                <a:latin typeface="Trebuchet MS"/>
                <a:cs typeface="Trebuchet MS"/>
              </a:rPr>
              <a:t>T</a:t>
            </a:r>
            <a:r>
              <a:rPr sz="2800" spc="-204" dirty="0">
                <a:solidFill>
                  <a:srgbClr val="CEF3F5"/>
                </a:solidFill>
                <a:latin typeface="Trebuchet MS"/>
                <a:cs typeface="Trebuchet MS"/>
              </a:rPr>
              <a:t> </a:t>
            </a:r>
            <a:r>
              <a:rPr sz="2800" spc="-300" dirty="0">
                <a:solidFill>
                  <a:srgbClr val="CEF3F5"/>
                </a:solidFill>
                <a:latin typeface="Trebuchet MS"/>
                <a:cs typeface="Trebuchet MS"/>
              </a:rPr>
              <a:t>P</a:t>
            </a:r>
            <a:r>
              <a:rPr sz="2800" spc="-280" dirty="0">
                <a:solidFill>
                  <a:srgbClr val="CEF3F5"/>
                </a:solidFill>
                <a:latin typeface="Trebuchet MS"/>
                <a:cs typeface="Trebuchet MS"/>
              </a:rPr>
              <a:t>E</a:t>
            </a:r>
            <a:r>
              <a:rPr sz="2800" spc="-265" dirty="0">
                <a:solidFill>
                  <a:srgbClr val="CEF3F5"/>
                </a:solidFill>
                <a:latin typeface="Trebuchet MS"/>
                <a:cs typeface="Trebuchet MS"/>
              </a:rPr>
              <a:t>RKU</a:t>
            </a:r>
            <a:r>
              <a:rPr sz="2800" spc="-220" dirty="0">
                <a:solidFill>
                  <a:srgbClr val="CEF3F5"/>
                </a:solidFill>
                <a:latin typeface="Trebuchet MS"/>
                <a:cs typeface="Trebuchet MS"/>
              </a:rPr>
              <a:t>L</a:t>
            </a:r>
            <a:r>
              <a:rPr sz="2800" spc="-180" dirty="0">
                <a:solidFill>
                  <a:srgbClr val="CEF3F5"/>
                </a:solidFill>
                <a:latin typeface="Trebuchet MS"/>
                <a:cs typeface="Trebuchet MS"/>
              </a:rPr>
              <a:t>IA</a:t>
            </a:r>
            <a:r>
              <a:rPr sz="2800" spc="-265" dirty="0">
                <a:solidFill>
                  <a:srgbClr val="CEF3F5"/>
                </a:solidFill>
                <a:latin typeface="Trebuchet MS"/>
                <a:cs typeface="Trebuchet MS"/>
              </a:rPr>
              <a:t>H</a:t>
            </a:r>
            <a:r>
              <a:rPr sz="2800" spc="-295" dirty="0">
                <a:solidFill>
                  <a:srgbClr val="CEF3F5"/>
                </a:solidFill>
                <a:latin typeface="Trebuchet MS"/>
                <a:cs typeface="Trebuchet MS"/>
              </a:rPr>
              <a:t>AN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10080" y="1808733"/>
            <a:ext cx="935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95" dirty="0">
                <a:solidFill>
                  <a:srgbClr val="C7ADF8"/>
                </a:solidFill>
                <a:latin typeface="Trebuchet MS"/>
                <a:cs typeface="Trebuchet MS"/>
              </a:rPr>
              <a:t>Ke</a:t>
            </a:r>
            <a:r>
              <a:rPr sz="1800" spc="-114" dirty="0">
                <a:solidFill>
                  <a:srgbClr val="C7ADF8"/>
                </a:solidFill>
                <a:latin typeface="Trebuchet MS"/>
                <a:cs typeface="Trebuchet MS"/>
              </a:rPr>
              <a:t>l</a:t>
            </a:r>
            <a:r>
              <a:rPr sz="1800" spc="-120" dirty="0">
                <a:solidFill>
                  <a:srgbClr val="C7ADF8"/>
                </a:solidFill>
                <a:latin typeface="Trebuchet MS"/>
                <a:cs typeface="Trebuchet MS"/>
              </a:rPr>
              <a:t>as</a:t>
            </a:r>
            <a:r>
              <a:rPr sz="1800" spc="-125" dirty="0">
                <a:solidFill>
                  <a:srgbClr val="C7ADF8"/>
                </a:solidFill>
                <a:latin typeface="Trebuchet MS"/>
                <a:cs typeface="Trebuchet MS"/>
              </a:rPr>
              <a:t> </a:t>
            </a:r>
            <a:r>
              <a:rPr sz="1800" spc="-190" dirty="0">
                <a:solidFill>
                  <a:srgbClr val="C7ADF8"/>
                </a:solidFill>
                <a:latin typeface="Trebuchet MS"/>
                <a:cs typeface="Trebuchet MS"/>
              </a:rPr>
              <a:t>Teori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692020" y="1259789"/>
            <a:ext cx="37274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10" dirty="0">
                <a:solidFill>
                  <a:srgbClr val="C7ADF8"/>
                </a:solidFill>
              </a:rPr>
              <a:t>01</a:t>
            </a:r>
            <a:endParaRPr sz="3000"/>
          </a:p>
        </p:txBody>
      </p:sp>
      <p:sp>
        <p:nvSpPr>
          <p:cNvPr id="11" name="object 11"/>
          <p:cNvSpPr txBox="1"/>
          <p:nvPr/>
        </p:nvSpPr>
        <p:spPr>
          <a:xfrm>
            <a:off x="3884803" y="1107369"/>
            <a:ext cx="1375410" cy="1001394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0"/>
              </a:spcBef>
            </a:pPr>
            <a:r>
              <a:rPr sz="3000" spc="-85" dirty="0">
                <a:solidFill>
                  <a:srgbClr val="868FFF"/>
                </a:solidFill>
                <a:latin typeface="Trebuchet MS"/>
                <a:cs typeface="Trebuchet MS"/>
              </a:rPr>
              <a:t>02</a:t>
            </a:r>
            <a:endParaRPr sz="3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sz="1800" spc="-195" dirty="0">
                <a:solidFill>
                  <a:srgbClr val="868FFF"/>
                </a:solidFill>
                <a:latin typeface="Trebuchet MS"/>
                <a:cs typeface="Trebuchet MS"/>
              </a:rPr>
              <a:t>Ke</a:t>
            </a:r>
            <a:r>
              <a:rPr sz="1800" spc="-114" dirty="0">
                <a:solidFill>
                  <a:srgbClr val="868FFF"/>
                </a:solidFill>
                <a:latin typeface="Trebuchet MS"/>
                <a:cs typeface="Trebuchet MS"/>
              </a:rPr>
              <a:t>l</a:t>
            </a:r>
            <a:r>
              <a:rPr sz="1800" spc="-120" dirty="0">
                <a:solidFill>
                  <a:srgbClr val="868FFF"/>
                </a:solidFill>
                <a:latin typeface="Trebuchet MS"/>
                <a:cs typeface="Trebuchet MS"/>
              </a:rPr>
              <a:t>as</a:t>
            </a:r>
            <a:r>
              <a:rPr sz="1800" spc="-125" dirty="0">
                <a:solidFill>
                  <a:srgbClr val="868FFF"/>
                </a:solidFill>
                <a:latin typeface="Trebuchet MS"/>
                <a:cs typeface="Trebuchet MS"/>
              </a:rPr>
              <a:t> </a:t>
            </a:r>
            <a:r>
              <a:rPr sz="1800" spc="-155" dirty="0">
                <a:solidFill>
                  <a:srgbClr val="868FFF"/>
                </a:solidFill>
                <a:latin typeface="Trebuchet MS"/>
                <a:cs typeface="Trebuchet MS"/>
              </a:rPr>
              <a:t>Prak</a:t>
            </a:r>
            <a:r>
              <a:rPr sz="1800" spc="-135" dirty="0">
                <a:solidFill>
                  <a:srgbClr val="868FFF"/>
                </a:solidFill>
                <a:latin typeface="Trebuchet MS"/>
                <a:cs typeface="Trebuchet MS"/>
              </a:rPr>
              <a:t>t</a:t>
            </a:r>
            <a:r>
              <a:rPr sz="1800" spc="-90" dirty="0">
                <a:solidFill>
                  <a:srgbClr val="868FFF"/>
                </a:solidFill>
                <a:latin typeface="Trebuchet MS"/>
                <a:cs typeface="Trebuchet MS"/>
              </a:rPr>
              <a:t>i</a:t>
            </a:r>
            <a:r>
              <a:rPr sz="1800" spc="-165" dirty="0">
                <a:solidFill>
                  <a:srgbClr val="868FFF"/>
                </a:solidFill>
                <a:latin typeface="Trebuchet MS"/>
                <a:cs typeface="Trebuchet MS"/>
              </a:rPr>
              <a:t>k</a:t>
            </a:r>
            <a:r>
              <a:rPr sz="1800" spc="-235" dirty="0">
                <a:solidFill>
                  <a:srgbClr val="868FFF"/>
                </a:solidFill>
                <a:latin typeface="Trebuchet MS"/>
                <a:cs typeface="Trebuchet MS"/>
              </a:rPr>
              <a:t>um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41019" y="2217166"/>
            <a:ext cx="1872614" cy="2291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" algn="ctr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Setiap</a:t>
            </a:r>
            <a:r>
              <a:rPr sz="1400" spc="-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 err="1">
                <a:solidFill>
                  <a:srgbClr val="CEF3F5"/>
                </a:solidFill>
                <a:latin typeface="Roboto"/>
                <a:cs typeface="Roboto"/>
              </a:rPr>
              <a:t>kelas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20" dirty="0" err="1">
                <a:solidFill>
                  <a:srgbClr val="CEF3F5"/>
                </a:solidFill>
                <a:latin typeface="Roboto"/>
                <a:cs typeface="Roboto"/>
              </a:rPr>
              <a:t>teo</a:t>
            </a:r>
            <a:r>
              <a:rPr lang="id-ID" sz="1400" spc="2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20" dirty="0" err="1">
                <a:solidFill>
                  <a:srgbClr val="CEF3F5"/>
                </a:solidFill>
                <a:latin typeface="Roboto"/>
                <a:cs typeface="Roboto"/>
              </a:rPr>
              <a:t>i</a:t>
            </a:r>
            <a:r>
              <a:rPr sz="1400" spc="2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2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CEF3F5"/>
                </a:solidFill>
                <a:latin typeface="Roboto"/>
                <a:cs typeface="Roboto"/>
              </a:rPr>
              <a:t>be</a:t>
            </a:r>
            <a:r>
              <a:rPr lang="id-ID" sz="140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dirty="0" err="1">
                <a:solidFill>
                  <a:srgbClr val="CEF3F5"/>
                </a:solidFill>
                <a:latin typeface="Roboto"/>
                <a:cs typeface="Roboto"/>
              </a:rPr>
              <a:t>langsung</a:t>
            </a:r>
            <a:r>
              <a:rPr sz="1400" spc="-6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selama</a:t>
            </a:r>
            <a:r>
              <a:rPr sz="1400" spc="-4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CEF3F5"/>
                </a:solidFill>
                <a:latin typeface="Roboto"/>
                <a:cs typeface="Roboto"/>
              </a:rPr>
              <a:t>50 </a:t>
            </a:r>
            <a:r>
              <a:rPr sz="1400" spc="-33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 err="1">
                <a:solidFill>
                  <a:srgbClr val="CEF3F5"/>
                </a:solidFill>
                <a:latin typeface="Roboto"/>
                <a:cs typeface="Roboto"/>
              </a:rPr>
              <a:t>menit</a:t>
            </a:r>
            <a:r>
              <a:rPr sz="1400" spc="-3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15" dirty="0" err="1">
                <a:solidFill>
                  <a:srgbClr val="CEF3F5"/>
                </a:solidFill>
                <a:latin typeface="Roboto"/>
                <a:cs typeface="Roboto"/>
              </a:rPr>
              <a:t>seca</a:t>
            </a:r>
            <a:r>
              <a:rPr lang="id-ID" sz="1400" spc="1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15" dirty="0">
                <a:solidFill>
                  <a:srgbClr val="CEF3F5"/>
                </a:solidFill>
                <a:latin typeface="Roboto"/>
                <a:cs typeface="Roboto"/>
              </a:rPr>
              <a:t>a</a:t>
            </a:r>
            <a:r>
              <a:rPr sz="1400" spc="-2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10" dirty="0">
                <a:solidFill>
                  <a:srgbClr val="CEF3F5"/>
                </a:solidFill>
                <a:latin typeface="Roboto"/>
                <a:cs typeface="Roboto"/>
              </a:rPr>
              <a:t>da</a:t>
            </a:r>
            <a:r>
              <a:rPr lang="id-ID" sz="1400" spc="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10" dirty="0" err="1">
                <a:solidFill>
                  <a:srgbClr val="CEF3F5"/>
                </a:solidFill>
                <a:latin typeface="Roboto"/>
                <a:cs typeface="Roboto"/>
              </a:rPr>
              <a:t>ing</a:t>
            </a:r>
            <a:endParaRPr sz="1400" dirty="0">
              <a:latin typeface="Roboto"/>
              <a:cs typeface="Roboto"/>
            </a:endParaRPr>
          </a:p>
          <a:p>
            <a:pPr marL="1270" algn="ctr">
              <a:lnSpc>
                <a:spcPct val="100000"/>
              </a:lnSpc>
              <a:spcBef>
                <a:spcPts val="225"/>
              </a:spcBef>
            </a:pPr>
            <a:r>
              <a:rPr sz="3000" spc="-80" dirty="0">
                <a:solidFill>
                  <a:srgbClr val="35C2DF"/>
                </a:solidFill>
                <a:latin typeface="Trebuchet MS"/>
                <a:cs typeface="Trebuchet MS"/>
              </a:rPr>
              <a:t>04</a:t>
            </a:r>
            <a:endParaRPr sz="3000" dirty="0">
              <a:latin typeface="Trebuchet MS"/>
              <a:cs typeface="Trebuchet MS"/>
            </a:endParaRPr>
          </a:p>
          <a:p>
            <a:pPr marL="1270" algn="ctr">
              <a:lnSpc>
                <a:spcPct val="100000"/>
              </a:lnSpc>
              <a:spcBef>
                <a:spcPts val="715"/>
              </a:spcBef>
            </a:pPr>
            <a:r>
              <a:rPr sz="1800" spc="-170" dirty="0">
                <a:solidFill>
                  <a:srgbClr val="35C2DF"/>
                </a:solidFill>
                <a:latin typeface="Trebuchet MS"/>
                <a:cs typeface="Trebuchet MS"/>
              </a:rPr>
              <a:t>Tugas</a:t>
            </a:r>
            <a:r>
              <a:rPr sz="1800" spc="-140" dirty="0">
                <a:solidFill>
                  <a:srgbClr val="35C2DF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35C2DF"/>
                </a:solidFill>
                <a:latin typeface="Trebuchet MS"/>
                <a:cs typeface="Trebuchet MS"/>
              </a:rPr>
              <a:t>Proyek</a:t>
            </a:r>
            <a:endParaRPr sz="1800" dirty="0">
              <a:latin typeface="Trebuchet MS"/>
              <a:cs typeface="Trebuchet MS"/>
            </a:endParaRPr>
          </a:p>
          <a:p>
            <a:pPr marL="22860" marR="15240" algn="ctr">
              <a:lnSpc>
                <a:spcPct val="100000"/>
              </a:lnSpc>
              <a:spcBef>
                <a:spcPts val="1060"/>
              </a:spcBef>
            </a:pPr>
            <a:r>
              <a:rPr sz="1400" spc="10" dirty="0">
                <a:solidFill>
                  <a:srgbClr val="CEF3F5"/>
                </a:solidFill>
                <a:latin typeface="Roboto"/>
                <a:cs typeface="Roboto"/>
              </a:rPr>
              <a:t>P</a:t>
            </a:r>
            <a:r>
              <a:rPr lang="id-ID" sz="1400" spc="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10" dirty="0" err="1">
                <a:solidFill>
                  <a:srgbClr val="CEF3F5"/>
                </a:solidFill>
                <a:latin typeface="Roboto"/>
                <a:cs typeface="Roboto"/>
              </a:rPr>
              <a:t>oyek</a:t>
            </a:r>
            <a:r>
              <a:rPr sz="1400" spc="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25" dirty="0">
                <a:solidFill>
                  <a:srgbClr val="CEF3F5"/>
                </a:solidFill>
                <a:latin typeface="Roboto"/>
                <a:cs typeface="Roboto"/>
              </a:rPr>
              <a:t>yang </a:t>
            </a:r>
            <a:r>
              <a:rPr sz="1400" dirty="0">
                <a:solidFill>
                  <a:srgbClr val="CEF3F5"/>
                </a:solidFill>
                <a:latin typeface="Roboto"/>
                <a:cs typeface="Roboto"/>
              </a:rPr>
              <a:t>dike</a:t>
            </a:r>
            <a:r>
              <a:rPr lang="id-ID" sz="140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dirty="0" err="1">
                <a:solidFill>
                  <a:srgbClr val="CEF3F5"/>
                </a:solidFill>
                <a:latin typeface="Roboto"/>
                <a:cs typeface="Roboto"/>
              </a:rPr>
              <a:t>jakan</a:t>
            </a:r>
            <a:r>
              <a:rPr sz="140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33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adalah 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pengembangan </a:t>
            </a:r>
            <a:r>
              <a:rPr sz="1400" spc="-33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aplikasi</a:t>
            </a:r>
            <a:endParaRPr sz="1400" dirty="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84828" y="2217166"/>
            <a:ext cx="1973580" cy="2505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1270" algn="ctr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Setiap </a:t>
            </a:r>
            <a:r>
              <a:rPr sz="1400" spc="-10" dirty="0" err="1">
                <a:solidFill>
                  <a:srgbClr val="CEF3F5"/>
                </a:solidFill>
                <a:latin typeface="Roboto"/>
                <a:cs typeface="Roboto"/>
              </a:rPr>
              <a:t>kelas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5" dirty="0">
                <a:solidFill>
                  <a:srgbClr val="CEF3F5"/>
                </a:solidFill>
                <a:latin typeface="Roboto"/>
                <a:cs typeface="Roboto"/>
              </a:rPr>
              <a:t>p</a:t>
            </a:r>
            <a:r>
              <a:rPr lang="id-ID" sz="1400" spc="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5" dirty="0" err="1">
                <a:solidFill>
                  <a:srgbClr val="CEF3F5"/>
                </a:solidFill>
                <a:latin typeface="Roboto"/>
                <a:cs typeface="Roboto"/>
              </a:rPr>
              <a:t>aktikum</a:t>
            </a:r>
            <a:r>
              <a:rPr sz="1400" spc="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CEF3F5"/>
                </a:solidFill>
                <a:latin typeface="Roboto"/>
                <a:cs typeface="Roboto"/>
              </a:rPr>
              <a:t>be</a:t>
            </a:r>
            <a:r>
              <a:rPr lang="id-ID" sz="140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dirty="0" err="1">
                <a:solidFill>
                  <a:srgbClr val="CEF3F5"/>
                </a:solidFill>
                <a:latin typeface="Roboto"/>
                <a:cs typeface="Roboto"/>
              </a:rPr>
              <a:t>langsung</a:t>
            </a:r>
            <a:r>
              <a:rPr sz="1400" spc="-6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selama</a:t>
            </a:r>
            <a:r>
              <a:rPr sz="1400" spc="-4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CEF3F5"/>
                </a:solidFill>
                <a:latin typeface="Roboto"/>
                <a:cs typeface="Roboto"/>
              </a:rPr>
              <a:t>110 </a:t>
            </a:r>
            <a:r>
              <a:rPr sz="1400" spc="-33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 err="1">
                <a:solidFill>
                  <a:srgbClr val="CEF3F5"/>
                </a:solidFill>
                <a:latin typeface="Roboto"/>
                <a:cs typeface="Roboto"/>
              </a:rPr>
              <a:t>menit</a:t>
            </a:r>
            <a:r>
              <a:rPr sz="1400" spc="-3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15" dirty="0" err="1">
                <a:solidFill>
                  <a:srgbClr val="CEF3F5"/>
                </a:solidFill>
                <a:latin typeface="Roboto"/>
                <a:cs typeface="Roboto"/>
              </a:rPr>
              <a:t>seca</a:t>
            </a:r>
            <a:r>
              <a:rPr lang="id-ID" sz="1400" spc="1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15" dirty="0">
                <a:solidFill>
                  <a:srgbClr val="CEF3F5"/>
                </a:solidFill>
                <a:latin typeface="Roboto"/>
                <a:cs typeface="Roboto"/>
              </a:rPr>
              <a:t>a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10" dirty="0">
                <a:solidFill>
                  <a:srgbClr val="CEF3F5"/>
                </a:solidFill>
                <a:latin typeface="Roboto"/>
                <a:cs typeface="Roboto"/>
              </a:rPr>
              <a:t>da</a:t>
            </a:r>
            <a:r>
              <a:rPr lang="id-ID" sz="1400" spc="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10" dirty="0" err="1">
                <a:solidFill>
                  <a:srgbClr val="CEF3F5"/>
                </a:solidFill>
                <a:latin typeface="Roboto"/>
                <a:cs typeface="Roboto"/>
              </a:rPr>
              <a:t>ing</a:t>
            </a:r>
            <a:endParaRPr sz="1400" dirty="0">
              <a:latin typeface="Roboto"/>
              <a:cs typeface="Roboto"/>
            </a:endParaRPr>
          </a:p>
          <a:p>
            <a:pPr marL="1905" algn="ctr">
              <a:lnSpc>
                <a:spcPct val="100000"/>
              </a:lnSpc>
              <a:spcBef>
                <a:spcPts val="225"/>
              </a:spcBef>
            </a:pPr>
            <a:r>
              <a:rPr sz="3000" spc="-90" dirty="0">
                <a:solidFill>
                  <a:srgbClr val="C97AEB"/>
                </a:solidFill>
                <a:latin typeface="Trebuchet MS"/>
                <a:cs typeface="Trebuchet MS"/>
              </a:rPr>
              <a:t>05</a:t>
            </a:r>
            <a:endParaRPr sz="3000" dirty="0">
              <a:latin typeface="Trebuchet MS"/>
              <a:cs typeface="Trebuchet MS"/>
            </a:endParaRPr>
          </a:p>
          <a:p>
            <a:pPr marL="2540" algn="ctr">
              <a:lnSpc>
                <a:spcPct val="100000"/>
              </a:lnSpc>
              <a:spcBef>
                <a:spcPts val="715"/>
              </a:spcBef>
            </a:pPr>
            <a:r>
              <a:rPr sz="1800" spc="-185" dirty="0">
                <a:solidFill>
                  <a:srgbClr val="C97AEB"/>
                </a:solidFill>
                <a:latin typeface="Trebuchet MS"/>
                <a:cs typeface="Trebuchet MS"/>
              </a:rPr>
              <a:t>Ujian</a:t>
            </a:r>
            <a:r>
              <a:rPr sz="1800" spc="-135" dirty="0">
                <a:solidFill>
                  <a:srgbClr val="C97AEB"/>
                </a:solidFill>
                <a:latin typeface="Trebuchet MS"/>
                <a:cs typeface="Trebuchet MS"/>
              </a:rPr>
              <a:t> </a:t>
            </a:r>
            <a:r>
              <a:rPr sz="1800" spc="-275" dirty="0">
                <a:solidFill>
                  <a:srgbClr val="C97AEB"/>
                </a:solidFill>
                <a:latin typeface="Trebuchet MS"/>
                <a:cs typeface="Trebuchet MS"/>
              </a:rPr>
              <a:t>T</a:t>
            </a:r>
            <a:r>
              <a:rPr sz="1800" spc="-265" dirty="0">
                <a:solidFill>
                  <a:srgbClr val="C97AEB"/>
                </a:solidFill>
                <a:latin typeface="Trebuchet MS"/>
                <a:cs typeface="Trebuchet MS"/>
              </a:rPr>
              <a:t>e</a:t>
            </a:r>
            <a:r>
              <a:rPr sz="1800" spc="-170" dirty="0">
                <a:solidFill>
                  <a:srgbClr val="C97AEB"/>
                </a:solidFill>
                <a:latin typeface="Trebuchet MS"/>
                <a:cs typeface="Trebuchet MS"/>
              </a:rPr>
              <a:t>ngah</a:t>
            </a:r>
            <a:r>
              <a:rPr sz="1800" spc="-145" dirty="0">
                <a:solidFill>
                  <a:srgbClr val="C97AEB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C97AEB"/>
                </a:solidFill>
                <a:latin typeface="Trebuchet MS"/>
                <a:cs typeface="Trebuchet MS"/>
              </a:rPr>
              <a:t>Semes</a:t>
            </a:r>
            <a:r>
              <a:rPr sz="1800" spc="-130" dirty="0">
                <a:solidFill>
                  <a:srgbClr val="C97AEB"/>
                </a:solidFill>
                <a:latin typeface="Trebuchet MS"/>
                <a:cs typeface="Trebuchet MS"/>
              </a:rPr>
              <a:t>t</a:t>
            </a:r>
            <a:r>
              <a:rPr sz="1800" spc="-175" dirty="0">
                <a:solidFill>
                  <a:srgbClr val="C97AEB"/>
                </a:solidFill>
                <a:latin typeface="Trebuchet MS"/>
                <a:cs typeface="Trebuchet MS"/>
              </a:rPr>
              <a:t>er</a:t>
            </a:r>
            <a:endParaRPr sz="1800" dirty="0">
              <a:latin typeface="Trebuchet MS"/>
              <a:cs typeface="Trebuchet MS"/>
            </a:endParaRPr>
          </a:p>
          <a:p>
            <a:pPr marL="128270" marR="117475" indent="-1905" algn="ctr">
              <a:lnSpc>
                <a:spcPct val="100000"/>
              </a:lnSpc>
              <a:spcBef>
                <a:spcPts val="1060"/>
              </a:spcBef>
            </a:pPr>
            <a:r>
              <a:rPr sz="1400" spc="135" dirty="0">
                <a:solidFill>
                  <a:srgbClr val="CEF3F5"/>
                </a:solidFill>
                <a:latin typeface="Roboto"/>
                <a:cs typeface="Roboto"/>
              </a:rPr>
              <a:t>UľS 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digunakan </a:t>
            </a:r>
            <a:r>
              <a:rPr sz="1400" spc="-20" dirty="0">
                <a:solidFill>
                  <a:srgbClr val="CEF3F5"/>
                </a:solidFill>
                <a:latin typeface="Roboto"/>
                <a:cs typeface="Roboto"/>
              </a:rPr>
              <a:t>untuk </a:t>
            </a:r>
            <a:r>
              <a:rPr sz="1400" spc="-33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mengevaluasi </a:t>
            </a:r>
            <a:r>
              <a:rPr sz="1400" spc="-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 err="1">
                <a:solidFill>
                  <a:srgbClr val="CEF3F5"/>
                </a:solidFill>
                <a:latin typeface="Roboto"/>
                <a:cs typeface="Roboto"/>
              </a:rPr>
              <a:t>pe</a:t>
            </a:r>
            <a:r>
              <a:rPr sz="1400" spc="-5" dirty="0" err="1">
                <a:solidFill>
                  <a:srgbClr val="CEF3F5"/>
                </a:solidFill>
                <a:latin typeface="Roboto"/>
                <a:cs typeface="Roboto"/>
              </a:rPr>
              <a:t>n</a:t>
            </a:r>
            <a:r>
              <a:rPr sz="1400" spc="-10" dirty="0" err="1">
                <a:solidFill>
                  <a:srgbClr val="CEF3F5"/>
                </a:solidFill>
                <a:latin typeface="Roboto"/>
                <a:cs typeface="Roboto"/>
              </a:rPr>
              <a:t>getahua</a:t>
            </a:r>
            <a:r>
              <a:rPr sz="1400" spc="-25" dirty="0" err="1">
                <a:solidFill>
                  <a:srgbClr val="CEF3F5"/>
                </a:solidFill>
                <a:latin typeface="Roboto"/>
                <a:cs typeface="Roboto"/>
              </a:rPr>
              <a:t>n</a:t>
            </a:r>
            <a:r>
              <a:rPr sz="1400" spc="-3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5" dirty="0" err="1">
                <a:solidFill>
                  <a:srgbClr val="CEF3F5"/>
                </a:solidFill>
                <a:latin typeface="Roboto"/>
                <a:cs typeface="Roboto"/>
              </a:rPr>
              <a:t>s</a:t>
            </a:r>
            <a:r>
              <a:rPr sz="1400" spc="-10" dirty="0" err="1">
                <a:solidFill>
                  <a:srgbClr val="CEF3F5"/>
                </a:solidFill>
                <a:latin typeface="Roboto"/>
                <a:cs typeface="Roboto"/>
              </a:rPr>
              <a:t>ep</a:t>
            </a:r>
            <a:r>
              <a:rPr sz="1400" dirty="0" err="1">
                <a:solidFill>
                  <a:srgbClr val="CEF3F5"/>
                </a:solidFill>
                <a:latin typeface="Roboto"/>
                <a:cs typeface="Roboto"/>
              </a:rPr>
              <a:t>a</a:t>
            </a:r>
            <a:r>
              <a:rPr lang="id-ID" sz="1400" spc="3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75" dirty="0">
                <a:solidFill>
                  <a:srgbClr val="CEF3F5"/>
                </a:solidFill>
                <a:latin typeface="Roboto"/>
                <a:cs typeface="Roboto"/>
              </a:rPr>
              <a:t>u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h  </a:t>
            </a:r>
            <a:r>
              <a:rPr sz="1400" spc="10" dirty="0" err="1">
                <a:solidFill>
                  <a:srgbClr val="CEF3F5"/>
                </a:solidFill>
                <a:latin typeface="Roboto"/>
                <a:cs typeface="Roboto"/>
              </a:rPr>
              <a:t>semeste</a:t>
            </a:r>
            <a:r>
              <a:rPr lang="id-ID" sz="1400" spc="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endParaRPr sz="1400" dirty="0">
              <a:latin typeface="Roboto"/>
              <a:cs typeface="Robo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88455" y="1107369"/>
            <a:ext cx="2156460" cy="3615054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0"/>
              </a:spcBef>
            </a:pPr>
            <a:r>
              <a:rPr sz="3000" spc="-90" dirty="0">
                <a:solidFill>
                  <a:srgbClr val="9153F8"/>
                </a:solidFill>
                <a:latin typeface="Trebuchet MS"/>
                <a:cs typeface="Trebuchet MS"/>
              </a:rPr>
              <a:t>03</a:t>
            </a:r>
            <a:endParaRPr sz="300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sz="1800" spc="-130" dirty="0">
                <a:solidFill>
                  <a:srgbClr val="9153F8"/>
                </a:solidFill>
                <a:latin typeface="Trebuchet MS"/>
                <a:cs typeface="Trebuchet MS"/>
              </a:rPr>
              <a:t>Kuis</a:t>
            </a:r>
            <a:endParaRPr sz="1800" dirty="0">
              <a:latin typeface="Trebuchet MS"/>
              <a:cs typeface="Trebuchet MS"/>
            </a:endParaRPr>
          </a:p>
          <a:p>
            <a:pPr marL="12065" marR="5080" indent="-1905" algn="ctr">
              <a:lnSpc>
                <a:spcPct val="100000"/>
              </a:lnSpc>
              <a:spcBef>
                <a:spcPts val="1060"/>
              </a:spcBef>
            </a:pP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Kuis dilaksanakan </a:t>
            </a:r>
            <a:r>
              <a:rPr sz="1400" spc="-5" dirty="0">
                <a:solidFill>
                  <a:srgbClr val="CEF3F5"/>
                </a:solidFill>
                <a:latin typeface="Roboto"/>
                <a:cs typeface="Roboto"/>
              </a:rPr>
              <a:t>selama </a:t>
            </a:r>
            <a:r>
              <a:rPr sz="1400" dirty="0">
                <a:solidFill>
                  <a:srgbClr val="CEF3F5"/>
                </a:solidFill>
                <a:latin typeface="Roboto"/>
                <a:cs typeface="Roboto"/>
              </a:rPr>
              <a:t> 2</a:t>
            </a:r>
            <a:r>
              <a:rPr sz="1400" spc="-2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kali</a:t>
            </a:r>
            <a:r>
              <a:rPr sz="1400" spc="-2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5" dirty="0">
                <a:solidFill>
                  <a:srgbClr val="CEF3F5"/>
                </a:solidFill>
                <a:latin typeface="Roboto"/>
                <a:cs typeface="Roboto"/>
              </a:rPr>
              <a:t>dalam</a:t>
            </a:r>
            <a:r>
              <a:rPr sz="1400" spc="-3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5" dirty="0" err="1">
                <a:solidFill>
                  <a:srgbClr val="CEF3F5"/>
                </a:solidFill>
                <a:latin typeface="Roboto"/>
                <a:cs typeface="Roboto"/>
              </a:rPr>
              <a:t>satu</a:t>
            </a:r>
            <a:r>
              <a:rPr sz="1400" spc="-2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10" dirty="0" err="1">
                <a:solidFill>
                  <a:srgbClr val="CEF3F5"/>
                </a:solidFill>
                <a:latin typeface="Roboto"/>
                <a:cs typeface="Roboto"/>
              </a:rPr>
              <a:t>semeste</a:t>
            </a:r>
            <a:r>
              <a:rPr lang="id-ID" sz="1400" spc="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endParaRPr sz="140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550" dirty="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</a:pPr>
            <a:r>
              <a:rPr sz="3000" spc="-50" dirty="0">
                <a:solidFill>
                  <a:srgbClr val="962CB4"/>
                </a:solidFill>
                <a:latin typeface="Trebuchet MS"/>
                <a:cs typeface="Trebuchet MS"/>
              </a:rPr>
              <a:t>06</a:t>
            </a:r>
            <a:endParaRPr sz="300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sz="1800" spc="-185" dirty="0">
                <a:solidFill>
                  <a:srgbClr val="962CB4"/>
                </a:solidFill>
                <a:latin typeface="Trebuchet MS"/>
                <a:cs typeface="Trebuchet MS"/>
              </a:rPr>
              <a:t>Ujian</a:t>
            </a:r>
            <a:r>
              <a:rPr sz="1800" spc="-135" dirty="0">
                <a:solidFill>
                  <a:srgbClr val="962CB4"/>
                </a:solidFill>
                <a:latin typeface="Trebuchet MS"/>
                <a:cs typeface="Trebuchet MS"/>
              </a:rPr>
              <a:t> </a:t>
            </a:r>
            <a:r>
              <a:rPr sz="1800" spc="-185" dirty="0">
                <a:solidFill>
                  <a:srgbClr val="962CB4"/>
                </a:solidFill>
                <a:latin typeface="Trebuchet MS"/>
                <a:cs typeface="Trebuchet MS"/>
              </a:rPr>
              <a:t>A</a:t>
            </a:r>
            <a:r>
              <a:rPr sz="1800" spc="-145" dirty="0">
                <a:solidFill>
                  <a:srgbClr val="962CB4"/>
                </a:solidFill>
                <a:latin typeface="Trebuchet MS"/>
                <a:cs typeface="Trebuchet MS"/>
              </a:rPr>
              <a:t>k</a:t>
            </a:r>
            <a:r>
              <a:rPr sz="1800" spc="-140" dirty="0">
                <a:solidFill>
                  <a:srgbClr val="962CB4"/>
                </a:solidFill>
                <a:latin typeface="Trebuchet MS"/>
                <a:cs typeface="Trebuchet MS"/>
              </a:rPr>
              <a:t>hir </a:t>
            </a:r>
            <a:r>
              <a:rPr sz="1800" spc="-170" dirty="0">
                <a:solidFill>
                  <a:srgbClr val="962CB4"/>
                </a:solidFill>
                <a:latin typeface="Trebuchet MS"/>
                <a:cs typeface="Trebuchet MS"/>
              </a:rPr>
              <a:t>Semes</a:t>
            </a:r>
            <a:r>
              <a:rPr sz="1800" spc="-130" dirty="0">
                <a:solidFill>
                  <a:srgbClr val="962CB4"/>
                </a:solidFill>
                <a:latin typeface="Trebuchet MS"/>
                <a:cs typeface="Trebuchet MS"/>
              </a:rPr>
              <a:t>t</a:t>
            </a:r>
            <a:r>
              <a:rPr sz="1800" spc="-175" dirty="0">
                <a:solidFill>
                  <a:srgbClr val="962CB4"/>
                </a:solidFill>
                <a:latin typeface="Trebuchet MS"/>
                <a:cs typeface="Trebuchet MS"/>
              </a:rPr>
              <a:t>er</a:t>
            </a:r>
            <a:endParaRPr sz="1800" dirty="0">
              <a:latin typeface="Trebuchet MS"/>
              <a:cs typeface="Trebuchet MS"/>
            </a:endParaRPr>
          </a:p>
          <a:p>
            <a:pPr marL="86995" marR="82550" indent="1270" algn="ctr">
              <a:lnSpc>
                <a:spcPct val="100000"/>
              </a:lnSpc>
              <a:spcBef>
                <a:spcPts val="1060"/>
              </a:spcBef>
            </a:pP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UAS digunakan </a:t>
            </a:r>
            <a:r>
              <a:rPr sz="1400" spc="-20" dirty="0">
                <a:solidFill>
                  <a:srgbClr val="CEF3F5"/>
                </a:solidFill>
                <a:latin typeface="Roboto"/>
                <a:cs typeface="Roboto"/>
              </a:rPr>
              <a:t>untuk 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menguji </a:t>
            </a:r>
            <a:r>
              <a:rPr sz="1400" spc="-10" dirty="0" err="1">
                <a:solidFill>
                  <a:srgbClr val="CEF3F5"/>
                </a:solidFill>
                <a:latin typeface="Roboto"/>
                <a:cs typeface="Roboto"/>
              </a:rPr>
              <a:t>pemahaman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15" dirty="0">
                <a:solidFill>
                  <a:srgbClr val="CEF3F5"/>
                </a:solidFill>
                <a:latin typeface="Roboto"/>
                <a:cs typeface="Roboto"/>
              </a:rPr>
              <a:t>mate</a:t>
            </a:r>
            <a:r>
              <a:rPr lang="id-ID" sz="1400" spc="1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15" dirty="0" err="1">
                <a:solidFill>
                  <a:srgbClr val="CEF3F5"/>
                </a:solidFill>
                <a:latin typeface="Roboto"/>
                <a:cs typeface="Roboto"/>
              </a:rPr>
              <a:t>i</a:t>
            </a:r>
            <a:r>
              <a:rPr sz="1400" spc="-5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di</a:t>
            </a:r>
            <a:r>
              <a:rPr sz="1400" spc="-3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15" dirty="0">
                <a:solidFill>
                  <a:srgbClr val="CEF3F5"/>
                </a:solidFill>
                <a:latin typeface="Roboto"/>
                <a:cs typeface="Roboto"/>
              </a:rPr>
              <a:t>pa</a:t>
            </a:r>
            <a:r>
              <a:rPr lang="id-ID" sz="1400" spc="1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15" dirty="0">
                <a:solidFill>
                  <a:srgbClr val="CEF3F5"/>
                </a:solidFill>
                <a:latin typeface="Roboto"/>
                <a:cs typeface="Roboto"/>
              </a:rPr>
              <a:t>uh</a:t>
            </a:r>
            <a:r>
              <a:rPr sz="1400" spc="-4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10" dirty="0" err="1">
                <a:solidFill>
                  <a:srgbClr val="CEF3F5"/>
                </a:solidFill>
                <a:latin typeface="Roboto"/>
                <a:cs typeface="Roboto"/>
              </a:rPr>
              <a:t>semeste</a:t>
            </a:r>
            <a:r>
              <a:rPr lang="id-ID" sz="1400" spc="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33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20" dirty="0" err="1">
                <a:solidFill>
                  <a:srgbClr val="CEF3F5"/>
                </a:solidFill>
                <a:latin typeface="Roboto"/>
                <a:cs typeface="Roboto"/>
              </a:rPr>
              <a:t>te</a:t>
            </a:r>
            <a:r>
              <a:rPr lang="id-ID" sz="1400" spc="2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20" dirty="0" err="1">
                <a:solidFill>
                  <a:srgbClr val="CEF3F5"/>
                </a:solidFill>
                <a:latin typeface="Roboto"/>
                <a:cs typeface="Roboto"/>
              </a:rPr>
              <a:t>akhi</a:t>
            </a:r>
            <a:r>
              <a:rPr lang="id-ID" sz="1400" spc="2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endParaRPr sz="14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21395" y="0"/>
            <a:ext cx="1022985" cy="573405"/>
            <a:chOff x="8121395" y="0"/>
            <a:chExt cx="1022985" cy="573405"/>
          </a:xfrm>
        </p:grpSpPr>
        <p:sp>
          <p:nvSpPr>
            <p:cNvPr id="3" name="object 3"/>
            <p:cNvSpPr/>
            <p:nvPr/>
          </p:nvSpPr>
          <p:spPr>
            <a:xfrm>
              <a:off x="8464295" y="0"/>
              <a:ext cx="680085" cy="396240"/>
            </a:xfrm>
            <a:custGeom>
              <a:avLst/>
              <a:gdLst/>
              <a:ahLst/>
              <a:cxnLst/>
              <a:rect l="l" t="t" r="r" b="b"/>
              <a:pathLst>
                <a:path w="680084" h="396240">
                  <a:moveTo>
                    <a:pt x="679703" y="0"/>
                  </a:moveTo>
                  <a:lnTo>
                    <a:pt x="17779" y="0"/>
                  </a:lnTo>
                  <a:lnTo>
                    <a:pt x="16591" y="17783"/>
                  </a:lnTo>
                  <a:lnTo>
                    <a:pt x="13128" y="34829"/>
                  </a:lnTo>
                  <a:lnTo>
                    <a:pt x="7546" y="50970"/>
                  </a:lnTo>
                  <a:lnTo>
                    <a:pt x="0" y="66039"/>
                  </a:lnTo>
                  <a:lnTo>
                    <a:pt x="573404" y="396239"/>
                  </a:lnTo>
                  <a:lnTo>
                    <a:pt x="597370" y="351700"/>
                  </a:lnTo>
                  <a:lnTo>
                    <a:pt x="618517" y="305502"/>
                  </a:lnTo>
                  <a:lnTo>
                    <a:pt x="636729" y="257762"/>
                  </a:lnTo>
                  <a:lnTo>
                    <a:pt x="651890" y="208597"/>
                  </a:lnTo>
                  <a:lnTo>
                    <a:pt x="663885" y="158122"/>
                  </a:lnTo>
                  <a:lnTo>
                    <a:pt x="672595" y="106453"/>
                  </a:lnTo>
                  <a:lnTo>
                    <a:pt x="677907" y="53707"/>
                  </a:lnTo>
                  <a:lnTo>
                    <a:pt x="679703" y="0"/>
                  </a:lnTo>
                  <a:close/>
                </a:path>
              </a:pathLst>
            </a:custGeom>
            <a:solidFill>
              <a:srgbClr val="C7ACFC">
                <a:alpha val="5764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417051" y="0"/>
              <a:ext cx="594360" cy="573405"/>
            </a:xfrm>
            <a:custGeom>
              <a:avLst/>
              <a:gdLst/>
              <a:ahLst/>
              <a:cxnLst/>
              <a:rect l="l" t="t" r="r" b="b"/>
              <a:pathLst>
                <a:path w="594359" h="573405">
                  <a:moveTo>
                    <a:pt x="594359" y="0"/>
                  </a:moveTo>
                  <a:lnTo>
                    <a:pt x="66040" y="0"/>
                  </a:lnTo>
                  <a:lnTo>
                    <a:pt x="61257" y="35367"/>
                  </a:lnTo>
                  <a:lnTo>
                    <a:pt x="47783" y="67103"/>
                  </a:lnTo>
                  <a:lnTo>
                    <a:pt x="26927" y="93958"/>
                  </a:lnTo>
                  <a:lnTo>
                    <a:pt x="0" y="114680"/>
                  </a:lnTo>
                  <a:lnTo>
                    <a:pt x="264287" y="573024"/>
                  </a:lnTo>
                  <a:lnTo>
                    <a:pt x="305563" y="547008"/>
                  </a:lnTo>
                  <a:lnTo>
                    <a:pt x="344712" y="518102"/>
                  </a:lnTo>
                  <a:lnTo>
                    <a:pt x="381585" y="486453"/>
                  </a:lnTo>
                  <a:lnTo>
                    <a:pt x="416032" y="452212"/>
                  </a:lnTo>
                  <a:lnTo>
                    <a:pt x="447905" y="415527"/>
                  </a:lnTo>
                  <a:lnTo>
                    <a:pt x="477054" y="376547"/>
                  </a:lnTo>
                  <a:lnTo>
                    <a:pt x="503332" y="335422"/>
                  </a:lnTo>
                  <a:lnTo>
                    <a:pt x="526589" y="292301"/>
                  </a:lnTo>
                  <a:lnTo>
                    <a:pt x="546677" y="247332"/>
                  </a:lnTo>
                  <a:lnTo>
                    <a:pt x="563446" y="200665"/>
                  </a:lnTo>
                  <a:lnTo>
                    <a:pt x="576747" y="152450"/>
                  </a:lnTo>
                  <a:lnTo>
                    <a:pt x="586433" y="102834"/>
                  </a:lnTo>
                  <a:lnTo>
                    <a:pt x="592353" y="51968"/>
                  </a:lnTo>
                  <a:lnTo>
                    <a:pt x="594359" y="0"/>
                  </a:lnTo>
                  <a:close/>
                </a:path>
              </a:pathLst>
            </a:custGeom>
            <a:solidFill>
              <a:srgbClr val="868FFF">
                <a:alpha val="580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349995" y="0"/>
              <a:ext cx="530860" cy="528955"/>
            </a:xfrm>
            <a:custGeom>
              <a:avLst/>
              <a:gdLst/>
              <a:ahLst/>
              <a:cxnLst/>
              <a:rect l="l" t="t" r="r" b="b"/>
              <a:pathLst>
                <a:path w="530859" h="528955">
                  <a:moveTo>
                    <a:pt x="530351" y="0"/>
                  </a:moveTo>
                  <a:lnTo>
                    <a:pt x="132460" y="0"/>
                  </a:lnTo>
                  <a:lnTo>
                    <a:pt x="125695" y="41853"/>
                  </a:lnTo>
                  <a:lnTo>
                    <a:pt x="106865" y="78183"/>
                  </a:lnTo>
                  <a:lnTo>
                    <a:pt x="78173" y="106820"/>
                  </a:lnTo>
                  <a:lnTo>
                    <a:pt x="41817" y="125593"/>
                  </a:lnTo>
                  <a:lnTo>
                    <a:pt x="0" y="132334"/>
                  </a:lnTo>
                  <a:lnTo>
                    <a:pt x="0" y="528827"/>
                  </a:lnTo>
                  <a:lnTo>
                    <a:pt x="48285" y="526667"/>
                  </a:lnTo>
                  <a:lnTo>
                    <a:pt x="95353" y="520309"/>
                  </a:lnTo>
                  <a:lnTo>
                    <a:pt x="141017" y="509940"/>
                  </a:lnTo>
                  <a:lnTo>
                    <a:pt x="185090" y="495747"/>
                  </a:lnTo>
                  <a:lnTo>
                    <a:pt x="227385" y="477916"/>
                  </a:lnTo>
                  <a:lnTo>
                    <a:pt x="267715" y="456635"/>
                  </a:lnTo>
                  <a:lnTo>
                    <a:pt x="305894" y="432089"/>
                  </a:lnTo>
                  <a:lnTo>
                    <a:pt x="341733" y="404466"/>
                  </a:lnTo>
                  <a:lnTo>
                    <a:pt x="375046" y="373951"/>
                  </a:lnTo>
                  <a:lnTo>
                    <a:pt x="405647" y="340732"/>
                  </a:lnTo>
                  <a:lnTo>
                    <a:pt x="433348" y="304994"/>
                  </a:lnTo>
                  <a:lnTo>
                    <a:pt x="457961" y="266925"/>
                  </a:lnTo>
                  <a:lnTo>
                    <a:pt x="479302" y="226711"/>
                  </a:lnTo>
                  <a:lnTo>
                    <a:pt x="497181" y="184539"/>
                  </a:lnTo>
                  <a:lnTo>
                    <a:pt x="511413" y="140596"/>
                  </a:lnTo>
                  <a:lnTo>
                    <a:pt x="521810" y="95067"/>
                  </a:lnTo>
                  <a:lnTo>
                    <a:pt x="528185" y="48139"/>
                  </a:lnTo>
                  <a:lnTo>
                    <a:pt x="530351" y="0"/>
                  </a:lnTo>
                  <a:close/>
                </a:path>
              </a:pathLst>
            </a:custGeom>
            <a:solidFill>
              <a:srgbClr val="9153F8">
                <a:alpha val="4627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51875" y="0"/>
              <a:ext cx="596265" cy="396240"/>
            </a:xfrm>
            <a:custGeom>
              <a:avLst/>
              <a:gdLst/>
              <a:ahLst/>
              <a:cxnLst/>
              <a:rect l="l" t="t" r="r" b="b"/>
              <a:pathLst>
                <a:path w="596265" h="396240">
                  <a:moveTo>
                    <a:pt x="595883" y="0"/>
                  </a:moveTo>
                  <a:lnTo>
                    <a:pt x="330962" y="0"/>
                  </a:lnTo>
                  <a:lnTo>
                    <a:pt x="324209" y="41791"/>
                  </a:lnTo>
                  <a:lnTo>
                    <a:pt x="305411" y="78083"/>
                  </a:lnTo>
                  <a:lnTo>
                    <a:pt x="276756" y="106701"/>
                  </a:lnTo>
                  <a:lnTo>
                    <a:pt x="240432" y="125467"/>
                  </a:lnTo>
                  <a:lnTo>
                    <a:pt x="198627" y="132207"/>
                  </a:lnTo>
                  <a:lnTo>
                    <a:pt x="180786" y="130982"/>
                  </a:lnTo>
                  <a:lnTo>
                    <a:pt x="163718" y="127460"/>
                  </a:lnTo>
                  <a:lnTo>
                    <a:pt x="147532" y="121866"/>
                  </a:lnTo>
                  <a:lnTo>
                    <a:pt x="132333" y="114426"/>
                  </a:lnTo>
                  <a:lnTo>
                    <a:pt x="0" y="343153"/>
                  </a:lnTo>
                  <a:lnTo>
                    <a:pt x="45448" y="365700"/>
                  </a:lnTo>
                  <a:lnTo>
                    <a:pt x="94027" y="382365"/>
                  </a:lnTo>
                  <a:lnTo>
                    <a:pt x="145250" y="392695"/>
                  </a:lnTo>
                  <a:lnTo>
                    <a:pt x="198627" y="396239"/>
                  </a:lnTo>
                  <a:lnTo>
                    <a:pt x="244943" y="393573"/>
                  </a:lnTo>
                  <a:lnTo>
                    <a:pt x="289693" y="385774"/>
                  </a:lnTo>
                  <a:lnTo>
                    <a:pt x="332578" y="373137"/>
                  </a:lnTo>
                  <a:lnTo>
                    <a:pt x="373300" y="355962"/>
                  </a:lnTo>
                  <a:lnTo>
                    <a:pt x="411561" y="334546"/>
                  </a:lnTo>
                  <a:lnTo>
                    <a:pt x="447062" y="309185"/>
                  </a:lnTo>
                  <a:lnTo>
                    <a:pt x="479504" y="280177"/>
                  </a:lnTo>
                  <a:lnTo>
                    <a:pt x="508589" y="247821"/>
                  </a:lnTo>
                  <a:lnTo>
                    <a:pt x="534018" y="212412"/>
                  </a:lnTo>
                  <a:lnTo>
                    <a:pt x="555494" y="174249"/>
                  </a:lnTo>
                  <a:lnTo>
                    <a:pt x="572717" y="133628"/>
                  </a:lnTo>
                  <a:lnTo>
                    <a:pt x="585388" y="90849"/>
                  </a:lnTo>
                  <a:lnTo>
                    <a:pt x="593210" y="46206"/>
                  </a:lnTo>
                  <a:lnTo>
                    <a:pt x="595883" y="0"/>
                  </a:lnTo>
                  <a:close/>
                </a:path>
              </a:pathLst>
            </a:custGeom>
            <a:solidFill>
              <a:srgbClr val="35C2DF">
                <a:alpha val="490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121395" y="0"/>
              <a:ext cx="494030" cy="265430"/>
            </a:xfrm>
            <a:custGeom>
              <a:avLst/>
              <a:gdLst/>
              <a:ahLst/>
              <a:cxnLst/>
              <a:rect l="l" t="t" r="r" b="b"/>
              <a:pathLst>
                <a:path w="494029" h="265430">
                  <a:moveTo>
                    <a:pt x="493775" y="0"/>
                  </a:moveTo>
                  <a:lnTo>
                    <a:pt x="361442" y="0"/>
                  </a:lnTo>
                  <a:lnTo>
                    <a:pt x="354690" y="41941"/>
                  </a:lnTo>
                  <a:lnTo>
                    <a:pt x="335899" y="78372"/>
                  </a:lnTo>
                  <a:lnTo>
                    <a:pt x="307263" y="107103"/>
                  </a:lnTo>
                  <a:lnTo>
                    <a:pt x="270977" y="125947"/>
                  </a:lnTo>
                  <a:lnTo>
                    <a:pt x="229234" y="132714"/>
                  </a:lnTo>
                  <a:lnTo>
                    <a:pt x="193940" y="127890"/>
                  </a:lnTo>
                  <a:lnTo>
                    <a:pt x="162242" y="114315"/>
                  </a:lnTo>
                  <a:lnTo>
                    <a:pt x="135401" y="93335"/>
                  </a:lnTo>
                  <a:lnTo>
                    <a:pt x="114680" y="66294"/>
                  </a:lnTo>
                  <a:lnTo>
                    <a:pt x="0" y="132714"/>
                  </a:lnTo>
                  <a:lnTo>
                    <a:pt x="26055" y="169999"/>
                  </a:lnTo>
                  <a:lnTo>
                    <a:pt x="57991" y="202221"/>
                  </a:lnTo>
                  <a:lnTo>
                    <a:pt x="95043" y="228615"/>
                  </a:lnTo>
                  <a:lnTo>
                    <a:pt x="136445" y="248416"/>
                  </a:lnTo>
                  <a:lnTo>
                    <a:pt x="181430" y="260858"/>
                  </a:lnTo>
                  <a:lnTo>
                    <a:pt x="229234" y="265175"/>
                  </a:lnTo>
                  <a:lnTo>
                    <a:pt x="276772" y="260902"/>
                  </a:lnTo>
                  <a:lnTo>
                    <a:pt x="321520" y="248583"/>
                  </a:lnTo>
                  <a:lnTo>
                    <a:pt x="362730" y="228966"/>
                  </a:lnTo>
                  <a:lnTo>
                    <a:pt x="399654" y="202802"/>
                  </a:lnTo>
                  <a:lnTo>
                    <a:pt x="431542" y="170840"/>
                  </a:lnTo>
                  <a:lnTo>
                    <a:pt x="457646" y="133829"/>
                  </a:lnTo>
                  <a:lnTo>
                    <a:pt x="477219" y="92519"/>
                  </a:lnTo>
                  <a:lnTo>
                    <a:pt x="489512" y="47660"/>
                  </a:lnTo>
                  <a:lnTo>
                    <a:pt x="493775" y="0"/>
                  </a:lnTo>
                  <a:close/>
                </a:path>
              </a:pathLst>
            </a:custGeom>
            <a:solidFill>
              <a:srgbClr val="C97AEB">
                <a:alpha val="4235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343147" y="1675510"/>
            <a:ext cx="2611120" cy="2611120"/>
            <a:chOff x="3343147" y="1675510"/>
            <a:chExt cx="2611120" cy="2611120"/>
          </a:xfrm>
        </p:grpSpPr>
        <p:sp>
          <p:nvSpPr>
            <p:cNvPr id="9" name="object 9"/>
            <p:cNvSpPr/>
            <p:nvPr/>
          </p:nvSpPr>
          <p:spPr>
            <a:xfrm>
              <a:off x="4648707" y="1685035"/>
              <a:ext cx="1049020" cy="1296035"/>
            </a:xfrm>
            <a:custGeom>
              <a:avLst/>
              <a:gdLst/>
              <a:ahLst/>
              <a:cxnLst/>
              <a:rect l="l" t="t" r="r" b="b"/>
              <a:pathLst>
                <a:path w="1049020" h="1296035">
                  <a:moveTo>
                    <a:pt x="0" y="0"/>
                  </a:moveTo>
                  <a:lnTo>
                    <a:pt x="0" y="1296034"/>
                  </a:lnTo>
                  <a:lnTo>
                    <a:pt x="1048512" y="534288"/>
                  </a:lnTo>
                  <a:lnTo>
                    <a:pt x="1018557" y="494671"/>
                  </a:lnTo>
                  <a:lnTo>
                    <a:pt x="987248" y="456392"/>
                  </a:lnTo>
                  <a:lnTo>
                    <a:pt x="954629" y="419477"/>
                  </a:lnTo>
                  <a:lnTo>
                    <a:pt x="920748" y="383948"/>
                  </a:lnTo>
                  <a:lnTo>
                    <a:pt x="885651" y="349829"/>
                  </a:lnTo>
                  <a:lnTo>
                    <a:pt x="849384" y="317143"/>
                  </a:lnTo>
                  <a:lnTo>
                    <a:pt x="811995" y="285916"/>
                  </a:lnTo>
                  <a:lnTo>
                    <a:pt x="773529" y="256169"/>
                  </a:lnTo>
                  <a:lnTo>
                    <a:pt x="734033" y="227927"/>
                  </a:lnTo>
                  <a:lnTo>
                    <a:pt x="693554" y="201213"/>
                  </a:lnTo>
                  <a:lnTo>
                    <a:pt x="652138" y="176052"/>
                  </a:lnTo>
                  <a:lnTo>
                    <a:pt x="609831" y="152466"/>
                  </a:lnTo>
                  <a:lnTo>
                    <a:pt x="566681" y="130479"/>
                  </a:lnTo>
                  <a:lnTo>
                    <a:pt x="522734" y="110116"/>
                  </a:lnTo>
                  <a:lnTo>
                    <a:pt x="478036" y="91399"/>
                  </a:lnTo>
                  <a:lnTo>
                    <a:pt x="432633" y="74352"/>
                  </a:lnTo>
                  <a:lnTo>
                    <a:pt x="386573" y="59000"/>
                  </a:lnTo>
                  <a:lnTo>
                    <a:pt x="339902" y="45365"/>
                  </a:lnTo>
                  <a:lnTo>
                    <a:pt x="292666" y="33471"/>
                  </a:lnTo>
                  <a:lnTo>
                    <a:pt x="244912" y="23342"/>
                  </a:lnTo>
                  <a:lnTo>
                    <a:pt x="196687" y="15002"/>
                  </a:lnTo>
                  <a:lnTo>
                    <a:pt x="148036" y="8474"/>
                  </a:lnTo>
                  <a:lnTo>
                    <a:pt x="99007" y="3782"/>
                  </a:lnTo>
                  <a:lnTo>
                    <a:pt x="49646" y="9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AD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48707" y="1685035"/>
              <a:ext cx="1049020" cy="1296035"/>
            </a:xfrm>
            <a:custGeom>
              <a:avLst/>
              <a:gdLst/>
              <a:ahLst/>
              <a:cxnLst/>
              <a:rect l="l" t="t" r="r" b="b"/>
              <a:pathLst>
                <a:path w="1049020" h="1296035">
                  <a:moveTo>
                    <a:pt x="0" y="0"/>
                  </a:moveTo>
                  <a:lnTo>
                    <a:pt x="49646" y="949"/>
                  </a:lnTo>
                  <a:lnTo>
                    <a:pt x="99007" y="3782"/>
                  </a:lnTo>
                  <a:lnTo>
                    <a:pt x="148036" y="8474"/>
                  </a:lnTo>
                  <a:lnTo>
                    <a:pt x="196687" y="15002"/>
                  </a:lnTo>
                  <a:lnTo>
                    <a:pt x="244912" y="23342"/>
                  </a:lnTo>
                  <a:lnTo>
                    <a:pt x="292666" y="33471"/>
                  </a:lnTo>
                  <a:lnTo>
                    <a:pt x="339902" y="45365"/>
                  </a:lnTo>
                  <a:lnTo>
                    <a:pt x="386573" y="59000"/>
                  </a:lnTo>
                  <a:lnTo>
                    <a:pt x="432633" y="74352"/>
                  </a:lnTo>
                  <a:lnTo>
                    <a:pt x="478036" y="91399"/>
                  </a:lnTo>
                  <a:lnTo>
                    <a:pt x="522734" y="110116"/>
                  </a:lnTo>
                  <a:lnTo>
                    <a:pt x="566681" y="130479"/>
                  </a:lnTo>
                  <a:lnTo>
                    <a:pt x="609831" y="152466"/>
                  </a:lnTo>
                  <a:lnTo>
                    <a:pt x="652138" y="176052"/>
                  </a:lnTo>
                  <a:lnTo>
                    <a:pt x="693554" y="201213"/>
                  </a:lnTo>
                  <a:lnTo>
                    <a:pt x="734033" y="227927"/>
                  </a:lnTo>
                  <a:lnTo>
                    <a:pt x="773529" y="256169"/>
                  </a:lnTo>
                  <a:lnTo>
                    <a:pt x="811995" y="285916"/>
                  </a:lnTo>
                  <a:lnTo>
                    <a:pt x="849384" y="317143"/>
                  </a:lnTo>
                  <a:lnTo>
                    <a:pt x="885651" y="349829"/>
                  </a:lnTo>
                  <a:lnTo>
                    <a:pt x="920748" y="383948"/>
                  </a:lnTo>
                  <a:lnTo>
                    <a:pt x="954629" y="419477"/>
                  </a:lnTo>
                  <a:lnTo>
                    <a:pt x="987248" y="456392"/>
                  </a:lnTo>
                  <a:lnTo>
                    <a:pt x="1018557" y="494671"/>
                  </a:lnTo>
                  <a:lnTo>
                    <a:pt x="1048512" y="534288"/>
                  </a:lnTo>
                  <a:lnTo>
                    <a:pt x="0" y="129603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48707" y="2219324"/>
              <a:ext cx="1296035" cy="762000"/>
            </a:xfrm>
            <a:custGeom>
              <a:avLst/>
              <a:gdLst/>
              <a:ahLst/>
              <a:cxnLst/>
              <a:rect l="l" t="t" r="r" b="b"/>
              <a:pathLst>
                <a:path w="1296035" h="762000">
                  <a:moveTo>
                    <a:pt x="1048512" y="0"/>
                  </a:moveTo>
                  <a:lnTo>
                    <a:pt x="0" y="761745"/>
                  </a:lnTo>
                  <a:lnTo>
                    <a:pt x="1296034" y="761745"/>
                  </a:lnTo>
                  <a:lnTo>
                    <a:pt x="1295021" y="710521"/>
                  </a:lnTo>
                  <a:lnTo>
                    <a:pt x="1291993" y="659516"/>
                  </a:lnTo>
                  <a:lnTo>
                    <a:pt x="1286970" y="608787"/>
                  </a:lnTo>
                  <a:lnTo>
                    <a:pt x="1279969" y="558391"/>
                  </a:lnTo>
                  <a:lnTo>
                    <a:pt x="1271010" y="508383"/>
                  </a:lnTo>
                  <a:lnTo>
                    <a:pt x="1260110" y="458819"/>
                  </a:lnTo>
                  <a:lnTo>
                    <a:pt x="1247290" y="409757"/>
                  </a:lnTo>
                  <a:lnTo>
                    <a:pt x="1232566" y="361251"/>
                  </a:lnTo>
                  <a:lnTo>
                    <a:pt x="1215959" y="313359"/>
                  </a:lnTo>
                  <a:lnTo>
                    <a:pt x="1197485" y="266135"/>
                  </a:lnTo>
                  <a:lnTo>
                    <a:pt x="1177165" y="219638"/>
                  </a:lnTo>
                  <a:lnTo>
                    <a:pt x="1155017" y="173922"/>
                  </a:lnTo>
                  <a:lnTo>
                    <a:pt x="1131059" y="129044"/>
                  </a:lnTo>
                  <a:lnTo>
                    <a:pt x="1105309" y="85060"/>
                  </a:lnTo>
                  <a:lnTo>
                    <a:pt x="1077787" y="42027"/>
                  </a:lnTo>
                  <a:lnTo>
                    <a:pt x="1048512" y="0"/>
                  </a:lnTo>
                  <a:close/>
                </a:path>
              </a:pathLst>
            </a:custGeom>
            <a:solidFill>
              <a:srgbClr val="868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48707" y="2219324"/>
              <a:ext cx="1296035" cy="762000"/>
            </a:xfrm>
            <a:custGeom>
              <a:avLst/>
              <a:gdLst/>
              <a:ahLst/>
              <a:cxnLst/>
              <a:rect l="l" t="t" r="r" b="b"/>
              <a:pathLst>
                <a:path w="1296035" h="762000">
                  <a:moveTo>
                    <a:pt x="1048512" y="0"/>
                  </a:moveTo>
                  <a:lnTo>
                    <a:pt x="1077787" y="42027"/>
                  </a:lnTo>
                  <a:lnTo>
                    <a:pt x="1105309" y="85060"/>
                  </a:lnTo>
                  <a:lnTo>
                    <a:pt x="1131059" y="129044"/>
                  </a:lnTo>
                  <a:lnTo>
                    <a:pt x="1155017" y="173922"/>
                  </a:lnTo>
                  <a:lnTo>
                    <a:pt x="1177165" y="219638"/>
                  </a:lnTo>
                  <a:lnTo>
                    <a:pt x="1197485" y="266135"/>
                  </a:lnTo>
                  <a:lnTo>
                    <a:pt x="1215959" y="313359"/>
                  </a:lnTo>
                  <a:lnTo>
                    <a:pt x="1232566" y="361251"/>
                  </a:lnTo>
                  <a:lnTo>
                    <a:pt x="1247290" y="409757"/>
                  </a:lnTo>
                  <a:lnTo>
                    <a:pt x="1260110" y="458819"/>
                  </a:lnTo>
                  <a:lnTo>
                    <a:pt x="1271010" y="508383"/>
                  </a:lnTo>
                  <a:lnTo>
                    <a:pt x="1279969" y="558391"/>
                  </a:lnTo>
                  <a:lnTo>
                    <a:pt x="1286970" y="608787"/>
                  </a:lnTo>
                  <a:lnTo>
                    <a:pt x="1291993" y="659516"/>
                  </a:lnTo>
                  <a:lnTo>
                    <a:pt x="1295021" y="710521"/>
                  </a:lnTo>
                  <a:lnTo>
                    <a:pt x="1296034" y="761745"/>
                  </a:lnTo>
                  <a:lnTo>
                    <a:pt x="0" y="761745"/>
                  </a:lnTo>
                  <a:lnTo>
                    <a:pt x="1048512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48707" y="2981070"/>
              <a:ext cx="1296035" cy="1296035"/>
            </a:xfrm>
            <a:custGeom>
              <a:avLst/>
              <a:gdLst/>
              <a:ahLst/>
              <a:cxnLst/>
              <a:rect l="l" t="t" r="r" b="b"/>
              <a:pathLst>
                <a:path w="1296035" h="1296035">
                  <a:moveTo>
                    <a:pt x="1296034" y="0"/>
                  </a:moveTo>
                  <a:lnTo>
                    <a:pt x="0" y="0"/>
                  </a:lnTo>
                  <a:lnTo>
                    <a:pt x="0" y="1296009"/>
                  </a:lnTo>
                  <a:lnTo>
                    <a:pt x="48587" y="1295115"/>
                  </a:lnTo>
                  <a:lnTo>
                    <a:pt x="96723" y="1292454"/>
                  </a:lnTo>
                  <a:lnTo>
                    <a:pt x="144377" y="1288058"/>
                  </a:lnTo>
                  <a:lnTo>
                    <a:pt x="191516" y="1281957"/>
                  </a:lnTo>
                  <a:lnTo>
                    <a:pt x="238110" y="1274183"/>
                  </a:lnTo>
                  <a:lnTo>
                    <a:pt x="284128" y="1264768"/>
                  </a:lnTo>
                  <a:lnTo>
                    <a:pt x="329538" y="1253742"/>
                  </a:lnTo>
                  <a:lnTo>
                    <a:pt x="374308" y="1241138"/>
                  </a:lnTo>
                  <a:lnTo>
                    <a:pt x="418408" y="1226985"/>
                  </a:lnTo>
                  <a:lnTo>
                    <a:pt x="461806" y="1211317"/>
                  </a:lnTo>
                  <a:lnTo>
                    <a:pt x="504471" y="1194163"/>
                  </a:lnTo>
                  <a:lnTo>
                    <a:pt x="546372" y="1175556"/>
                  </a:lnTo>
                  <a:lnTo>
                    <a:pt x="587476" y="1155526"/>
                  </a:lnTo>
                  <a:lnTo>
                    <a:pt x="627753" y="1134105"/>
                  </a:lnTo>
                  <a:lnTo>
                    <a:pt x="667172" y="1111324"/>
                  </a:lnTo>
                  <a:lnTo>
                    <a:pt x="705700" y="1087215"/>
                  </a:lnTo>
                  <a:lnTo>
                    <a:pt x="743308" y="1061809"/>
                  </a:lnTo>
                  <a:lnTo>
                    <a:pt x="779963" y="1035137"/>
                  </a:lnTo>
                  <a:lnTo>
                    <a:pt x="815634" y="1007231"/>
                  </a:lnTo>
                  <a:lnTo>
                    <a:pt x="850290" y="978122"/>
                  </a:lnTo>
                  <a:lnTo>
                    <a:pt x="883900" y="947840"/>
                  </a:lnTo>
                  <a:lnTo>
                    <a:pt x="916431" y="916419"/>
                  </a:lnTo>
                  <a:lnTo>
                    <a:pt x="947854" y="883888"/>
                  </a:lnTo>
                  <a:lnTo>
                    <a:pt x="978136" y="850279"/>
                  </a:lnTo>
                  <a:lnTo>
                    <a:pt x="1007246" y="815624"/>
                  </a:lnTo>
                  <a:lnTo>
                    <a:pt x="1035154" y="779954"/>
                  </a:lnTo>
                  <a:lnTo>
                    <a:pt x="1061826" y="743300"/>
                  </a:lnTo>
                  <a:lnTo>
                    <a:pt x="1087233" y="705693"/>
                  </a:lnTo>
                  <a:lnTo>
                    <a:pt x="1111343" y="667165"/>
                  </a:lnTo>
                  <a:lnTo>
                    <a:pt x="1134124" y="627747"/>
                  </a:lnTo>
                  <a:lnTo>
                    <a:pt x="1155546" y="587471"/>
                  </a:lnTo>
                  <a:lnTo>
                    <a:pt x="1175576" y="546367"/>
                  </a:lnTo>
                  <a:lnTo>
                    <a:pt x="1194184" y="504467"/>
                  </a:lnTo>
                  <a:lnTo>
                    <a:pt x="1211339" y="461803"/>
                  </a:lnTo>
                  <a:lnTo>
                    <a:pt x="1227008" y="418406"/>
                  </a:lnTo>
                  <a:lnTo>
                    <a:pt x="1241161" y="374306"/>
                  </a:lnTo>
                  <a:lnTo>
                    <a:pt x="1253766" y="329536"/>
                  </a:lnTo>
                  <a:lnTo>
                    <a:pt x="1264792" y="284127"/>
                  </a:lnTo>
                  <a:lnTo>
                    <a:pt x="1274208" y="238110"/>
                  </a:lnTo>
                  <a:lnTo>
                    <a:pt x="1281982" y="191516"/>
                  </a:lnTo>
                  <a:lnTo>
                    <a:pt x="1288083" y="144376"/>
                  </a:lnTo>
                  <a:lnTo>
                    <a:pt x="1292480" y="96723"/>
                  </a:lnTo>
                  <a:lnTo>
                    <a:pt x="1295141" y="48587"/>
                  </a:lnTo>
                  <a:lnTo>
                    <a:pt x="1296034" y="0"/>
                  </a:lnTo>
                  <a:close/>
                </a:path>
              </a:pathLst>
            </a:custGeom>
            <a:solidFill>
              <a:srgbClr val="9153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648707" y="2981070"/>
              <a:ext cx="1296035" cy="1296035"/>
            </a:xfrm>
            <a:custGeom>
              <a:avLst/>
              <a:gdLst/>
              <a:ahLst/>
              <a:cxnLst/>
              <a:rect l="l" t="t" r="r" b="b"/>
              <a:pathLst>
                <a:path w="1296035" h="1296035">
                  <a:moveTo>
                    <a:pt x="1296034" y="0"/>
                  </a:moveTo>
                  <a:lnTo>
                    <a:pt x="1295141" y="48587"/>
                  </a:lnTo>
                  <a:lnTo>
                    <a:pt x="1292480" y="96723"/>
                  </a:lnTo>
                  <a:lnTo>
                    <a:pt x="1288083" y="144376"/>
                  </a:lnTo>
                  <a:lnTo>
                    <a:pt x="1281982" y="191516"/>
                  </a:lnTo>
                  <a:lnTo>
                    <a:pt x="1274208" y="238110"/>
                  </a:lnTo>
                  <a:lnTo>
                    <a:pt x="1264792" y="284127"/>
                  </a:lnTo>
                  <a:lnTo>
                    <a:pt x="1253766" y="329536"/>
                  </a:lnTo>
                  <a:lnTo>
                    <a:pt x="1241161" y="374306"/>
                  </a:lnTo>
                  <a:lnTo>
                    <a:pt x="1227008" y="418406"/>
                  </a:lnTo>
                  <a:lnTo>
                    <a:pt x="1211339" y="461803"/>
                  </a:lnTo>
                  <a:lnTo>
                    <a:pt x="1194184" y="504467"/>
                  </a:lnTo>
                  <a:lnTo>
                    <a:pt x="1175576" y="546367"/>
                  </a:lnTo>
                  <a:lnTo>
                    <a:pt x="1155546" y="587471"/>
                  </a:lnTo>
                  <a:lnTo>
                    <a:pt x="1134124" y="627747"/>
                  </a:lnTo>
                  <a:lnTo>
                    <a:pt x="1111343" y="667165"/>
                  </a:lnTo>
                  <a:lnTo>
                    <a:pt x="1087233" y="705693"/>
                  </a:lnTo>
                  <a:lnTo>
                    <a:pt x="1061826" y="743300"/>
                  </a:lnTo>
                  <a:lnTo>
                    <a:pt x="1035154" y="779954"/>
                  </a:lnTo>
                  <a:lnTo>
                    <a:pt x="1007246" y="815624"/>
                  </a:lnTo>
                  <a:lnTo>
                    <a:pt x="978136" y="850279"/>
                  </a:lnTo>
                  <a:lnTo>
                    <a:pt x="947854" y="883888"/>
                  </a:lnTo>
                  <a:lnTo>
                    <a:pt x="916431" y="916419"/>
                  </a:lnTo>
                  <a:lnTo>
                    <a:pt x="883900" y="947840"/>
                  </a:lnTo>
                  <a:lnTo>
                    <a:pt x="850290" y="978122"/>
                  </a:lnTo>
                  <a:lnTo>
                    <a:pt x="815634" y="1007231"/>
                  </a:lnTo>
                  <a:lnTo>
                    <a:pt x="779963" y="1035137"/>
                  </a:lnTo>
                  <a:lnTo>
                    <a:pt x="743308" y="1061809"/>
                  </a:lnTo>
                  <a:lnTo>
                    <a:pt x="705700" y="1087215"/>
                  </a:lnTo>
                  <a:lnTo>
                    <a:pt x="667172" y="1111324"/>
                  </a:lnTo>
                  <a:lnTo>
                    <a:pt x="627753" y="1134105"/>
                  </a:lnTo>
                  <a:lnTo>
                    <a:pt x="587476" y="1155526"/>
                  </a:lnTo>
                  <a:lnTo>
                    <a:pt x="546372" y="1175556"/>
                  </a:lnTo>
                  <a:lnTo>
                    <a:pt x="504471" y="1194163"/>
                  </a:lnTo>
                  <a:lnTo>
                    <a:pt x="461806" y="1211317"/>
                  </a:lnTo>
                  <a:lnTo>
                    <a:pt x="418408" y="1226985"/>
                  </a:lnTo>
                  <a:lnTo>
                    <a:pt x="374308" y="1241138"/>
                  </a:lnTo>
                  <a:lnTo>
                    <a:pt x="329538" y="1253742"/>
                  </a:lnTo>
                  <a:lnTo>
                    <a:pt x="284128" y="1264768"/>
                  </a:lnTo>
                  <a:lnTo>
                    <a:pt x="238110" y="1274183"/>
                  </a:lnTo>
                  <a:lnTo>
                    <a:pt x="191516" y="1281957"/>
                  </a:lnTo>
                  <a:lnTo>
                    <a:pt x="144377" y="1288058"/>
                  </a:lnTo>
                  <a:lnTo>
                    <a:pt x="96723" y="1292454"/>
                  </a:lnTo>
                  <a:lnTo>
                    <a:pt x="48587" y="1295115"/>
                  </a:lnTo>
                  <a:lnTo>
                    <a:pt x="0" y="1296009"/>
                  </a:lnTo>
                  <a:lnTo>
                    <a:pt x="0" y="0"/>
                  </a:lnTo>
                  <a:lnTo>
                    <a:pt x="1296034" y="0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52672" y="2981070"/>
              <a:ext cx="1296035" cy="1296035"/>
            </a:xfrm>
            <a:custGeom>
              <a:avLst/>
              <a:gdLst/>
              <a:ahLst/>
              <a:cxnLst/>
              <a:rect l="l" t="t" r="r" b="b"/>
              <a:pathLst>
                <a:path w="1296035" h="1296035">
                  <a:moveTo>
                    <a:pt x="1296035" y="0"/>
                  </a:moveTo>
                  <a:lnTo>
                    <a:pt x="0" y="0"/>
                  </a:lnTo>
                  <a:lnTo>
                    <a:pt x="893" y="48587"/>
                  </a:lnTo>
                  <a:lnTo>
                    <a:pt x="3554" y="96723"/>
                  </a:lnTo>
                  <a:lnTo>
                    <a:pt x="7951" y="144376"/>
                  </a:lnTo>
                  <a:lnTo>
                    <a:pt x="14052" y="191516"/>
                  </a:lnTo>
                  <a:lnTo>
                    <a:pt x="21826" y="238110"/>
                  </a:lnTo>
                  <a:lnTo>
                    <a:pt x="31242" y="284127"/>
                  </a:lnTo>
                  <a:lnTo>
                    <a:pt x="42268" y="329536"/>
                  </a:lnTo>
                  <a:lnTo>
                    <a:pt x="54873" y="374306"/>
                  </a:lnTo>
                  <a:lnTo>
                    <a:pt x="69026" y="418406"/>
                  </a:lnTo>
                  <a:lnTo>
                    <a:pt x="84695" y="461803"/>
                  </a:lnTo>
                  <a:lnTo>
                    <a:pt x="101850" y="504467"/>
                  </a:lnTo>
                  <a:lnTo>
                    <a:pt x="120458" y="546367"/>
                  </a:lnTo>
                  <a:lnTo>
                    <a:pt x="140488" y="587471"/>
                  </a:lnTo>
                  <a:lnTo>
                    <a:pt x="161910" y="627747"/>
                  </a:lnTo>
                  <a:lnTo>
                    <a:pt x="184691" y="667165"/>
                  </a:lnTo>
                  <a:lnTo>
                    <a:pt x="208801" y="705693"/>
                  </a:lnTo>
                  <a:lnTo>
                    <a:pt x="234208" y="743300"/>
                  </a:lnTo>
                  <a:lnTo>
                    <a:pt x="260880" y="779954"/>
                  </a:lnTo>
                  <a:lnTo>
                    <a:pt x="288788" y="815624"/>
                  </a:lnTo>
                  <a:lnTo>
                    <a:pt x="317898" y="850279"/>
                  </a:lnTo>
                  <a:lnTo>
                    <a:pt x="348180" y="883888"/>
                  </a:lnTo>
                  <a:lnTo>
                    <a:pt x="379603" y="916419"/>
                  </a:lnTo>
                  <a:lnTo>
                    <a:pt x="412134" y="947840"/>
                  </a:lnTo>
                  <a:lnTo>
                    <a:pt x="445744" y="978122"/>
                  </a:lnTo>
                  <a:lnTo>
                    <a:pt x="480400" y="1007231"/>
                  </a:lnTo>
                  <a:lnTo>
                    <a:pt x="516071" y="1035137"/>
                  </a:lnTo>
                  <a:lnTo>
                    <a:pt x="552726" y="1061809"/>
                  </a:lnTo>
                  <a:lnTo>
                    <a:pt x="590334" y="1087215"/>
                  </a:lnTo>
                  <a:lnTo>
                    <a:pt x="628862" y="1111324"/>
                  </a:lnTo>
                  <a:lnTo>
                    <a:pt x="668281" y="1134105"/>
                  </a:lnTo>
                  <a:lnTo>
                    <a:pt x="708558" y="1155526"/>
                  </a:lnTo>
                  <a:lnTo>
                    <a:pt x="749662" y="1175556"/>
                  </a:lnTo>
                  <a:lnTo>
                    <a:pt x="791563" y="1194163"/>
                  </a:lnTo>
                  <a:lnTo>
                    <a:pt x="834228" y="1211317"/>
                  </a:lnTo>
                  <a:lnTo>
                    <a:pt x="877626" y="1226985"/>
                  </a:lnTo>
                  <a:lnTo>
                    <a:pt x="921726" y="1241138"/>
                  </a:lnTo>
                  <a:lnTo>
                    <a:pt x="966496" y="1253742"/>
                  </a:lnTo>
                  <a:lnTo>
                    <a:pt x="1011906" y="1264768"/>
                  </a:lnTo>
                  <a:lnTo>
                    <a:pt x="1057924" y="1274183"/>
                  </a:lnTo>
                  <a:lnTo>
                    <a:pt x="1104518" y="1281957"/>
                  </a:lnTo>
                  <a:lnTo>
                    <a:pt x="1151657" y="1288058"/>
                  </a:lnTo>
                  <a:lnTo>
                    <a:pt x="1199311" y="1292454"/>
                  </a:lnTo>
                  <a:lnTo>
                    <a:pt x="1247447" y="1295115"/>
                  </a:lnTo>
                  <a:lnTo>
                    <a:pt x="1296035" y="1296009"/>
                  </a:lnTo>
                  <a:lnTo>
                    <a:pt x="1296035" y="0"/>
                  </a:lnTo>
                  <a:close/>
                </a:path>
              </a:pathLst>
            </a:custGeom>
            <a:solidFill>
              <a:srgbClr val="35C2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352672" y="2981070"/>
              <a:ext cx="1296035" cy="1296035"/>
            </a:xfrm>
            <a:custGeom>
              <a:avLst/>
              <a:gdLst/>
              <a:ahLst/>
              <a:cxnLst/>
              <a:rect l="l" t="t" r="r" b="b"/>
              <a:pathLst>
                <a:path w="1296035" h="1296035">
                  <a:moveTo>
                    <a:pt x="1296035" y="1296009"/>
                  </a:moveTo>
                  <a:lnTo>
                    <a:pt x="1247447" y="1295115"/>
                  </a:lnTo>
                  <a:lnTo>
                    <a:pt x="1199311" y="1292454"/>
                  </a:lnTo>
                  <a:lnTo>
                    <a:pt x="1151657" y="1288058"/>
                  </a:lnTo>
                  <a:lnTo>
                    <a:pt x="1104518" y="1281957"/>
                  </a:lnTo>
                  <a:lnTo>
                    <a:pt x="1057924" y="1274183"/>
                  </a:lnTo>
                  <a:lnTo>
                    <a:pt x="1011906" y="1264768"/>
                  </a:lnTo>
                  <a:lnTo>
                    <a:pt x="966496" y="1253742"/>
                  </a:lnTo>
                  <a:lnTo>
                    <a:pt x="921726" y="1241138"/>
                  </a:lnTo>
                  <a:lnTo>
                    <a:pt x="877626" y="1226985"/>
                  </a:lnTo>
                  <a:lnTo>
                    <a:pt x="834228" y="1211317"/>
                  </a:lnTo>
                  <a:lnTo>
                    <a:pt x="791563" y="1194163"/>
                  </a:lnTo>
                  <a:lnTo>
                    <a:pt x="749662" y="1175556"/>
                  </a:lnTo>
                  <a:lnTo>
                    <a:pt x="708558" y="1155526"/>
                  </a:lnTo>
                  <a:lnTo>
                    <a:pt x="668281" y="1134105"/>
                  </a:lnTo>
                  <a:lnTo>
                    <a:pt x="628862" y="1111324"/>
                  </a:lnTo>
                  <a:lnTo>
                    <a:pt x="590334" y="1087215"/>
                  </a:lnTo>
                  <a:lnTo>
                    <a:pt x="552726" y="1061809"/>
                  </a:lnTo>
                  <a:lnTo>
                    <a:pt x="516071" y="1035137"/>
                  </a:lnTo>
                  <a:lnTo>
                    <a:pt x="480400" y="1007231"/>
                  </a:lnTo>
                  <a:lnTo>
                    <a:pt x="445744" y="978122"/>
                  </a:lnTo>
                  <a:lnTo>
                    <a:pt x="412134" y="947840"/>
                  </a:lnTo>
                  <a:lnTo>
                    <a:pt x="379603" y="916419"/>
                  </a:lnTo>
                  <a:lnTo>
                    <a:pt x="348180" y="883888"/>
                  </a:lnTo>
                  <a:lnTo>
                    <a:pt x="317898" y="850279"/>
                  </a:lnTo>
                  <a:lnTo>
                    <a:pt x="288788" y="815624"/>
                  </a:lnTo>
                  <a:lnTo>
                    <a:pt x="260880" y="779954"/>
                  </a:lnTo>
                  <a:lnTo>
                    <a:pt x="234208" y="743300"/>
                  </a:lnTo>
                  <a:lnTo>
                    <a:pt x="208801" y="705693"/>
                  </a:lnTo>
                  <a:lnTo>
                    <a:pt x="184691" y="667165"/>
                  </a:lnTo>
                  <a:lnTo>
                    <a:pt x="161910" y="627747"/>
                  </a:lnTo>
                  <a:lnTo>
                    <a:pt x="140488" y="587471"/>
                  </a:lnTo>
                  <a:lnTo>
                    <a:pt x="120458" y="546367"/>
                  </a:lnTo>
                  <a:lnTo>
                    <a:pt x="101850" y="504467"/>
                  </a:lnTo>
                  <a:lnTo>
                    <a:pt x="84695" y="461803"/>
                  </a:lnTo>
                  <a:lnTo>
                    <a:pt x="69026" y="418406"/>
                  </a:lnTo>
                  <a:lnTo>
                    <a:pt x="54873" y="374306"/>
                  </a:lnTo>
                  <a:lnTo>
                    <a:pt x="42268" y="329536"/>
                  </a:lnTo>
                  <a:lnTo>
                    <a:pt x="31242" y="284127"/>
                  </a:lnTo>
                  <a:lnTo>
                    <a:pt x="21826" y="238110"/>
                  </a:lnTo>
                  <a:lnTo>
                    <a:pt x="14052" y="191516"/>
                  </a:lnTo>
                  <a:lnTo>
                    <a:pt x="7951" y="144376"/>
                  </a:lnTo>
                  <a:lnTo>
                    <a:pt x="3554" y="96723"/>
                  </a:lnTo>
                  <a:lnTo>
                    <a:pt x="893" y="48587"/>
                  </a:lnTo>
                  <a:lnTo>
                    <a:pt x="0" y="0"/>
                  </a:lnTo>
                  <a:lnTo>
                    <a:pt x="1296035" y="0"/>
                  </a:lnTo>
                  <a:lnTo>
                    <a:pt x="1296035" y="129600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352672" y="1685035"/>
              <a:ext cx="1296035" cy="1296035"/>
            </a:xfrm>
            <a:custGeom>
              <a:avLst/>
              <a:gdLst/>
              <a:ahLst/>
              <a:cxnLst/>
              <a:rect l="l" t="t" r="r" b="b"/>
              <a:pathLst>
                <a:path w="1296035" h="1296035">
                  <a:moveTo>
                    <a:pt x="1296035" y="0"/>
                  </a:moveTo>
                  <a:lnTo>
                    <a:pt x="1247447" y="893"/>
                  </a:lnTo>
                  <a:lnTo>
                    <a:pt x="1199311" y="3554"/>
                  </a:lnTo>
                  <a:lnTo>
                    <a:pt x="1151657" y="7951"/>
                  </a:lnTo>
                  <a:lnTo>
                    <a:pt x="1104518" y="14052"/>
                  </a:lnTo>
                  <a:lnTo>
                    <a:pt x="1057924" y="21826"/>
                  </a:lnTo>
                  <a:lnTo>
                    <a:pt x="1011906" y="31242"/>
                  </a:lnTo>
                  <a:lnTo>
                    <a:pt x="966496" y="42268"/>
                  </a:lnTo>
                  <a:lnTo>
                    <a:pt x="921726" y="54873"/>
                  </a:lnTo>
                  <a:lnTo>
                    <a:pt x="877626" y="69026"/>
                  </a:lnTo>
                  <a:lnTo>
                    <a:pt x="834228" y="84695"/>
                  </a:lnTo>
                  <a:lnTo>
                    <a:pt x="791563" y="101850"/>
                  </a:lnTo>
                  <a:lnTo>
                    <a:pt x="749662" y="120458"/>
                  </a:lnTo>
                  <a:lnTo>
                    <a:pt x="708558" y="140488"/>
                  </a:lnTo>
                  <a:lnTo>
                    <a:pt x="668281" y="161910"/>
                  </a:lnTo>
                  <a:lnTo>
                    <a:pt x="628862" y="184691"/>
                  </a:lnTo>
                  <a:lnTo>
                    <a:pt x="590334" y="208801"/>
                  </a:lnTo>
                  <a:lnTo>
                    <a:pt x="552726" y="234208"/>
                  </a:lnTo>
                  <a:lnTo>
                    <a:pt x="516071" y="260880"/>
                  </a:lnTo>
                  <a:lnTo>
                    <a:pt x="480400" y="288788"/>
                  </a:lnTo>
                  <a:lnTo>
                    <a:pt x="445744" y="317898"/>
                  </a:lnTo>
                  <a:lnTo>
                    <a:pt x="412134" y="348180"/>
                  </a:lnTo>
                  <a:lnTo>
                    <a:pt x="379603" y="379603"/>
                  </a:lnTo>
                  <a:lnTo>
                    <a:pt x="348180" y="412134"/>
                  </a:lnTo>
                  <a:lnTo>
                    <a:pt x="317898" y="445744"/>
                  </a:lnTo>
                  <a:lnTo>
                    <a:pt x="288788" y="480400"/>
                  </a:lnTo>
                  <a:lnTo>
                    <a:pt x="260880" y="516071"/>
                  </a:lnTo>
                  <a:lnTo>
                    <a:pt x="234208" y="552726"/>
                  </a:lnTo>
                  <a:lnTo>
                    <a:pt x="208801" y="590334"/>
                  </a:lnTo>
                  <a:lnTo>
                    <a:pt x="184691" y="628862"/>
                  </a:lnTo>
                  <a:lnTo>
                    <a:pt x="161910" y="668281"/>
                  </a:lnTo>
                  <a:lnTo>
                    <a:pt x="140488" y="708558"/>
                  </a:lnTo>
                  <a:lnTo>
                    <a:pt x="120458" y="749662"/>
                  </a:lnTo>
                  <a:lnTo>
                    <a:pt x="101850" y="791563"/>
                  </a:lnTo>
                  <a:lnTo>
                    <a:pt x="84695" y="834228"/>
                  </a:lnTo>
                  <a:lnTo>
                    <a:pt x="69026" y="877626"/>
                  </a:lnTo>
                  <a:lnTo>
                    <a:pt x="54873" y="921726"/>
                  </a:lnTo>
                  <a:lnTo>
                    <a:pt x="42268" y="966496"/>
                  </a:lnTo>
                  <a:lnTo>
                    <a:pt x="31242" y="1011906"/>
                  </a:lnTo>
                  <a:lnTo>
                    <a:pt x="21826" y="1057924"/>
                  </a:lnTo>
                  <a:lnTo>
                    <a:pt x="14052" y="1104518"/>
                  </a:lnTo>
                  <a:lnTo>
                    <a:pt x="7951" y="1151657"/>
                  </a:lnTo>
                  <a:lnTo>
                    <a:pt x="3554" y="1199311"/>
                  </a:lnTo>
                  <a:lnTo>
                    <a:pt x="893" y="1247447"/>
                  </a:lnTo>
                  <a:lnTo>
                    <a:pt x="0" y="1296034"/>
                  </a:lnTo>
                  <a:lnTo>
                    <a:pt x="1296035" y="1296034"/>
                  </a:lnTo>
                  <a:lnTo>
                    <a:pt x="1296035" y="0"/>
                  </a:lnTo>
                  <a:close/>
                </a:path>
              </a:pathLst>
            </a:custGeom>
            <a:solidFill>
              <a:srgbClr val="C97A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352672" y="1685035"/>
              <a:ext cx="1296035" cy="1296035"/>
            </a:xfrm>
            <a:custGeom>
              <a:avLst/>
              <a:gdLst/>
              <a:ahLst/>
              <a:cxnLst/>
              <a:rect l="l" t="t" r="r" b="b"/>
              <a:pathLst>
                <a:path w="1296035" h="1296035">
                  <a:moveTo>
                    <a:pt x="0" y="1296034"/>
                  </a:moveTo>
                  <a:lnTo>
                    <a:pt x="893" y="1247447"/>
                  </a:lnTo>
                  <a:lnTo>
                    <a:pt x="3554" y="1199311"/>
                  </a:lnTo>
                  <a:lnTo>
                    <a:pt x="7951" y="1151657"/>
                  </a:lnTo>
                  <a:lnTo>
                    <a:pt x="14052" y="1104518"/>
                  </a:lnTo>
                  <a:lnTo>
                    <a:pt x="21826" y="1057924"/>
                  </a:lnTo>
                  <a:lnTo>
                    <a:pt x="31242" y="1011906"/>
                  </a:lnTo>
                  <a:lnTo>
                    <a:pt x="42268" y="966496"/>
                  </a:lnTo>
                  <a:lnTo>
                    <a:pt x="54873" y="921726"/>
                  </a:lnTo>
                  <a:lnTo>
                    <a:pt x="69026" y="877626"/>
                  </a:lnTo>
                  <a:lnTo>
                    <a:pt x="84695" y="834228"/>
                  </a:lnTo>
                  <a:lnTo>
                    <a:pt x="101850" y="791563"/>
                  </a:lnTo>
                  <a:lnTo>
                    <a:pt x="120458" y="749662"/>
                  </a:lnTo>
                  <a:lnTo>
                    <a:pt x="140488" y="708558"/>
                  </a:lnTo>
                  <a:lnTo>
                    <a:pt x="161910" y="668281"/>
                  </a:lnTo>
                  <a:lnTo>
                    <a:pt x="184691" y="628862"/>
                  </a:lnTo>
                  <a:lnTo>
                    <a:pt x="208801" y="590334"/>
                  </a:lnTo>
                  <a:lnTo>
                    <a:pt x="234208" y="552726"/>
                  </a:lnTo>
                  <a:lnTo>
                    <a:pt x="260880" y="516071"/>
                  </a:lnTo>
                  <a:lnTo>
                    <a:pt x="288788" y="480400"/>
                  </a:lnTo>
                  <a:lnTo>
                    <a:pt x="317898" y="445744"/>
                  </a:lnTo>
                  <a:lnTo>
                    <a:pt x="348180" y="412134"/>
                  </a:lnTo>
                  <a:lnTo>
                    <a:pt x="379603" y="379603"/>
                  </a:lnTo>
                  <a:lnTo>
                    <a:pt x="412134" y="348180"/>
                  </a:lnTo>
                  <a:lnTo>
                    <a:pt x="445744" y="317898"/>
                  </a:lnTo>
                  <a:lnTo>
                    <a:pt x="480400" y="288788"/>
                  </a:lnTo>
                  <a:lnTo>
                    <a:pt x="516071" y="260880"/>
                  </a:lnTo>
                  <a:lnTo>
                    <a:pt x="552726" y="234208"/>
                  </a:lnTo>
                  <a:lnTo>
                    <a:pt x="590334" y="208801"/>
                  </a:lnTo>
                  <a:lnTo>
                    <a:pt x="628862" y="184691"/>
                  </a:lnTo>
                  <a:lnTo>
                    <a:pt x="668281" y="161910"/>
                  </a:lnTo>
                  <a:lnTo>
                    <a:pt x="708558" y="140488"/>
                  </a:lnTo>
                  <a:lnTo>
                    <a:pt x="749662" y="120458"/>
                  </a:lnTo>
                  <a:lnTo>
                    <a:pt x="791563" y="101850"/>
                  </a:lnTo>
                  <a:lnTo>
                    <a:pt x="834228" y="84695"/>
                  </a:lnTo>
                  <a:lnTo>
                    <a:pt x="877626" y="69026"/>
                  </a:lnTo>
                  <a:lnTo>
                    <a:pt x="921726" y="54873"/>
                  </a:lnTo>
                  <a:lnTo>
                    <a:pt x="966496" y="42268"/>
                  </a:lnTo>
                  <a:lnTo>
                    <a:pt x="1011906" y="31242"/>
                  </a:lnTo>
                  <a:lnTo>
                    <a:pt x="1057924" y="21826"/>
                  </a:lnTo>
                  <a:lnTo>
                    <a:pt x="1104518" y="14052"/>
                  </a:lnTo>
                  <a:lnTo>
                    <a:pt x="1151657" y="7951"/>
                  </a:lnTo>
                  <a:lnTo>
                    <a:pt x="1199311" y="3554"/>
                  </a:lnTo>
                  <a:lnTo>
                    <a:pt x="1247447" y="893"/>
                  </a:lnTo>
                  <a:lnTo>
                    <a:pt x="1296035" y="0"/>
                  </a:lnTo>
                  <a:lnTo>
                    <a:pt x="1296035" y="1296034"/>
                  </a:lnTo>
                  <a:lnTo>
                    <a:pt x="0" y="1296034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798982" y="606933"/>
            <a:ext cx="29502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70" dirty="0"/>
              <a:t>KOMP</a:t>
            </a:r>
            <a:r>
              <a:rPr spc="-280" dirty="0"/>
              <a:t>O</a:t>
            </a:r>
            <a:r>
              <a:rPr spc="-330" dirty="0"/>
              <a:t>NEN</a:t>
            </a:r>
            <a:r>
              <a:rPr spc="-200" dirty="0"/>
              <a:t> </a:t>
            </a:r>
            <a:r>
              <a:rPr spc="-260" dirty="0"/>
              <a:t>PENI</a:t>
            </a:r>
            <a:r>
              <a:rPr spc="-254" dirty="0"/>
              <a:t>L</a:t>
            </a:r>
            <a:r>
              <a:rPr spc="-190" dirty="0"/>
              <a:t>AI</a:t>
            </a:r>
            <a:r>
              <a:rPr spc="-254" dirty="0"/>
              <a:t>A</a:t>
            </a:r>
            <a:r>
              <a:rPr spc="-315" dirty="0"/>
              <a:t>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136394" y="1748154"/>
            <a:ext cx="12312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8140" marR="5080" indent="-346075">
              <a:lnSpc>
                <a:spcPct val="100000"/>
              </a:lnSpc>
              <a:spcBef>
                <a:spcPts val="100"/>
              </a:spcBef>
            </a:pPr>
            <a:r>
              <a:rPr sz="1800" spc="-295" dirty="0">
                <a:solidFill>
                  <a:srgbClr val="868FFF"/>
                </a:solidFill>
                <a:latin typeface="Trebuchet MS"/>
                <a:cs typeface="Trebuchet MS"/>
              </a:rPr>
              <a:t>U</a:t>
            </a:r>
            <a:r>
              <a:rPr sz="1800" spc="-225" dirty="0">
                <a:solidFill>
                  <a:srgbClr val="868FFF"/>
                </a:solidFill>
                <a:latin typeface="Trebuchet MS"/>
                <a:cs typeface="Trebuchet MS"/>
              </a:rPr>
              <a:t>J</a:t>
            </a:r>
            <a:r>
              <a:rPr sz="1800" spc="-145" dirty="0">
                <a:solidFill>
                  <a:srgbClr val="868FFF"/>
                </a:solidFill>
                <a:latin typeface="Trebuchet MS"/>
                <a:cs typeface="Trebuchet MS"/>
              </a:rPr>
              <a:t>IAN</a:t>
            </a:r>
            <a:r>
              <a:rPr sz="1800" spc="-130" dirty="0">
                <a:solidFill>
                  <a:srgbClr val="868FFF"/>
                </a:solidFill>
                <a:latin typeface="Trebuchet MS"/>
                <a:cs typeface="Trebuchet MS"/>
              </a:rPr>
              <a:t> </a:t>
            </a:r>
            <a:r>
              <a:rPr sz="1800" spc="-240" dirty="0">
                <a:solidFill>
                  <a:srgbClr val="868FFF"/>
                </a:solidFill>
                <a:latin typeface="Trebuchet MS"/>
                <a:cs typeface="Trebuchet MS"/>
              </a:rPr>
              <a:t>TEN</a:t>
            </a:r>
            <a:r>
              <a:rPr sz="1800" spc="-285" dirty="0">
                <a:solidFill>
                  <a:srgbClr val="868FFF"/>
                </a:solidFill>
                <a:latin typeface="Trebuchet MS"/>
                <a:cs typeface="Trebuchet MS"/>
              </a:rPr>
              <a:t>G</a:t>
            </a:r>
            <a:r>
              <a:rPr sz="1800" spc="-145" dirty="0">
                <a:solidFill>
                  <a:srgbClr val="868FFF"/>
                </a:solidFill>
                <a:latin typeface="Trebuchet MS"/>
                <a:cs typeface="Trebuchet MS"/>
              </a:rPr>
              <a:t>AH  SEMESTER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66314" y="3494658"/>
            <a:ext cx="10896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535" marR="5080" indent="-204470">
              <a:lnSpc>
                <a:spcPct val="100000"/>
              </a:lnSpc>
              <a:spcBef>
                <a:spcPts val="100"/>
              </a:spcBef>
            </a:pPr>
            <a:r>
              <a:rPr sz="1800" spc="-295" dirty="0">
                <a:solidFill>
                  <a:srgbClr val="9153F8"/>
                </a:solidFill>
                <a:latin typeface="Trebuchet MS"/>
                <a:cs typeface="Trebuchet MS"/>
              </a:rPr>
              <a:t>U</a:t>
            </a:r>
            <a:r>
              <a:rPr sz="1800" spc="-225" dirty="0">
                <a:solidFill>
                  <a:srgbClr val="9153F8"/>
                </a:solidFill>
                <a:latin typeface="Trebuchet MS"/>
                <a:cs typeface="Trebuchet MS"/>
              </a:rPr>
              <a:t>J</a:t>
            </a:r>
            <a:r>
              <a:rPr sz="1800" spc="-145" dirty="0">
                <a:solidFill>
                  <a:srgbClr val="9153F8"/>
                </a:solidFill>
                <a:latin typeface="Trebuchet MS"/>
                <a:cs typeface="Trebuchet MS"/>
              </a:rPr>
              <a:t>IAN</a:t>
            </a:r>
            <a:r>
              <a:rPr sz="1800" spc="-130" dirty="0">
                <a:solidFill>
                  <a:srgbClr val="9153F8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9153F8"/>
                </a:solidFill>
                <a:latin typeface="Trebuchet MS"/>
                <a:cs typeface="Trebuchet MS"/>
              </a:rPr>
              <a:t>AKHIR  </a:t>
            </a:r>
            <a:r>
              <a:rPr sz="1800" spc="-155" dirty="0">
                <a:solidFill>
                  <a:srgbClr val="9153F8"/>
                </a:solidFill>
                <a:latin typeface="Trebuchet MS"/>
                <a:cs typeface="Trebuchet MS"/>
              </a:rPr>
              <a:t>SEMESTER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79109" y="1663700"/>
            <a:ext cx="1017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5" dirty="0">
                <a:solidFill>
                  <a:srgbClr val="C7ADF8"/>
                </a:solidFill>
                <a:latin typeface="Trebuchet MS"/>
                <a:cs typeface="Trebuchet MS"/>
              </a:rPr>
              <a:t>PRAKTIK</a:t>
            </a:r>
            <a:r>
              <a:rPr sz="1800" spc="-200" dirty="0">
                <a:solidFill>
                  <a:srgbClr val="C7ADF8"/>
                </a:solidFill>
                <a:latin typeface="Trebuchet MS"/>
                <a:cs typeface="Trebuchet MS"/>
              </a:rPr>
              <a:t>U</a:t>
            </a:r>
            <a:r>
              <a:rPr sz="1800" spc="-90" dirty="0">
                <a:solidFill>
                  <a:srgbClr val="C7ADF8"/>
                </a:solidFill>
                <a:latin typeface="Trebuchet MS"/>
                <a:cs typeface="Trebuchet MS"/>
              </a:rPr>
              <a:t>M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913246" y="3493084"/>
            <a:ext cx="13068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35" dirty="0">
                <a:solidFill>
                  <a:srgbClr val="35C2DF"/>
                </a:solidFill>
                <a:latin typeface="Trebuchet MS"/>
                <a:cs typeface="Trebuchet MS"/>
              </a:rPr>
              <a:t>T</a:t>
            </a:r>
            <a:r>
              <a:rPr sz="1800" spc="-270" dirty="0">
                <a:solidFill>
                  <a:srgbClr val="35C2DF"/>
                </a:solidFill>
                <a:latin typeface="Trebuchet MS"/>
                <a:cs typeface="Trebuchet MS"/>
              </a:rPr>
              <a:t>U</a:t>
            </a:r>
            <a:r>
              <a:rPr sz="1800" spc="-150" dirty="0">
                <a:solidFill>
                  <a:srgbClr val="35C2DF"/>
                </a:solidFill>
                <a:latin typeface="Trebuchet MS"/>
                <a:cs typeface="Trebuchet MS"/>
              </a:rPr>
              <a:t>GAS</a:t>
            </a:r>
            <a:r>
              <a:rPr sz="1800" spc="-140" dirty="0">
                <a:solidFill>
                  <a:srgbClr val="35C2DF"/>
                </a:solidFill>
                <a:latin typeface="Trebuchet MS"/>
                <a:cs typeface="Trebuchet MS"/>
              </a:rPr>
              <a:t> </a:t>
            </a:r>
            <a:r>
              <a:rPr sz="1800" spc="-175" dirty="0">
                <a:solidFill>
                  <a:srgbClr val="35C2DF"/>
                </a:solidFill>
                <a:latin typeface="Trebuchet MS"/>
                <a:cs typeface="Trebuchet MS"/>
              </a:rPr>
              <a:t>PROYEK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27728" y="2166874"/>
            <a:ext cx="3613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4A165A"/>
                </a:solidFill>
                <a:latin typeface="Roboto"/>
                <a:cs typeface="Roboto"/>
              </a:rPr>
              <a:t>25%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927728" y="3270580"/>
            <a:ext cx="3613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solidFill>
                  <a:srgbClr val="4A165A"/>
                </a:solidFill>
                <a:latin typeface="Roboto"/>
                <a:cs typeface="Roboto"/>
              </a:rPr>
              <a:t>25%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023865" y="3288538"/>
            <a:ext cx="3613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4A165A"/>
                </a:solidFill>
                <a:latin typeface="Roboto"/>
                <a:cs typeface="Roboto"/>
              </a:rPr>
              <a:t>25%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768088" y="2158746"/>
            <a:ext cx="3613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4A165A"/>
                </a:solidFill>
                <a:latin typeface="Roboto"/>
                <a:cs typeface="Roboto"/>
              </a:rPr>
              <a:t>15%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228082" y="2367788"/>
            <a:ext cx="1238885" cy="504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4230">
              <a:lnSpc>
                <a:spcPts val="2125"/>
              </a:lnSpc>
              <a:spcBef>
                <a:spcPts val="100"/>
              </a:spcBef>
            </a:pPr>
            <a:r>
              <a:rPr sz="1800" spc="-160" dirty="0">
                <a:solidFill>
                  <a:srgbClr val="C7ADF8"/>
                </a:solidFill>
                <a:latin typeface="Trebuchet MS"/>
                <a:cs typeface="Trebuchet MS"/>
              </a:rPr>
              <a:t>K</a:t>
            </a:r>
            <a:r>
              <a:rPr sz="1800" spc="-190" dirty="0">
                <a:solidFill>
                  <a:srgbClr val="C7ADF8"/>
                </a:solidFill>
                <a:latin typeface="Trebuchet MS"/>
                <a:cs typeface="Trebuchet MS"/>
              </a:rPr>
              <a:t>U</a:t>
            </a:r>
            <a:r>
              <a:rPr sz="1800" spc="-35" dirty="0">
                <a:solidFill>
                  <a:srgbClr val="C7ADF8"/>
                </a:solidFill>
                <a:latin typeface="Trebuchet MS"/>
                <a:cs typeface="Trebuchet MS"/>
              </a:rPr>
              <a:t>IS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ts val="1645"/>
              </a:lnSpc>
            </a:pPr>
            <a:r>
              <a:rPr sz="1400" b="1" spc="-5" dirty="0">
                <a:solidFill>
                  <a:srgbClr val="4A165A"/>
                </a:solidFill>
                <a:latin typeface="Roboto"/>
                <a:cs typeface="Roboto"/>
              </a:rPr>
              <a:t>10%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21395" y="0"/>
            <a:ext cx="1022985" cy="573405"/>
            <a:chOff x="8121395" y="0"/>
            <a:chExt cx="1022985" cy="573405"/>
          </a:xfrm>
        </p:grpSpPr>
        <p:sp>
          <p:nvSpPr>
            <p:cNvPr id="3" name="object 3"/>
            <p:cNvSpPr/>
            <p:nvPr/>
          </p:nvSpPr>
          <p:spPr>
            <a:xfrm>
              <a:off x="8464295" y="0"/>
              <a:ext cx="680085" cy="396240"/>
            </a:xfrm>
            <a:custGeom>
              <a:avLst/>
              <a:gdLst/>
              <a:ahLst/>
              <a:cxnLst/>
              <a:rect l="l" t="t" r="r" b="b"/>
              <a:pathLst>
                <a:path w="680084" h="396240">
                  <a:moveTo>
                    <a:pt x="679703" y="0"/>
                  </a:moveTo>
                  <a:lnTo>
                    <a:pt x="17779" y="0"/>
                  </a:lnTo>
                  <a:lnTo>
                    <a:pt x="16591" y="17783"/>
                  </a:lnTo>
                  <a:lnTo>
                    <a:pt x="13128" y="34829"/>
                  </a:lnTo>
                  <a:lnTo>
                    <a:pt x="7546" y="50970"/>
                  </a:lnTo>
                  <a:lnTo>
                    <a:pt x="0" y="66039"/>
                  </a:lnTo>
                  <a:lnTo>
                    <a:pt x="573404" y="396239"/>
                  </a:lnTo>
                  <a:lnTo>
                    <a:pt x="597370" y="351700"/>
                  </a:lnTo>
                  <a:lnTo>
                    <a:pt x="618517" y="305502"/>
                  </a:lnTo>
                  <a:lnTo>
                    <a:pt x="636729" y="257762"/>
                  </a:lnTo>
                  <a:lnTo>
                    <a:pt x="651890" y="208597"/>
                  </a:lnTo>
                  <a:lnTo>
                    <a:pt x="663885" y="158122"/>
                  </a:lnTo>
                  <a:lnTo>
                    <a:pt x="672595" y="106453"/>
                  </a:lnTo>
                  <a:lnTo>
                    <a:pt x="677907" y="53707"/>
                  </a:lnTo>
                  <a:lnTo>
                    <a:pt x="679703" y="0"/>
                  </a:lnTo>
                  <a:close/>
                </a:path>
              </a:pathLst>
            </a:custGeom>
            <a:solidFill>
              <a:srgbClr val="C7ACFC">
                <a:alpha val="5764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417051" y="0"/>
              <a:ext cx="594360" cy="573405"/>
            </a:xfrm>
            <a:custGeom>
              <a:avLst/>
              <a:gdLst/>
              <a:ahLst/>
              <a:cxnLst/>
              <a:rect l="l" t="t" r="r" b="b"/>
              <a:pathLst>
                <a:path w="594359" h="573405">
                  <a:moveTo>
                    <a:pt x="594359" y="0"/>
                  </a:moveTo>
                  <a:lnTo>
                    <a:pt x="66040" y="0"/>
                  </a:lnTo>
                  <a:lnTo>
                    <a:pt x="61257" y="35367"/>
                  </a:lnTo>
                  <a:lnTo>
                    <a:pt x="47783" y="67103"/>
                  </a:lnTo>
                  <a:lnTo>
                    <a:pt x="26927" y="93958"/>
                  </a:lnTo>
                  <a:lnTo>
                    <a:pt x="0" y="114680"/>
                  </a:lnTo>
                  <a:lnTo>
                    <a:pt x="264287" y="573024"/>
                  </a:lnTo>
                  <a:lnTo>
                    <a:pt x="305563" y="547008"/>
                  </a:lnTo>
                  <a:lnTo>
                    <a:pt x="344712" y="518102"/>
                  </a:lnTo>
                  <a:lnTo>
                    <a:pt x="381585" y="486453"/>
                  </a:lnTo>
                  <a:lnTo>
                    <a:pt x="416032" y="452212"/>
                  </a:lnTo>
                  <a:lnTo>
                    <a:pt x="447905" y="415527"/>
                  </a:lnTo>
                  <a:lnTo>
                    <a:pt x="477054" y="376547"/>
                  </a:lnTo>
                  <a:lnTo>
                    <a:pt x="503332" y="335422"/>
                  </a:lnTo>
                  <a:lnTo>
                    <a:pt x="526589" y="292301"/>
                  </a:lnTo>
                  <a:lnTo>
                    <a:pt x="546677" y="247332"/>
                  </a:lnTo>
                  <a:lnTo>
                    <a:pt x="563446" y="200665"/>
                  </a:lnTo>
                  <a:lnTo>
                    <a:pt x="576747" y="152450"/>
                  </a:lnTo>
                  <a:lnTo>
                    <a:pt x="586433" y="102834"/>
                  </a:lnTo>
                  <a:lnTo>
                    <a:pt x="592353" y="51968"/>
                  </a:lnTo>
                  <a:lnTo>
                    <a:pt x="594359" y="0"/>
                  </a:lnTo>
                  <a:close/>
                </a:path>
              </a:pathLst>
            </a:custGeom>
            <a:solidFill>
              <a:srgbClr val="868FFF">
                <a:alpha val="580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349995" y="0"/>
              <a:ext cx="530860" cy="528955"/>
            </a:xfrm>
            <a:custGeom>
              <a:avLst/>
              <a:gdLst/>
              <a:ahLst/>
              <a:cxnLst/>
              <a:rect l="l" t="t" r="r" b="b"/>
              <a:pathLst>
                <a:path w="530859" h="528955">
                  <a:moveTo>
                    <a:pt x="530351" y="0"/>
                  </a:moveTo>
                  <a:lnTo>
                    <a:pt x="132460" y="0"/>
                  </a:lnTo>
                  <a:lnTo>
                    <a:pt x="125695" y="41853"/>
                  </a:lnTo>
                  <a:lnTo>
                    <a:pt x="106865" y="78183"/>
                  </a:lnTo>
                  <a:lnTo>
                    <a:pt x="78173" y="106820"/>
                  </a:lnTo>
                  <a:lnTo>
                    <a:pt x="41817" y="125593"/>
                  </a:lnTo>
                  <a:lnTo>
                    <a:pt x="0" y="132334"/>
                  </a:lnTo>
                  <a:lnTo>
                    <a:pt x="0" y="528827"/>
                  </a:lnTo>
                  <a:lnTo>
                    <a:pt x="48285" y="526667"/>
                  </a:lnTo>
                  <a:lnTo>
                    <a:pt x="95353" y="520309"/>
                  </a:lnTo>
                  <a:lnTo>
                    <a:pt x="141017" y="509940"/>
                  </a:lnTo>
                  <a:lnTo>
                    <a:pt x="185090" y="495747"/>
                  </a:lnTo>
                  <a:lnTo>
                    <a:pt x="227385" y="477916"/>
                  </a:lnTo>
                  <a:lnTo>
                    <a:pt x="267715" y="456635"/>
                  </a:lnTo>
                  <a:lnTo>
                    <a:pt x="305894" y="432089"/>
                  </a:lnTo>
                  <a:lnTo>
                    <a:pt x="341733" y="404466"/>
                  </a:lnTo>
                  <a:lnTo>
                    <a:pt x="375046" y="373951"/>
                  </a:lnTo>
                  <a:lnTo>
                    <a:pt x="405647" y="340732"/>
                  </a:lnTo>
                  <a:lnTo>
                    <a:pt x="433348" y="304994"/>
                  </a:lnTo>
                  <a:lnTo>
                    <a:pt x="457961" y="266925"/>
                  </a:lnTo>
                  <a:lnTo>
                    <a:pt x="479302" y="226711"/>
                  </a:lnTo>
                  <a:lnTo>
                    <a:pt x="497181" y="184539"/>
                  </a:lnTo>
                  <a:lnTo>
                    <a:pt x="511413" y="140596"/>
                  </a:lnTo>
                  <a:lnTo>
                    <a:pt x="521810" y="95067"/>
                  </a:lnTo>
                  <a:lnTo>
                    <a:pt x="528185" y="48139"/>
                  </a:lnTo>
                  <a:lnTo>
                    <a:pt x="530351" y="0"/>
                  </a:lnTo>
                  <a:close/>
                </a:path>
              </a:pathLst>
            </a:custGeom>
            <a:solidFill>
              <a:srgbClr val="9153F8">
                <a:alpha val="4627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51875" y="0"/>
              <a:ext cx="596265" cy="396240"/>
            </a:xfrm>
            <a:custGeom>
              <a:avLst/>
              <a:gdLst/>
              <a:ahLst/>
              <a:cxnLst/>
              <a:rect l="l" t="t" r="r" b="b"/>
              <a:pathLst>
                <a:path w="596265" h="396240">
                  <a:moveTo>
                    <a:pt x="595883" y="0"/>
                  </a:moveTo>
                  <a:lnTo>
                    <a:pt x="330962" y="0"/>
                  </a:lnTo>
                  <a:lnTo>
                    <a:pt x="324209" y="41791"/>
                  </a:lnTo>
                  <a:lnTo>
                    <a:pt x="305411" y="78083"/>
                  </a:lnTo>
                  <a:lnTo>
                    <a:pt x="276756" y="106701"/>
                  </a:lnTo>
                  <a:lnTo>
                    <a:pt x="240432" y="125467"/>
                  </a:lnTo>
                  <a:lnTo>
                    <a:pt x="198627" y="132207"/>
                  </a:lnTo>
                  <a:lnTo>
                    <a:pt x="180786" y="130982"/>
                  </a:lnTo>
                  <a:lnTo>
                    <a:pt x="163718" y="127460"/>
                  </a:lnTo>
                  <a:lnTo>
                    <a:pt x="147532" y="121866"/>
                  </a:lnTo>
                  <a:lnTo>
                    <a:pt x="132333" y="114426"/>
                  </a:lnTo>
                  <a:lnTo>
                    <a:pt x="0" y="343153"/>
                  </a:lnTo>
                  <a:lnTo>
                    <a:pt x="45448" y="365700"/>
                  </a:lnTo>
                  <a:lnTo>
                    <a:pt x="94027" y="382365"/>
                  </a:lnTo>
                  <a:lnTo>
                    <a:pt x="145250" y="392695"/>
                  </a:lnTo>
                  <a:lnTo>
                    <a:pt x="198627" y="396239"/>
                  </a:lnTo>
                  <a:lnTo>
                    <a:pt x="244943" y="393573"/>
                  </a:lnTo>
                  <a:lnTo>
                    <a:pt x="289693" y="385774"/>
                  </a:lnTo>
                  <a:lnTo>
                    <a:pt x="332578" y="373137"/>
                  </a:lnTo>
                  <a:lnTo>
                    <a:pt x="373300" y="355962"/>
                  </a:lnTo>
                  <a:lnTo>
                    <a:pt x="411561" y="334546"/>
                  </a:lnTo>
                  <a:lnTo>
                    <a:pt x="447062" y="309185"/>
                  </a:lnTo>
                  <a:lnTo>
                    <a:pt x="479504" y="280177"/>
                  </a:lnTo>
                  <a:lnTo>
                    <a:pt x="508589" y="247821"/>
                  </a:lnTo>
                  <a:lnTo>
                    <a:pt x="534018" y="212412"/>
                  </a:lnTo>
                  <a:lnTo>
                    <a:pt x="555494" y="174249"/>
                  </a:lnTo>
                  <a:lnTo>
                    <a:pt x="572717" y="133628"/>
                  </a:lnTo>
                  <a:lnTo>
                    <a:pt x="585388" y="90849"/>
                  </a:lnTo>
                  <a:lnTo>
                    <a:pt x="593210" y="46206"/>
                  </a:lnTo>
                  <a:lnTo>
                    <a:pt x="595883" y="0"/>
                  </a:lnTo>
                  <a:close/>
                </a:path>
              </a:pathLst>
            </a:custGeom>
            <a:solidFill>
              <a:srgbClr val="35C2DF">
                <a:alpha val="490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121395" y="0"/>
              <a:ext cx="494030" cy="265430"/>
            </a:xfrm>
            <a:custGeom>
              <a:avLst/>
              <a:gdLst/>
              <a:ahLst/>
              <a:cxnLst/>
              <a:rect l="l" t="t" r="r" b="b"/>
              <a:pathLst>
                <a:path w="494029" h="265430">
                  <a:moveTo>
                    <a:pt x="493775" y="0"/>
                  </a:moveTo>
                  <a:lnTo>
                    <a:pt x="361442" y="0"/>
                  </a:lnTo>
                  <a:lnTo>
                    <a:pt x="354690" y="41941"/>
                  </a:lnTo>
                  <a:lnTo>
                    <a:pt x="335899" y="78372"/>
                  </a:lnTo>
                  <a:lnTo>
                    <a:pt x="307263" y="107103"/>
                  </a:lnTo>
                  <a:lnTo>
                    <a:pt x="270977" y="125947"/>
                  </a:lnTo>
                  <a:lnTo>
                    <a:pt x="229234" y="132714"/>
                  </a:lnTo>
                  <a:lnTo>
                    <a:pt x="193940" y="127890"/>
                  </a:lnTo>
                  <a:lnTo>
                    <a:pt x="162242" y="114315"/>
                  </a:lnTo>
                  <a:lnTo>
                    <a:pt x="135401" y="93335"/>
                  </a:lnTo>
                  <a:lnTo>
                    <a:pt x="114680" y="66294"/>
                  </a:lnTo>
                  <a:lnTo>
                    <a:pt x="0" y="132714"/>
                  </a:lnTo>
                  <a:lnTo>
                    <a:pt x="26055" y="169999"/>
                  </a:lnTo>
                  <a:lnTo>
                    <a:pt x="57991" y="202221"/>
                  </a:lnTo>
                  <a:lnTo>
                    <a:pt x="95043" y="228615"/>
                  </a:lnTo>
                  <a:lnTo>
                    <a:pt x="136445" y="248416"/>
                  </a:lnTo>
                  <a:lnTo>
                    <a:pt x="181430" y="260858"/>
                  </a:lnTo>
                  <a:lnTo>
                    <a:pt x="229234" y="265175"/>
                  </a:lnTo>
                  <a:lnTo>
                    <a:pt x="276772" y="260902"/>
                  </a:lnTo>
                  <a:lnTo>
                    <a:pt x="321520" y="248583"/>
                  </a:lnTo>
                  <a:lnTo>
                    <a:pt x="362730" y="228966"/>
                  </a:lnTo>
                  <a:lnTo>
                    <a:pt x="399654" y="202802"/>
                  </a:lnTo>
                  <a:lnTo>
                    <a:pt x="431542" y="170840"/>
                  </a:lnTo>
                  <a:lnTo>
                    <a:pt x="457646" y="133829"/>
                  </a:lnTo>
                  <a:lnTo>
                    <a:pt x="477219" y="92519"/>
                  </a:lnTo>
                  <a:lnTo>
                    <a:pt x="489512" y="47660"/>
                  </a:lnTo>
                  <a:lnTo>
                    <a:pt x="493775" y="0"/>
                  </a:lnTo>
                  <a:close/>
                </a:path>
              </a:pathLst>
            </a:custGeom>
            <a:solidFill>
              <a:srgbClr val="C97AEB">
                <a:alpha val="4235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98982" y="606933"/>
            <a:ext cx="30041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5" dirty="0"/>
              <a:t>ATUR</a:t>
            </a:r>
            <a:r>
              <a:rPr spc="-290" dirty="0"/>
              <a:t>A</a:t>
            </a:r>
            <a:r>
              <a:rPr spc="-315" dirty="0"/>
              <a:t>N</a:t>
            </a:r>
            <a:r>
              <a:rPr spc="-204" dirty="0"/>
              <a:t> </a:t>
            </a:r>
            <a:r>
              <a:rPr spc="-260" dirty="0"/>
              <a:t>PERKUL</a:t>
            </a:r>
            <a:r>
              <a:rPr spc="-125" dirty="0"/>
              <a:t>I</a:t>
            </a:r>
            <a:r>
              <a:rPr spc="-280" dirty="0"/>
              <a:t>AH</a:t>
            </a:r>
            <a:r>
              <a:rPr spc="-260" dirty="0"/>
              <a:t>A</a:t>
            </a:r>
            <a:r>
              <a:rPr spc="-315" dirty="0"/>
              <a:t>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86101" y="1450086"/>
            <a:ext cx="5096510" cy="2348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-5" dirty="0" err="1">
                <a:solidFill>
                  <a:srgbClr val="CEF3F5"/>
                </a:solidFill>
                <a:latin typeface="Roboto"/>
                <a:cs typeface="Roboto"/>
              </a:rPr>
              <a:t>Ketidakjuju</a:t>
            </a:r>
            <a:r>
              <a:rPr lang="id-ID" sz="1400" spc="-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-5" dirty="0">
                <a:solidFill>
                  <a:srgbClr val="CEF3F5"/>
                </a:solidFill>
                <a:latin typeface="Roboto"/>
                <a:cs typeface="Roboto"/>
              </a:rPr>
              <a:t>an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25" dirty="0">
                <a:solidFill>
                  <a:srgbClr val="CEF3F5"/>
                </a:solidFill>
                <a:latin typeface="Roboto"/>
                <a:cs typeface="Roboto"/>
              </a:rPr>
              <a:t>yang</a:t>
            </a:r>
            <a:r>
              <a:rPr sz="1400" spc="-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5" dirty="0" err="1">
                <a:solidFill>
                  <a:srgbClr val="CEF3F5"/>
                </a:solidFill>
                <a:latin typeface="Roboto"/>
                <a:cs typeface="Roboto"/>
              </a:rPr>
              <a:t>tidak</a:t>
            </a:r>
            <a:r>
              <a:rPr sz="1400" spc="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dirty="0" err="1">
                <a:solidFill>
                  <a:srgbClr val="CEF3F5"/>
                </a:solidFill>
                <a:latin typeface="Roboto"/>
                <a:cs typeface="Roboto"/>
              </a:rPr>
              <a:t>dibena</a:t>
            </a:r>
            <a:r>
              <a:rPr lang="id-ID" sz="140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dirty="0" err="1">
                <a:solidFill>
                  <a:srgbClr val="CEF3F5"/>
                </a:solidFill>
                <a:latin typeface="Roboto"/>
                <a:cs typeface="Roboto"/>
              </a:rPr>
              <a:t>kan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 meliputi: </a:t>
            </a:r>
            <a:r>
              <a:rPr sz="1400" dirty="0" err="1">
                <a:solidFill>
                  <a:srgbClr val="CEF3F5"/>
                </a:solidFill>
                <a:latin typeface="Roboto"/>
                <a:cs typeface="Roboto"/>
              </a:rPr>
              <a:t>plagia</a:t>
            </a:r>
            <a:r>
              <a:rPr lang="id-ID" sz="140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dirty="0" err="1">
                <a:solidFill>
                  <a:srgbClr val="CEF3F5"/>
                </a:solidFill>
                <a:latin typeface="Roboto"/>
                <a:cs typeface="Roboto"/>
              </a:rPr>
              <a:t>isme</a:t>
            </a:r>
            <a:r>
              <a:rPr sz="1400" dirty="0">
                <a:solidFill>
                  <a:srgbClr val="CEF3F5"/>
                </a:solidFill>
                <a:latin typeface="Roboto"/>
                <a:cs typeface="Roboto"/>
              </a:rPr>
              <a:t>, </a:t>
            </a:r>
            <a:r>
              <a:rPr sz="1400" spc="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10" dirty="0" err="1">
                <a:solidFill>
                  <a:srgbClr val="CEF3F5"/>
                </a:solidFill>
                <a:latin typeface="Roboto"/>
                <a:cs typeface="Roboto"/>
              </a:rPr>
              <a:t>pemboco</a:t>
            </a:r>
            <a:r>
              <a:rPr lang="id-ID" sz="1400" spc="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10" dirty="0">
                <a:solidFill>
                  <a:srgbClr val="CEF3F5"/>
                </a:solidFill>
                <a:latin typeface="Roboto"/>
                <a:cs typeface="Roboto"/>
              </a:rPr>
              <a:t>an 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naskah ujian, 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pemalsuan </a:t>
            </a:r>
            <a:r>
              <a:rPr sz="1400" spc="-20" dirty="0">
                <a:solidFill>
                  <a:srgbClr val="CEF3F5"/>
                </a:solidFill>
                <a:latin typeface="Roboto"/>
                <a:cs typeface="Roboto"/>
              </a:rPr>
              <a:t>ujian 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dan/</a:t>
            </a:r>
            <a:r>
              <a:rPr sz="1400" spc="-15" dirty="0" err="1">
                <a:solidFill>
                  <a:srgbClr val="CEF3F5"/>
                </a:solidFill>
                <a:latin typeface="Roboto"/>
                <a:cs typeface="Roboto"/>
              </a:rPr>
              <a:t>atau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10" dirty="0">
                <a:solidFill>
                  <a:srgbClr val="CEF3F5"/>
                </a:solidFill>
                <a:latin typeface="Roboto"/>
                <a:cs typeface="Roboto"/>
              </a:rPr>
              <a:t>ka</a:t>
            </a:r>
            <a:r>
              <a:rPr lang="id-ID" sz="1400" spc="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10" dirty="0" err="1">
                <a:solidFill>
                  <a:srgbClr val="CEF3F5"/>
                </a:solidFill>
                <a:latin typeface="Roboto"/>
                <a:cs typeface="Roboto"/>
              </a:rPr>
              <a:t>ya</a:t>
            </a:r>
            <a:r>
              <a:rPr sz="1400" spc="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CEF3F5"/>
                </a:solidFill>
                <a:latin typeface="Roboto"/>
                <a:cs typeface="Roboto"/>
              </a:rPr>
              <a:t>tulis, </a:t>
            </a:r>
            <a:r>
              <a:rPr sz="1400" spc="-33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5" dirty="0" err="1">
                <a:solidFill>
                  <a:srgbClr val="CEF3F5"/>
                </a:solidFill>
                <a:latin typeface="Roboto"/>
                <a:cs typeface="Roboto"/>
              </a:rPr>
              <a:t>penggunaan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10" dirty="0">
                <a:solidFill>
                  <a:srgbClr val="CEF3F5"/>
                </a:solidFill>
                <a:latin typeface="Roboto"/>
                <a:cs typeface="Roboto"/>
              </a:rPr>
              <a:t>info</a:t>
            </a:r>
            <a:r>
              <a:rPr lang="id-ID" sz="1400" spc="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10" dirty="0" err="1">
                <a:solidFill>
                  <a:srgbClr val="CEF3F5"/>
                </a:solidFill>
                <a:latin typeface="Roboto"/>
                <a:cs typeface="Roboto"/>
              </a:rPr>
              <a:t>masi</a:t>
            </a:r>
            <a:r>
              <a:rPr sz="1400" spc="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25" dirty="0">
                <a:solidFill>
                  <a:srgbClr val="CEF3F5"/>
                </a:solidFill>
                <a:latin typeface="Roboto"/>
                <a:cs typeface="Roboto"/>
              </a:rPr>
              <a:t>yang </a:t>
            </a:r>
            <a:r>
              <a:rPr sz="1400" spc="-15" dirty="0" err="1">
                <a:solidFill>
                  <a:srgbClr val="CEF3F5"/>
                </a:solidFill>
                <a:latin typeface="Roboto"/>
                <a:cs typeface="Roboto"/>
              </a:rPr>
              <a:t>tidak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dirty="0" err="1">
                <a:solidFill>
                  <a:srgbClr val="CEF3F5"/>
                </a:solidFill>
                <a:latin typeface="Roboto"/>
                <a:cs typeface="Roboto"/>
              </a:rPr>
              <a:t>dibena</a:t>
            </a:r>
            <a:r>
              <a:rPr lang="id-ID" sz="140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dirty="0" err="1">
                <a:solidFill>
                  <a:srgbClr val="CEF3F5"/>
                </a:solidFill>
                <a:latin typeface="Roboto"/>
                <a:cs typeface="Roboto"/>
              </a:rPr>
              <a:t>kan</a:t>
            </a:r>
            <a:r>
              <a:rPr sz="140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selama </a:t>
            </a:r>
            <a:r>
              <a:rPr sz="1400" spc="-20" dirty="0">
                <a:solidFill>
                  <a:srgbClr val="CEF3F5"/>
                </a:solidFill>
                <a:latin typeface="Roboto"/>
                <a:cs typeface="Roboto"/>
              </a:rPr>
              <a:t>ujian 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(menyontek), </a:t>
            </a:r>
            <a:r>
              <a:rPr sz="1400" spc="10" dirty="0" err="1">
                <a:solidFill>
                  <a:srgbClr val="CEF3F5"/>
                </a:solidFill>
                <a:latin typeface="Roboto"/>
                <a:cs typeface="Roboto"/>
              </a:rPr>
              <a:t>membe</a:t>
            </a:r>
            <a:r>
              <a:rPr lang="id-ID" sz="1400" spc="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10" dirty="0">
                <a:solidFill>
                  <a:srgbClr val="CEF3F5"/>
                </a:solidFill>
                <a:latin typeface="Roboto"/>
                <a:cs typeface="Roboto"/>
              </a:rPr>
              <a:t>ikan </a:t>
            </a:r>
            <a:r>
              <a:rPr sz="1400" spc="5" dirty="0" err="1">
                <a:solidFill>
                  <a:srgbClr val="CEF3F5"/>
                </a:solidFill>
                <a:latin typeface="Roboto"/>
                <a:cs typeface="Roboto"/>
              </a:rPr>
              <a:t>kete</a:t>
            </a:r>
            <a:r>
              <a:rPr lang="id-ID" sz="1400" spc="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5" dirty="0" err="1">
                <a:solidFill>
                  <a:srgbClr val="CEF3F5"/>
                </a:solidFill>
                <a:latin typeface="Roboto"/>
                <a:cs typeface="Roboto"/>
              </a:rPr>
              <a:t>angan</a:t>
            </a:r>
            <a:r>
              <a:rPr sz="1400" spc="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atau 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data palsu, 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dan 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5" dirty="0" err="1">
                <a:solidFill>
                  <a:srgbClr val="CEF3F5"/>
                </a:solidFill>
                <a:latin typeface="Roboto"/>
                <a:cs typeface="Roboto"/>
              </a:rPr>
              <a:t>ketidakjuju</a:t>
            </a:r>
            <a:r>
              <a:rPr lang="id-ID" sz="1400" spc="-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-5" dirty="0">
                <a:solidFill>
                  <a:srgbClr val="CEF3F5"/>
                </a:solidFill>
                <a:latin typeface="Roboto"/>
                <a:cs typeface="Roboto"/>
              </a:rPr>
              <a:t>an</a:t>
            </a:r>
            <a:r>
              <a:rPr sz="1400" spc="-2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5" dirty="0">
                <a:solidFill>
                  <a:srgbClr val="CEF3F5"/>
                </a:solidFill>
                <a:latin typeface="Roboto"/>
                <a:cs typeface="Roboto"/>
              </a:rPr>
              <a:t>akademik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CEF3F5"/>
                </a:solidFill>
                <a:latin typeface="Roboto"/>
                <a:cs typeface="Roboto"/>
              </a:rPr>
              <a:t>lainnya.</a:t>
            </a:r>
            <a:endParaRPr sz="140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6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z="1400" spc="10" dirty="0">
                <a:solidFill>
                  <a:srgbClr val="CEF3F5"/>
                </a:solidFill>
                <a:latin typeface="Roboto"/>
                <a:cs typeface="Roboto"/>
              </a:rPr>
              <a:t>Atu</a:t>
            </a:r>
            <a:r>
              <a:rPr lang="id-ID" sz="1400" spc="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10" dirty="0">
                <a:solidFill>
                  <a:srgbClr val="CEF3F5"/>
                </a:solidFill>
                <a:latin typeface="Roboto"/>
                <a:cs typeface="Roboto"/>
              </a:rPr>
              <a:t>an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dirty="0" err="1">
                <a:solidFill>
                  <a:srgbClr val="CEF3F5"/>
                </a:solidFill>
                <a:latin typeface="Roboto"/>
                <a:cs typeface="Roboto"/>
              </a:rPr>
              <a:t>kete</a:t>
            </a:r>
            <a:r>
              <a:rPr lang="id-ID" sz="140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dirty="0" err="1">
                <a:solidFill>
                  <a:srgbClr val="CEF3F5"/>
                </a:solidFill>
                <a:latin typeface="Roboto"/>
                <a:cs typeface="Roboto"/>
              </a:rPr>
              <a:t>lambatan</a:t>
            </a:r>
            <a:r>
              <a:rPr sz="1400" spc="-3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pengumpulan</a:t>
            </a:r>
            <a:r>
              <a:rPr sz="1400" spc="-3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tugas</a:t>
            </a:r>
            <a:r>
              <a:rPr sz="1400" spc="-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dan </a:t>
            </a:r>
            <a:r>
              <a:rPr sz="1400" dirty="0">
                <a:solidFill>
                  <a:srgbClr val="CEF3F5"/>
                </a:solidFill>
                <a:latin typeface="Roboto"/>
                <a:cs typeface="Roboto"/>
              </a:rPr>
              <a:t>p</a:t>
            </a:r>
            <a:r>
              <a:rPr lang="id-ID" sz="140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dirty="0" err="1">
                <a:solidFill>
                  <a:srgbClr val="CEF3F5"/>
                </a:solidFill>
                <a:latin typeface="Roboto"/>
                <a:cs typeface="Roboto"/>
              </a:rPr>
              <a:t>aktikum</a:t>
            </a:r>
            <a:endParaRPr sz="140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6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1400" spc="-5" dirty="0">
                <a:solidFill>
                  <a:srgbClr val="CEF3F5"/>
                </a:solidFill>
                <a:latin typeface="Roboto"/>
                <a:cs typeface="Roboto"/>
              </a:rPr>
              <a:t>Aktif</a:t>
            </a:r>
            <a:r>
              <a:rPr sz="1400" spc="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dan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10" dirty="0">
                <a:solidFill>
                  <a:srgbClr val="CEF3F5"/>
                </a:solidFill>
                <a:latin typeface="Roboto"/>
                <a:cs typeface="Roboto"/>
              </a:rPr>
              <a:t>p</a:t>
            </a:r>
            <a:r>
              <a:rPr lang="id-ID" sz="1400" spc="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10" dirty="0" err="1">
                <a:solidFill>
                  <a:srgbClr val="CEF3F5"/>
                </a:solidFill>
                <a:latin typeface="Roboto"/>
                <a:cs typeface="Roboto"/>
              </a:rPr>
              <a:t>oaktif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dalam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 err="1">
                <a:solidFill>
                  <a:srgbClr val="CEF3F5"/>
                </a:solidFill>
                <a:latin typeface="Roboto"/>
                <a:cs typeface="Roboto"/>
              </a:rPr>
              <a:t>kegiatan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CEF3F5"/>
                </a:solidFill>
                <a:latin typeface="Roboto"/>
                <a:cs typeface="Roboto"/>
              </a:rPr>
              <a:t>pe</a:t>
            </a:r>
            <a:r>
              <a:rPr lang="id-ID" sz="140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dirty="0" err="1">
                <a:solidFill>
                  <a:srgbClr val="CEF3F5"/>
                </a:solidFill>
                <a:latin typeface="Roboto"/>
                <a:cs typeface="Roboto"/>
              </a:rPr>
              <a:t>kuliahan</a:t>
            </a:r>
            <a:endParaRPr sz="1400" dirty="0">
              <a:latin typeface="Roboto"/>
              <a:cs typeface="Robot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673351" y="293827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19" h="274319">
                <a:moveTo>
                  <a:pt x="137160" y="0"/>
                </a:moveTo>
                <a:lnTo>
                  <a:pt x="93829" y="6998"/>
                </a:lnTo>
                <a:lnTo>
                  <a:pt x="56180" y="26481"/>
                </a:lnTo>
                <a:lnTo>
                  <a:pt x="26481" y="56180"/>
                </a:lnTo>
                <a:lnTo>
                  <a:pt x="6998" y="93829"/>
                </a:lnTo>
                <a:lnTo>
                  <a:pt x="0" y="137159"/>
                </a:lnTo>
                <a:lnTo>
                  <a:pt x="6998" y="180490"/>
                </a:lnTo>
                <a:lnTo>
                  <a:pt x="26481" y="218139"/>
                </a:lnTo>
                <a:lnTo>
                  <a:pt x="56180" y="247838"/>
                </a:lnTo>
                <a:lnTo>
                  <a:pt x="93829" y="267321"/>
                </a:lnTo>
                <a:lnTo>
                  <a:pt x="137160" y="274319"/>
                </a:lnTo>
                <a:lnTo>
                  <a:pt x="180490" y="267321"/>
                </a:lnTo>
                <a:lnTo>
                  <a:pt x="218139" y="247838"/>
                </a:lnTo>
                <a:lnTo>
                  <a:pt x="247838" y="218139"/>
                </a:lnTo>
                <a:lnTo>
                  <a:pt x="267321" y="180490"/>
                </a:lnTo>
                <a:lnTo>
                  <a:pt x="274320" y="137159"/>
                </a:lnTo>
                <a:lnTo>
                  <a:pt x="267321" y="93829"/>
                </a:lnTo>
                <a:lnTo>
                  <a:pt x="247838" y="56180"/>
                </a:lnTo>
                <a:lnTo>
                  <a:pt x="218139" y="26481"/>
                </a:lnTo>
                <a:lnTo>
                  <a:pt x="180490" y="6998"/>
                </a:lnTo>
                <a:lnTo>
                  <a:pt x="137160" y="0"/>
                </a:lnTo>
                <a:close/>
              </a:path>
            </a:pathLst>
          </a:custGeom>
          <a:solidFill>
            <a:srgbClr val="868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73351" y="3572255"/>
            <a:ext cx="274320" cy="273050"/>
          </a:xfrm>
          <a:custGeom>
            <a:avLst/>
            <a:gdLst/>
            <a:ahLst/>
            <a:cxnLst/>
            <a:rect l="l" t="t" r="r" b="b"/>
            <a:pathLst>
              <a:path w="274319" h="273050">
                <a:moveTo>
                  <a:pt x="137160" y="0"/>
                </a:moveTo>
                <a:lnTo>
                  <a:pt x="93829" y="6955"/>
                </a:lnTo>
                <a:lnTo>
                  <a:pt x="56180" y="26322"/>
                </a:lnTo>
                <a:lnTo>
                  <a:pt x="26481" y="55851"/>
                </a:lnTo>
                <a:lnTo>
                  <a:pt x="6998" y="93293"/>
                </a:lnTo>
                <a:lnTo>
                  <a:pt x="0" y="136398"/>
                </a:lnTo>
                <a:lnTo>
                  <a:pt x="6998" y="179502"/>
                </a:lnTo>
                <a:lnTo>
                  <a:pt x="26481" y="216944"/>
                </a:lnTo>
                <a:lnTo>
                  <a:pt x="56180" y="246473"/>
                </a:lnTo>
                <a:lnTo>
                  <a:pt x="93829" y="265840"/>
                </a:lnTo>
                <a:lnTo>
                  <a:pt x="137160" y="272796"/>
                </a:lnTo>
                <a:lnTo>
                  <a:pt x="180490" y="265840"/>
                </a:lnTo>
                <a:lnTo>
                  <a:pt x="218139" y="246473"/>
                </a:lnTo>
                <a:lnTo>
                  <a:pt x="247838" y="216944"/>
                </a:lnTo>
                <a:lnTo>
                  <a:pt x="267321" y="179502"/>
                </a:lnTo>
                <a:lnTo>
                  <a:pt x="274320" y="136398"/>
                </a:lnTo>
                <a:lnTo>
                  <a:pt x="267321" y="93293"/>
                </a:lnTo>
                <a:lnTo>
                  <a:pt x="247838" y="55851"/>
                </a:lnTo>
                <a:lnTo>
                  <a:pt x="218139" y="26322"/>
                </a:lnTo>
                <a:lnTo>
                  <a:pt x="180490" y="6955"/>
                </a:lnTo>
                <a:lnTo>
                  <a:pt x="137160" y="0"/>
                </a:lnTo>
                <a:close/>
              </a:path>
            </a:pathLst>
          </a:custGeom>
          <a:solidFill>
            <a:srgbClr val="9153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73351" y="1481327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19" h="274319">
                <a:moveTo>
                  <a:pt x="137160" y="0"/>
                </a:moveTo>
                <a:lnTo>
                  <a:pt x="93829" y="6998"/>
                </a:lnTo>
                <a:lnTo>
                  <a:pt x="56180" y="26481"/>
                </a:lnTo>
                <a:lnTo>
                  <a:pt x="26481" y="56180"/>
                </a:lnTo>
                <a:lnTo>
                  <a:pt x="6998" y="93829"/>
                </a:lnTo>
                <a:lnTo>
                  <a:pt x="0" y="137160"/>
                </a:lnTo>
                <a:lnTo>
                  <a:pt x="6998" y="180490"/>
                </a:lnTo>
                <a:lnTo>
                  <a:pt x="26481" y="218139"/>
                </a:lnTo>
                <a:lnTo>
                  <a:pt x="56180" y="247838"/>
                </a:lnTo>
                <a:lnTo>
                  <a:pt x="93829" y="267321"/>
                </a:lnTo>
                <a:lnTo>
                  <a:pt x="137160" y="274320"/>
                </a:lnTo>
                <a:lnTo>
                  <a:pt x="180490" y="267321"/>
                </a:lnTo>
                <a:lnTo>
                  <a:pt x="218139" y="247838"/>
                </a:lnTo>
                <a:lnTo>
                  <a:pt x="247838" y="218139"/>
                </a:lnTo>
                <a:lnTo>
                  <a:pt x="267321" y="180490"/>
                </a:lnTo>
                <a:lnTo>
                  <a:pt x="274320" y="137160"/>
                </a:lnTo>
                <a:lnTo>
                  <a:pt x="267321" y="93829"/>
                </a:lnTo>
                <a:lnTo>
                  <a:pt x="247838" y="56180"/>
                </a:lnTo>
                <a:lnTo>
                  <a:pt x="218139" y="26481"/>
                </a:lnTo>
                <a:lnTo>
                  <a:pt x="180490" y="6998"/>
                </a:lnTo>
                <a:lnTo>
                  <a:pt x="137160" y="0"/>
                </a:lnTo>
                <a:close/>
              </a:path>
            </a:pathLst>
          </a:custGeom>
          <a:solidFill>
            <a:srgbClr val="C7ADF8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982" y="606933"/>
            <a:ext cx="14103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0" dirty="0"/>
              <a:t>REFERENSI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xfrm>
            <a:off x="951382" y="1410715"/>
            <a:ext cx="3489960" cy="3213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marR="101600" indent="-304800">
              <a:lnSpc>
                <a:spcPct val="100000"/>
              </a:lnSpc>
              <a:spcBef>
                <a:spcPts val="100"/>
              </a:spcBef>
              <a:buFont typeface="Times New Roman"/>
              <a:buChar char="●"/>
              <a:tabLst>
                <a:tab pos="316865" algn="l"/>
                <a:tab pos="317500" algn="l"/>
              </a:tabLst>
            </a:pPr>
            <a:r>
              <a:rPr spc="-15" dirty="0"/>
              <a:t>Daniel</a:t>
            </a:r>
            <a:r>
              <a:rPr spc="-10" dirty="0"/>
              <a:t> </a:t>
            </a:r>
            <a:r>
              <a:rPr spc="-25" dirty="0"/>
              <a:t>Y.</a:t>
            </a:r>
            <a:r>
              <a:rPr spc="-5" dirty="0"/>
              <a:t> </a:t>
            </a:r>
            <a:r>
              <a:rPr spc="-15" dirty="0"/>
              <a:t>Liang.</a:t>
            </a:r>
            <a:r>
              <a:rPr spc="5" dirty="0"/>
              <a:t> </a:t>
            </a:r>
            <a:r>
              <a:rPr spc="-5" dirty="0"/>
              <a:t>Int</a:t>
            </a:r>
            <a:r>
              <a:rPr lang="id-ID" spc="-5" dirty="0"/>
              <a:t>r</a:t>
            </a:r>
            <a:r>
              <a:rPr spc="-5" dirty="0" err="1"/>
              <a:t>oduction</a:t>
            </a:r>
            <a:r>
              <a:rPr dirty="0"/>
              <a:t> </a:t>
            </a:r>
            <a:r>
              <a:rPr spc="-5" dirty="0"/>
              <a:t>to</a:t>
            </a:r>
            <a:r>
              <a:rPr spc="-15" dirty="0"/>
              <a:t> Java </a:t>
            </a:r>
            <a:r>
              <a:rPr spc="-10" dirty="0"/>
              <a:t> </a:t>
            </a:r>
            <a:r>
              <a:rPr spc="10" dirty="0"/>
              <a:t>P</a:t>
            </a:r>
            <a:r>
              <a:rPr lang="id-ID" spc="10" dirty="0"/>
              <a:t>r</a:t>
            </a:r>
            <a:r>
              <a:rPr spc="10" dirty="0" err="1"/>
              <a:t>og</a:t>
            </a:r>
            <a:r>
              <a:rPr lang="id-ID" spc="10" dirty="0"/>
              <a:t>r</a:t>
            </a:r>
            <a:r>
              <a:rPr spc="10" dirty="0" err="1"/>
              <a:t>amming</a:t>
            </a:r>
            <a:r>
              <a:rPr spc="15" dirty="0"/>
              <a:t> </a:t>
            </a:r>
            <a:r>
              <a:rPr dirty="0"/>
              <a:t>(Comp</a:t>
            </a:r>
            <a:r>
              <a:rPr lang="id-ID" dirty="0"/>
              <a:t>r</a:t>
            </a:r>
            <a:r>
              <a:rPr dirty="0" err="1"/>
              <a:t>ehensive</a:t>
            </a:r>
            <a:r>
              <a:rPr dirty="0"/>
              <a:t> </a:t>
            </a:r>
            <a:r>
              <a:rPr spc="5" dirty="0" err="1"/>
              <a:t>Ve</a:t>
            </a:r>
            <a:r>
              <a:rPr lang="id-ID" spc="5" dirty="0"/>
              <a:t>r</a:t>
            </a:r>
            <a:r>
              <a:rPr spc="5" dirty="0" err="1"/>
              <a:t>sion</a:t>
            </a:r>
            <a:r>
              <a:rPr spc="5" dirty="0"/>
              <a:t>). </a:t>
            </a:r>
            <a:r>
              <a:rPr spc="-10" dirty="0"/>
              <a:t>9th. </a:t>
            </a:r>
            <a:r>
              <a:rPr spc="-285" dirty="0"/>
              <a:t> </a:t>
            </a:r>
            <a:r>
              <a:rPr spc="-5" dirty="0"/>
              <a:t>2013.</a:t>
            </a:r>
            <a:r>
              <a:rPr dirty="0"/>
              <a:t> </a:t>
            </a:r>
            <a:r>
              <a:rPr spc="5" dirty="0"/>
              <a:t>Pea</a:t>
            </a:r>
            <a:r>
              <a:rPr lang="id-ID" spc="5" dirty="0"/>
              <a:t>r</a:t>
            </a:r>
            <a:r>
              <a:rPr spc="5" dirty="0"/>
              <a:t>son.</a:t>
            </a:r>
            <a:r>
              <a:rPr spc="10" dirty="0"/>
              <a:t> </a:t>
            </a:r>
            <a:r>
              <a:rPr spc="-15" dirty="0"/>
              <a:t>ISBN:</a:t>
            </a:r>
            <a:r>
              <a:rPr spc="20" dirty="0"/>
              <a:t> </a:t>
            </a:r>
            <a:r>
              <a:rPr spc="-55" dirty="0"/>
              <a:t>978-0-13-293652-1</a:t>
            </a:r>
          </a:p>
          <a:p>
            <a:pPr marL="317500" marR="5080" indent="-304800">
              <a:lnSpc>
                <a:spcPct val="100000"/>
              </a:lnSpc>
              <a:spcBef>
                <a:spcPts val="1200"/>
              </a:spcBef>
              <a:buFont typeface="Times New Roman"/>
              <a:buChar char="●"/>
              <a:tabLst>
                <a:tab pos="316865" algn="l"/>
                <a:tab pos="317500" algn="l"/>
              </a:tabLst>
            </a:pPr>
            <a:r>
              <a:rPr spc="25" dirty="0"/>
              <a:t>He</a:t>
            </a:r>
            <a:r>
              <a:rPr lang="id-ID" spc="25" dirty="0"/>
              <a:t>r</a:t>
            </a:r>
            <a:r>
              <a:rPr spc="25" dirty="0"/>
              <a:t>be</a:t>
            </a:r>
            <a:r>
              <a:rPr lang="id-ID" spc="25" dirty="0"/>
              <a:t>r</a:t>
            </a:r>
            <a:r>
              <a:rPr spc="25" dirty="0"/>
              <a:t>t</a:t>
            </a:r>
            <a:r>
              <a:rPr spc="-5" dirty="0"/>
              <a:t> </a:t>
            </a:r>
            <a:r>
              <a:rPr spc="-15" dirty="0"/>
              <a:t>Schildt.</a:t>
            </a:r>
            <a:r>
              <a:rPr dirty="0"/>
              <a:t> </a:t>
            </a:r>
            <a:r>
              <a:rPr spc="-15" dirty="0"/>
              <a:t>Java</a:t>
            </a:r>
            <a:r>
              <a:rPr dirty="0"/>
              <a:t> </a:t>
            </a:r>
            <a:r>
              <a:rPr spc="130" dirty="0"/>
              <a:t>ľhe</a:t>
            </a:r>
            <a:r>
              <a:rPr spc="-10" dirty="0"/>
              <a:t> </a:t>
            </a:r>
            <a:r>
              <a:rPr dirty="0"/>
              <a:t>Complete</a:t>
            </a:r>
            <a:r>
              <a:rPr spc="-15" dirty="0"/>
              <a:t> </a:t>
            </a:r>
            <a:r>
              <a:rPr spc="5" dirty="0" err="1"/>
              <a:t>Refe</a:t>
            </a:r>
            <a:r>
              <a:rPr lang="id-ID" spc="5" dirty="0"/>
              <a:t>r</a:t>
            </a:r>
            <a:r>
              <a:rPr spc="5" dirty="0" err="1"/>
              <a:t>ence</a:t>
            </a:r>
            <a:r>
              <a:rPr spc="5" dirty="0"/>
              <a:t>. </a:t>
            </a:r>
            <a:r>
              <a:rPr spc="-280" dirty="0"/>
              <a:t> </a:t>
            </a:r>
            <a:r>
              <a:rPr spc="-10" dirty="0"/>
              <a:t>9th.</a:t>
            </a:r>
            <a:r>
              <a:rPr spc="-15" dirty="0"/>
              <a:t> </a:t>
            </a:r>
            <a:r>
              <a:rPr spc="-5" dirty="0"/>
              <a:t>2014.</a:t>
            </a:r>
            <a:r>
              <a:rPr dirty="0"/>
              <a:t> </a:t>
            </a:r>
            <a:r>
              <a:rPr spc="10" dirty="0" err="1"/>
              <a:t>McG</a:t>
            </a:r>
            <a:r>
              <a:rPr lang="id-ID" spc="10" dirty="0"/>
              <a:t>r</a:t>
            </a:r>
            <a:r>
              <a:rPr spc="10" dirty="0"/>
              <a:t>aw</a:t>
            </a:r>
            <a:r>
              <a:rPr spc="5" dirty="0"/>
              <a:t> </a:t>
            </a:r>
            <a:r>
              <a:rPr spc="-10" dirty="0"/>
              <a:t>Hill.</a:t>
            </a:r>
            <a:r>
              <a:rPr spc="-20" dirty="0"/>
              <a:t> </a:t>
            </a:r>
            <a:r>
              <a:rPr spc="-15" dirty="0"/>
              <a:t>ISBN:</a:t>
            </a:r>
            <a:r>
              <a:rPr spc="5" dirty="0"/>
              <a:t> </a:t>
            </a:r>
            <a:r>
              <a:rPr spc="-5" dirty="0"/>
              <a:t>0071808558,</a:t>
            </a:r>
          </a:p>
          <a:p>
            <a:pPr marL="317500" marR="180975" indent="-304800" algn="just">
              <a:lnSpc>
                <a:spcPct val="100000"/>
              </a:lnSpc>
              <a:spcBef>
                <a:spcPts val="1200"/>
              </a:spcBef>
              <a:buFont typeface="Times New Roman"/>
              <a:buChar char="●"/>
              <a:tabLst>
                <a:tab pos="317500" algn="l"/>
              </a:tabLst>
            </a:pPr>
            <a:r>
              <a:rPr spc="-10" dirty="0"/>
              <a:t>Matt </a:t>
            </a:r>
            <a:r>
              <a:rPr dirty="0"/>
              <a:t>Weisfeld. </a:t>
            </a:r>
            <a:r>
              <a:rPr spc="135" dirty="0" err="1"/>
              <a:t>ľhe</a:t>
            </a:r>
            <a:r>
              <a:rPr spc="135" dirty="0"/>
              <a:t> </a:t>
            </a:r>
            <a:r>
              <a:rPr spc="-15" dirty="0"/>
              <a:t>Object-O</a:t>
            </a:r>
            <a:r>
              <a:rPr lang="id-ID" spc="-15" dirty="0"/>
              <a:t>r</a:t>
            </a:r>
            <a:r>
              <a:rPr spc="-15" dirty="0" err="1"/>
              <a:t>iented</a:t>
            </a:r>
            <a:r>
              <a:rPr spc="-15" dirty="0"/>
              <a:t> </a:t>
            </a:r>
            <a:r>
              <a:rPr spc="45" dirty="0" err="1"/>
              <a:t>ľhought</a:t>
            </a:r>
            <a:r>
              <a:rPr spc="45" dirty="0"/>
              <a:t> </a:t>
            </a:r>
            <a:r>
              <a:rPr spc="-285" dirty="0"/>
              <a:t> </a:t>
            </a:r>
            <a:r>
              <a:rPr spc="5" dirty="0"/>
              <a:t>P</a:t>
            </a:r>
            <a:r>
              <a:rPr lang="id-ID" spc="5" dirty="0"/>
              <a:t>r</a:t>
            </a:r>
            <a:r>
              <a:rPr spc="5" dirty="0" err="1"/>
              <a:t>ocess</a:t>
            </a:r>
            <a:r>
              <a:rPr spc="5" dirty="0"/>
              <a:t>. </a:t>
            </a:r>
            <a:r>
              <a:rPr spc="30" dirty="0"/>
              <a:t>3</a:t>
            </a:r>
            <a:r>
              <a:rPr lang="id-ID" spc="30" dirty="0"/>
              <a:t>r</a:t>
            </a:r>
            <a:r>
              <a:rPr spc="30" dirty="0"/>
              <a:t>d </a:t>
            </a:r>
            <a:r>
              <a:rPr spc="-10" dirty="0"/>
              <a:t>Edition. </a:t>
            </a:r>
            <a:r>
              <a:rPr spc="-5" dirty="0"/>
              <a:t>2008. </a:t>
            </a:r>
            <a:r>
              <a:rPr spc="-25" dirty="0"/>
              <a:t>Addison-Wesley </a:t>
            </a:r>
            <a:r>
              <a:rPr spc="-20" dirty="0"/>
              <a:t> </a:t>
            </a:r>
            <a:r>
              <a:rPr dirty="0"/>
              <a:t>P</a:t>
            </a:r>
            <a:r>
              <a:rPr lang="id-ID" dirty="0"/>
              <a:t>r</a:t>
            </a:r>
            <a:r>
              <a:rPr dirty="0" err="1"/>
              <a:t>ofessional</a:t>
            </a:r>
            <a:r>
              <a:rPr dirty="0"/>
              <a:t>. </a:t>
            </a:r>
            <a:r>
              <a:rPr spc="-15" dirty="0"/>
              <a:t>ISBN:</a:t>
            </a:r>
            <a:r>
              <a:rPr spc="25" dirty="0"/>
              <a:t> </a:t>
            </a:r>
            <a:r>
              <a:rPr spc="-5" dirty="0"/>
              <a:t>0672330164.</a:t>
            </a:r>
          </a:p>
          <a:p>
            <a:pPr marL="317500" marR="194945" indent="-304800" algn="just">
              <a:lnSpc>
                <a:spcPct val="100000"/>
              </a:lnSpc>
              <a:spcBef>
                <a:spcPts val="1205"/>
              </a:spcBef>
              <a:buFont typeface="Times New Roman"/>
              <a:buChar char="●"/>
              <a:tabLst>
                <a:tab pos="317500" algn="l"/>
              </a:tabLst>
            </a:pPr>
            <a:r>
              <a:rPr spc="-5" dirty="0"/>
              <a:t>Gamma et. </a:t>
            </a:r>
            <a:r>
              <a:rPr spc="-10" dirty="0"/>
              <a:t>al., </a:t>
            </a:r>
            <a:r>
              <a:rPr spc="-15" dirty="0"/>
              <a:t>Design </a:t>
            </a:r>
            <a:r>
              <a:rPr dirty="0" err="1"/>
              <a:t>Patte</a:t>
            </a:r>
            <a:r>
              <a:rPr lang="id-ID" dirty="0"/>
              <a:t>r</a:t>
            </a:r>
            <a:r>
              <a:rPr dirty="0"/>
              <a:t>ns: </a:t>
            </a:r>
            <a:r>
              <a:rPr spc="-10" dirty="0"/>
              <a:t>Elements </a:t>
            </a:r>
            <a:r>
              <a:rPr spc="5" dirty="0"/>
              <a:t>of </a:t>
            </a:r>
            <a:r>
              <a:rPr spc="-285" dirty="0"/>
              <a:t> </a:t>
            </a:r>
            <a:r>
              <a:rPr spc="-15" dirty="0"/>
              <a:t>Reusable</a:t>
            </a:r>
            <a:r>
              <a:rPr spc="-10" dirty="0"/>
              <a:t> </a:t>
            </a:r>
            <a:r>
              <a:rPr spc="-35" dirty="0"/>
              <a:t>Object-</a:t>
            </a:r>
            <a:r>
              <a:rPr spc="45" dirty="0"/>
              <a:t> </a:t>
            </a:r>
            <a:r>
              <a:rPr spc="5" dirty="0"/>
              <a:t>O</a:t>
            </a:r>
            <a:r>
              <a:rPr lang="id-ID" spc="5" dirty="0"/>
              <a:t>r</a:t>
            </a:r>
            <a:r>
              <a:rPr spc="5" dirty="0" err="1"/>
              <a:t>iented</a:t>
            </a:r>
            <a:r>
              <a:rPr spc="-5" dirty="0"/>
              <a:t> </a:t>
            </a:r>
            <a:r>
              <a:rPr spc="5" dirty="0" err="1"/>
              <a:t>Softwa</a:t>
            </a:r>
            <a:r>
              <a:rPr lang="id-ID" spc="5" dirty="0"/>
              <a:t>r</a:t>
            </a:r>
            <a:r>
              <a:rPr spc="5" dirty="0"/>
              <a:t>e.</a:t>
            </a:r>
          </a:p>
          <a:p>
            <a:pPr marL="317500" marR="85725" indent="-304800">
              <a:lnSpc>
                <a:spcPct val="100000"/>
              </a:lnSpc>
              <a:spcBef>
                <a:spcPts val="1200"/>
              </a:spcBef>
              <a:buFont typeface="Times New Roman"/>
              <a:buChar char="●"/>
              <a:tabLst>
                <a:tab pos="316865" algn="l"/>
                <a:tab pos="317500" algn="l"/>
              </a:tabLst>
            </a:pPr>
            <a:r>
              <a:rPr spc="15" dirty="0"/>
              <a:t>C</a:t>
            </a:r>
            <a:r>
              <a:rPr lang="id-ID" spc="15" dirty="0"/>
              <a:t>r</a:t>
            </a:r>
            <a:r>
              <a:rPr spc="15" dirty="0" err="1"/>
              <a:t>aig</a:t>
            </a:r>
            <a:r>
              <a:rPr spc="-10" dirty="0"/>
              <a:t> </a:t>
            </a:r>
            <a:r>
              <a:rPr spc="5" dirty="0"/>
              <a:t>La</a:t>
            </a:r>
            <a:r>
              <a:rPr lang="id-ID" spc="5" dirty="0"/>
              <a:t>r</a:t>
            </a:r>
            <a:r>
              <a:rPr spc="5" dirty="0"/>
              <a:t>man,</a:t>
            </a:r>
            <a:r>
              <a:rPr spc="10" dirty="0"/>
              <a:t> </a:t>
            </a:r>
            <a:r>
              <a:rPr spc="-15" dirty="0"/>
              <a:t>Applying</a:t>
            </a:r>
            <a:r>
              <a:rPr dirty="0"/>
              <a:t> </a:t>
            </a:r>
            <a:r>
              <a:rPr spc="-20" dirty="0"/>
              <a:t>UML</a:t>
            </a:r>
            <a:r>
              <a:rPr dirty="0"/>
              <a:t> </a:t>
            </a:r>
            <a:r>
              <a:rPr spc="-15" dirty="0"/>
              <a:t>and</a:t>
            </a:r>
            <a:r>
              <a:rPr dirty="0"/>
              <a:t> </a:t>
            </a:r>
            <a:r>
              <a:rPr dirty="0" err="1"/>
              <a:t>Patte</a:t>
            </a:r>
            <a:r>
              <a:rPr lang="id-ID" dirty="0"/>
              <a:t>r</a:t>
            </a:r>
            <a:r>
              <a:rPr dirty="0"/>
              <a:t>ns:</a:t>
            </a:r>
            <a:r>
              <a:rPr spc="-10" dirty="0"/>
              <a:t> </a:t>
            </a:r>
            <a:r>
              <a:rPr spc="-5" dirty="0"/>
              <a:t>An </a:t>
            </a:r>
            <a:r>
              <a:rPr spc="-280" dirty="0"/>
              <a:t> </a:t>
            </a:r>
            <a:r>
              <a:rPr spc="-5" dirty="0"/>
              <a:t>int</a:t>
            </a:r>
            <a:r>
              <a:rPr lang="id-ID" spc="-5" dirty="0"/>
              <a:t>r</a:t>
            </a:r>
            <a:r>
              <a:rPr spc="-5" dirty="0" err="1"/>
              <a:t>oduction</a:t>
            </a:r>
            <a:r>
              <a:rPr spc="-5" dirty="0"/>
              <a:t> to</a:t>
            </a:r>
            <a:r>
              <a:rPr dirty="0"/>
              <a:t> </a:t>
            </a:r>
            <a:r>
              <a:rPr spc="-5" dirty="0"/>
              <a:t>Object </a:t>
            </a:r>
            <a:r>
              <a:rPr spc="5" dirty="0"/>
              <a:t>O</a:t>
            </a:r>
            <a:r>
              <a:rPr lang="id-ID" spc="5" dirty="0"/>
              <a:t>r</a:t>
            </a:r>
            <a:r>
              <a:rPr spc="5" dirty="0" err="1"/>
              <a:t>iented</a:t>
            </a:r>
            <a:r>
              <a:rPr spc="5" dirty="0"/>
              <a:t> </a:t>
            </a:r>
            <a:r>
              <a:rPr spc="-15" dirty="0"/>
              <a:t>Analysis </a:t>
            </a:r>
            <a:r>
              <a:rPr spc="-20" dirty="0"/>
              <a:t>and </a:t>
            </a:r>
            <a:r>
              <a:rPr spc="-15" dirty="0"/>
              <a:t> Design</a:t>
            </a:r>
            <a:r>
              <a:rPr spc="-10" dirty="0"/>
              <a:t> </a:t>
            </a:r>
            <a:r>
              <a:rPr spc="-15" dirty="0"/>
              <a:t>and</a:t>
            </a:r>
            <a:r>
              <a:rPr spc="5" dirty="0"/>
              <a:t> </a:t>
            </a:r>
            <a:r>
              <a:rPr spc="-10" dirty="0"/>
              <a:t>the</a:t>
            </a:r>
            <a:r>
              <a:rPr spc="-20" dirty="0"/>
              <a:t> </a:t>
            </a:r>
            <a:r>
              <a:rPr spc="-10" dirty="0"/>
              <a:t>Unified </a:t>
            </a:r>
            <a:r>
              <a:rPr spc="10" dirty="0"/>
              <a:t>P</a:t>
            </a:r>
            <a:r>
              <a:rPr lang="id-ID" spc="10" dirty="0"/>
              <a:t>r</a:t>
            </a:r>
            <a:r>
              <a:rPr spc="10" dirty="0" err="1"/>
              <a:t>ocess</a:t>
            </a:r>
            <a:r>
              <a:rPr spc="10" dirty="0"/>
              <a:t>,</a:t>
            </a:r>
            <a:r>
              <a:rPr spc="305" dirty="0"/>
              <a:t> </a:t>
            </a:r>
            <a:r>
              <a:rPr spc="-10" dirty="0"/>
              <a:t>2nd</a:t>
            </a:r>
            <a:r>
              <a:rPr dirty="0"/>
              <a:t> </a:t>
            </a:r>
            <a:r>
              <a:rPr spc="-15" dirty="0"/>
              <a:t>edition.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03775" y="1410715"/>
            <a:ext cx="3595370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marR="570865" indent="-305435">
              <a:lnSpc>
                <a:spcPct val="100000"/>
              </a:lnSpc>
              <a:spcBef>
                <a:spcPts val="100"/>
              </a:spcBef>
              <a:buFont typeface="Times New Roman"/>
              <a:buChar char="●"/>
              <a:tabLst>
                <a:tab pos="317500" algn="l"/>
                <a:tab pos="318135" algn="l"/>
              </a:tabLst>
            </a:pPr>
            <a:r>
              <a:rPr sz="1200" spc="-5" dirty="0">
                <a:solidFill>
                  <a:srgbClr val="CEF3F5"/>
                </a:solidFill>
                <a:latin typeface="Roboto"/>
                <a:cs typeface="Roboto"/>
              </a:rPr>
              <a:t>Official </a:t>
            </a:r>
            <a:r>
              <a:rPr sz="1200" spc="10" dirty="0">
                <a:solidFill>
                  <a:srgbClr val="CEF3F5"/>
                </a:solidFill>
                <a:latin typeface="Roboto"/>
                <a:cs typeface="Roboto"/>
              </a:rPr>
              <a:t>O</a:t>
            </a:r>
            <a:r>
              <a:rPr lang="id-ID" sz="1200" spc="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spc="10" dirty="0">
                <a:solidFill>
                  <a:srgbClr val="CEF3F5"/>
                </a:solidFill>
                <a:latin typeface="Roboto"/>
                <a:cs typeface="Roboto"/>
              </a:rPr>
              <a:t>acle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Java </a:t>
            </a:r>
            <a:r>
              <a:rPr sz="1200" dirty="0" err="1">
                <a:solidFill>
                  <a:srgbClr val="CEF3F5"/>
                </a:solidFill>
                <a:latin typeface="Roboto"/>
                <a:cs typeface="Roboto"/>
              </a:rPr>
              <a:t>tuto</a:t>
            </a:r>
            <a:r>
              <a:rPr lang="id-ID" sz="120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dirty="0" err="1">
                <a:solidFill>
                  <a:srgbClr val="CEF3F5"/>
                </a:solidFill>
                <a:latin typeface="Roboto"/>
                <a:cs typeface="Roboto"/>
              </a:rPr>
              <a:t>ial</a:t>
            </a:r>
            <a:r>
              <a:rPr sz="1200" dirty="0">
                <a:solidFill>
                  <a:srgbClr val="CEF3F5"/>
                </a:solidFill>
                <a:latin typeface="Roboto"/>
                <a:cs typeface="Roboto"/>
              </a:rPr>
              <a:t>.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Link: </a:t>
            </a:r>
            <a:r>
              <a:rPr sz="1200" spc="-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CEF3F5"/>
                </a:solidFill>
                <a:latin typeface="Roboto"/>
                <a:cs typeface="Roboto"/>
              </a:rPr>
              <a:t>ht</a:t>
            </a:r>
            <a:r>
              <a:rPr sz="1200" spc="-10" dirty="0">
                <a:solidFill>
                  <a:srgbClr val="CEF3F5"/>
                </a:solidFill>
                <a:latin typeface="Roboto"/>
                <a:cs typeface="Roboto"/>
              </a:rPr>
              <a:t>t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p:</a:t>
            </a:r>
            <a:r>
              <a:rPr sz="1200" spc="-5" dirty="0">
                <a:solidFill>
                  <a:srgbClr val="CEF3F5"/>
                </a:solidFill>
                <a:latin typeface="Roboto"/>
                <a:cs typeface="Roboto"/>
              </a:rPr>
              <a:t>/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/d</a:t>
            </a:r>
            <a:r>
              <a:rPr sz="1200" spc="-5" dirty="0">
                <a:solidFill>
                  <a:srgbClr val="CEF3F5"/>
                </a:solidFill>
                <a:latin typeface="Roboto"/>
                <a:cs typeface="Roboto"/>
              </a:rPr>
              <a:t>oc</a:t>
            </a:r>
            <a:r>
              <a:rPr sz="1200" spc="-10" dirty="0">
                <a:solidFill>
                  <a:srgbClr val="CEF3F5"/>
                </a:solidFill>
                <a:latin typeface="Roboto"/>
                <a:cs typeface="Roboto"/>
              </a:rPr>
              <a:t>s.</a:t>
            </a:r>
            <a:r>
              <a:rPr sz="1200" spc="25" dirty="0">
                <a:solidFill>
                  <a:srgbClr val="CEF3F5"/>
                </a:solidFill>
                <a:latin typeface="Roboto"/>
                <a:cs typeface="Roboto"/>
              </a:rPr>
              <a:t>o</a:t>
            </a:r>
            <a:r>
              <a:rPr lang="id-ID" sz="1200" spc="2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spc="25" dirty="0">
                <a:solidFill>
                  <a:srgbClr val="CEF3F5"/>
                </a:solidFill>
                <a:latin typeface="Roboto"/>
                <a:cs typeface="Roboto"/>
              </a:rPr>
              <a:t>a</a:t>
            </a:r>
            <a:r>
              <a:rPr sz="1200" spc="-5" dirty="0">
                <a:solidFill>
                  <a:srgbClr val="CEF3F5"/>
                </a:solidFill>
                <a:latin typeface="Roboto"/>
                <a:cs typeface="Roboto"/>
              </a:rPr>
              <a:t>c</a:t>
            </a:r>
            <a:r>
              <a:rPr sz="1200" spc="-20" dirty="0">
                <a:solidFill>
                  <a:srgbClr val="CEF3F5"/>
                </a:solidFill>
                <a:latin typeface="Roboto"/>
                <a:cs typeface="Roboto"/>
              </a:rPr>
              <a:t>l</a:t>
            </a:r>
            <a:r>
              <a:rPr sz="1200" spc="-5" dirty="0">
                <a:solidFill>
                  <a:srgbClr val="CEF3F5"/>
                </a:solidFill>
                <a:latin typeface="Roboto"/>
                <a:cs typeface="Roboto"/>
              </a:rPr>
              <a:t>e</a:t>
            </a:r>
            <a:r>
              <a:rPr sz="1200" spc="-10" dirty="0">
                <a:solidFill>
                  <a:srgbClr val="CEF3F5"/>
                </a:solidFill>
                <a:latin typeface="Roboto"/>
                <a:cs typeface="Roboto"/>
              </a:rPr>
              <a:t>.</a:t>
            </a:r>
            <a:r>
              <a:rPr sz="1200" spc="-5" dirty="0">
                <a:solidFill>
                  <a:srgbClr val="CEF3F5"/>
                </a:solidFill>
                <a:latin typeface="Roboto"/>
                <a:cs typeface="Roboto"/>
              </a:rPr>
              <a:t>c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om/ja</a:t>
            </a:r>
            <a:r>
              <a:rPr sz="1200" spc="-35" dirty="0">
                <a:solidFill>
                  <a:srgbClr val="CEF3F5"/>
                </a:solidFill>
                <a:latin typeface="Roboto"/>
                <a:cs typeface="Roboto"/>
              </a:rPr>
              <a:t>v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a</a:t>
            </a:r>
            <a:r>
              <a:rPr sz="1200" spc="-10" dirty="0">
                <a:solidFill>
                  <a:srgbClr val="CEF3F5"/>
                </a:solidFill>
                <a:latin typeface="Roboto"/>
                <a:cs typeface="Roboto"/>
              </a:rPr>
              <a:t>s</a:t>
            </a:r>
            <a:r>
              <a:rPr sz="1200" spc="-5" dirty="0">
                <a:solidFill>
                  <a:srgbClr val="CEF3F5"/>
                </a:solidFill>
                <a:latin typeface="Roboto"/>
                <a:cs typeface="Roboto"/>
              </a:rPr>
              <a:t>e/</a:t>
            </a:r>
            <a:r>
              <a:rPr sz="1200" spc="-15" dirty="0" err="1">
                <a:solidFill>
                  <a:srgbClr val="CEF3F5"/>
                </a:solidFill>
                <a:latin typeface="Roboto"/>
                <a:cs typeface="Roboto"/>
              </a:rPr>
              <a:t>t</a:t>
            </a:r>
            <a:r>
              <a:rPr sz="1200" spc="15" dirty="0" err="1">
                <a:solidFill>
                  <a:srgbClr val="CEF3F5"/>
                </a:solidFill>
                <a:latin typeface="Roboto"/>
                <a:cs typeface="Roboto"/>
              </a:rPr>
              <a:t>uto</a:t>
            </a:r>
            <a:r>
              <a:rPr lang="id-ID" sz="1200" spc="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spc="-20" dirty="0" err="1">
                <a:solidFill>
                  <a:srgbClr val="CEF3F5"/>
                </a:solidFill>
                <a:latin typeface="Roboto"/>
                <a:cs typeface="Roboto"/>
              </a:rPr>
              <a:t>i</a:t>
            </a:r>
            <a:r>
              <a:rPr sz="1200" spc="-15" dirty="0" err="1">
                <a:solidFill>
                  <a:srgbClr val="CEF3F5"/>
                </a:solidFill>
                <a:latin typeface="Roboto"/>
                <a:cs typeface="Roboto"/>
              </a:rPr>
              <a:t>a</a:t>
            </a:r>
            <a:r>
              <a:rPr sz="1200" spc="-20" dirty="0" err="1">
                <a:solidFill>
                  <a:srgbClr val="CEF3F5"/>
                </a:solidFill>
                <a:latin typeface="Roboto"/>
                <a:cs typeface="Roboto"/>
              </a:rPr>
              <a:t>l</a:t>
            </a:r>
            <a:r>
              <a:rPr sz="1200" spc="-5" dirty="0">
                <a:solidFill>
                  <a:srgbClr val="CEF3F5"/>
                </a:solidFill>
                <a:latin typeface="Roboto"/>
                <a:cs typeface="Roboto"/>
              </a:rPr>
              <a:t>/.</a:t>
            </a:r>
            <a:endParaRPr sz="1200" dirty="0">
              <a:latin typeface="Roboto"/>
              <a:cs typeface="Roboto"/>
            </a:endParaRPr>
          </a:p>
          <a:p>
            <a:pPr marL="317500" marR="299085" indent="-305435">
              <a:lnSpc>
                <a:spcPct val="100000"/>
              </a:lnSpc>
              <a:spcBef>
                <a:spcPts val="1200"/>
              </a:spcBef>
              <a:buFont typeface="Times New Roman"/>
              <a:buChar char="●"/>
              <a:tabLst>
                <a:tab pos="317500" algn="l"/>
                <a:tab pos="318135" algn="l"/>
              </a:tabLst>
            </a:pPr>
            <a:r>
              <a:rPr sz="1200" spc="-5" dirty="0">
                <a:solidFill>
                  <a:srgbClr val="CEF3F5"/>
                </a:solidFill>
                <a:latin typeface="Roboto"/>
                <a:cs typeface="Roboto"/>
              </a:rPr>
              <a:t>Official</a:t>
            </a:r>
            <a:r>
              <a:rPr sz="1200" spc="-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10" dirty="0">
                <a:solidFill>
                  <a:srgbClr val="CEF3F5"/>
                </a:solidFill>
                <a:latin typeface="Roboto"/>
                <a:cs typeface="Roboto"/>
              </a:rPr>
              <a:t>O</a:t>
            </a:r>
            <a:r>
              <a:rPr lang="id-ID" sz="1200" spc="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spc="10" dirty="0">
                <a:solidFill>
                  <a:srgbClr val="CEF3F5"/>
                </a:solidFill>
                <a:latin typeface="Roboto"/>
                <a:cs typeface="Roboto"/>
              </a:rPr>
              <a:t>acle</a:t>
            </a:r>
            <a:r>
              <a:rPr sz="1200" spc="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Java</a:t>
            </a:r>
            <a:r>
              <a:rPr sz="1200" spc="2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5" dirty="0">
                <a:solidFill>
                  <a:srgbClr val="CEF3F5"/>
                </a:solidFill>
                <a:latin typeface="Roboto"/>
                <a:cs typeface="Roboto"/>
              </a:rPr>
              <a:t>8</a:t>
            </a:r>
            <a:r>
              <a:rPr sz="120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documentation.</a:t>
            </a:r>
            <a:r>
              <a:rPr sz="120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CEF3F5"/>
                </a:solidFill>
                <a:latin typeface="Roboto"/>
                <a:cs typeface="Roboto"/>
              </a:rPr>
              <a:t>Link: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CEF3F5"/>
                </a:solidFill>
                <a:latin typeface="Roboto"/>
                <a:cs typeface="Roboto"/>
              </a:rPr>
              <a:t>http://docs.o</a:t>
            </a:r>
            <a:r>
              <a:rPr lang="id-ID" sz="1200" spc="-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spc="-10" dirty="0">
                <a:solidFill>
                  <a:srgbClr val="CEF3F5"/>
                </a:solidFill>
                <a:latin typeface="Roboto"/>
                <a:cs typeface="Roboto"/>
              </a:rPr>
              <a:t>acle.com/javase/8/docs/api/.</a:t>
            </a:r>
            <a:endParaRPr sz="1200" dirty="0">
              <a:latin typeface="Roboto"/>
              <a:cs typeface="Roboto"/>
            </a:endParaRPr>
          </a:p>
          <a:p>
            <a:pPr marL="317500" marR="775970" indent="-305435">
              <a:lnSpc>
                <a:spcPct val="100000"/>
              </a:lnSpc>
              <a:spcBef>
                <a:spcPts val="1200"/>
              </a:spcBef>
              <a:buFont typeface="Times New Roman"/>
              <a:buChar char="●"/>
              <a:tabLst>
                <a:tab pos="317500" algn="l"/>
                <a:tab pos="318135" algn="l"/>
              </a:tabLst>
            </a:pPr>
            <a:r>
              <a:rPr sz="1200" spc="45" dirty="0" err="1">
                <a:solidFill>
                  <a:srgbClr val="CEF3F5"/>
                </a:solidFill>
                <a:latin typeface="Roboto"/>
                <a:cs typeface="Roboto"/>
              </a:rPr>
              <a:t>ľuto</a:t>
            </a:r>
            <a:r>
              <a:rPr lang="id-ID" sz="1200" spc="4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spc="45" dirty="0" err="1">
                <a:solidFill>
                  <a:srgbClr val="CEF3F5"/>
                </a:solidFill>
                <a:latin typeface="Roboto"/>
                <a:cs typeface="Roboto"/>
              </a:rPr>
              <a:t>ials</a:t>
            </a:r>
            <a:r>
              <a:rPr sz="1200" spc="4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CEF3F5"/>
                </a:solidFill>
                <a:latin typeface="Roboto"/>
                <a:cs typeface="Roboto"/>
              </a:rPr>
              <a:t>Point.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Java </a:t>
            </a:r>
            <a:r>
              <a:rPr sz="1200" spc="45" dirty="0" err="1">
                <a:solidFill>
                  <a:srgbClr val="CEF3F5"/>
                </a:solidFill>
                <a:latin typeface="Roboto"/>
                <a:cs typeface="Roboto"/>
              </a:rPr>
              <a:t>ľuto</a:t>
            </a:r>
            <a:r>
              <a:rPr lang="id-ID" sz="1200" spc="4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spc="45" dirty="0" err="1">
                <a:solidFill>
                  <a:srgbClr val="CEF3F5"/>
                </a:solidFill>
                <a:latin typeface="Roboto"/>
                <a:cs typeface="Roboto"/>
              </a:rPr>
              <a:t>ial</a:t>
            </a:r>
            <a:r>
              <a:rPr sz="1200" spc="45" dirty="0">
                <a:solidFill>
                  <a:srgbClr val="CEF3F5"/>
                </a:solidFill>
                <a:latin typeface="Roboto"/>
                <a:cs typeface="Roboto"/>
              </a:rPr>
              <a:t>.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Link: </a:t>
            </a:r>
            <a:r>
              <a:rPr sz="1200" spc="-10" dirty="0">
                <a:solidFill>
                  <a:srgbClr val="CEF3F5"/>
                </a:solidFill>
                <a:latin typeface="Roboto"/>
                <a:cs typeface="Roboto"/>
              </a:rPr>
              <a:t> http://www.tuto</a:t>
            </a:r>
            <a:r>
              <a:rPr lang="id-ID" sz="1200" spc="-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spc="-10" dirty="0">
                <a:solidFill>
                  <a:srgbClr val="CEF3F5"/>
                </a:solidFill>
                <a:latin typeface="Roboto"/>
                <a:cs typeface="Roboto"/>
              </a:rPr>
              <a:t>ialspoint.com/java/.</a:t>
            </a:r>
            <a:endParaRPr sz="1200" dirty="0">
              <a:latin typeface="Roboto"/>
              <a:cs typeface="Roboto"/>
            </a:endParaRPr>
          </a:p>
          <a:p>
            <a:pPr marL="317500" marR="5080" indent="-305435">
              <a:lnSpc>
                <a:spcPct val="100000"/>
              </a:lnSpc>
              <a:spcBef>
                <a:spcPts val="1205"/>
              </a:spcBef>
              <a:buFont typeface="Times New Roman"/>
              <a:buChar char="●"/>
              <a:tabLst>
                <a:tab pos="317500" algn="l"/>
                <a:tab pos="318135" algn="l"/>
              </a:tabLst>
            </a:pPr>
            <a:r>
              <a:rPr sz="1200" spc="45" dirty="0" err="1">
                <a:solidFill>
                  <a:srgbClr val="CEF3F5"/>
                </a:solidFill>
                <a:latin typeface="Roboto"/>
                <a:cs typeface="Roboto"/>
              </a:rPr>
              <a:t>ľuto</a:t>
            </a:r>
            <a:r>
              <a:rPr lang="id-ID" sz="1200" spc="4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spc="45" dirty="0" err="1">
                <a:solidFill>
                  <a:srgbClr val="CEF3F5"/>
                </a:solidFill>
                <a:latin typeface="Roboto"/>
                <a:cs typeface="Roboto"/>
              </a:rPr>
              <a:t>ials</a:t>
            </a:r>
            <a:r>
              <a:rPr sz="120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CEF3F5"/>
                </a:solidFill>
                <a:latin typeface="Roboto"/>
                <a:cs typeface="Roboto"/>
              </a:rPr>
              <a:t>Point.</a:t>
            </a:r>
            <a:r>
              <a:rPr sz="1200" spc="-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Design</a:t>
            </a:r>
            <a:r>
              <a:rPr sz="120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dirty="0" err="1">
                <a:solidFill>
                  <a:srgbClr val="CEF3F5"/>
                </a:solidFill>
                <a:latin typeface="Roboto"/>
                <a:cs typeface="Roboto"/>
              </a:rPr>
              <a:t>Patte</a:t>
            </a:r>
            <a:r>
              <a:rPr lang="id-ID" sz="120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dirty="0">
                <a:solidFill>
                  <a:srgbClr val="CEF3F5"/>
                </a:solidFill>
                <a:latin typeface="Roboto"/>
                <a:cs typeface="Roboto"/>
              </a:rPr>
              <a:t>ns </a:t>
            </a:r>
            <a:r>
              <a:rPr sz="1200" spc="-20" dirty="0">
                <a:solidFill>
                  <a:srgbClr val="CEF3F5"/>
                </a:solidFill>
                <a:latin typeface="Roboto"/>
                <a:cs typeface="Roboto"/>
              </a:rPr>
              <a:t>in</a:t>
            </a:r>
            <a:r>
              <a:rPr sz="1200" spc="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Java</a:t>
            </a:r>
            <a:r>
              <a:rPr sz="1200" spc="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45" dirty="0" err="1">
                <a:solidFill>
                  <a:srgbClr val="CEF3F5"/>
                </a:solidFill>
                <a:latin typeface="Roboto"/>
                <a:cs typeface="Roboto"/>
              </a:rPr>
              <a:t>ľuto</a:t>
            </a:r>
            <a:r>
              <a:rPr lang="id-ID" sz="1200" spc="4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spc="45" dirty="0" err="1">
                <a:solidFill>
                  <a:srgbClr val="CEF3F5"/>
                </a:solidFill>
                <a:latin typeface="Roboto"/>
                <a:cs typeface="Roboto"/>
              </a:rPr>
              <a:t>ial</a:t>
            </a:r>
            <a:r>
              <a:rPr sz="1200" spc="45" dirty="0">
                <a:solidFill>
                  <a:srgbClr val="CEF3F5"/>
                </a:solidFill>
                <a:latin typeface="Roboto"/>
                <a:cs typeface="Roboto"/>
              </a:rPr>
              <a:t>. </a:t>
            </a:r>
            <a:r>
              <a:rPr sz="1200" spc="-28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5" dirty="0">
                <a:solidFill>
                  <a:srgbClr val="CEF3F5"/>
                </a:solidFill>
                <a:latin typeface="Roboto"/>
                <a:cs typeface="Roboto"/>
              </a:rPr>
              <a:t>Link:</a:t>
            </a:r>
            <a:r>
              <a:rPr sz="1200" spc="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CEF3F5"/>
                </a:solidFill>
                <a:latin typeface="Roboto"/>
                <a:cs typeface="Roboto"/>
              </a:rPr>
              <a:t>http://tuto</a:t>
            </a:r>
            <a:r>
              <a:rPr lang="id-ID" sz="1200" spc="-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spc="-10" dirty="0">
                <a:solidFill>
                  <a:srgbClr val="CEF3F5"/>
                </a:solidFill>
                <a:latin typeface="Roboto"/>
                <a:cs typeface="Roboto"/>
              </a:rPr>
              <a:t>ialspoint.com/</a:t>
            </a:r>
            <a:r>
              <a:rPr sz="1200" spc="-10" dirty="0" err="1">
                <a:solidFill>
                  <a:srgbClr val="CEF3F5"/>
                </a:solidFill>
                <a:latin typeface="Roboto"/>
                <a:cs typeface="Roboto"/>
              </a:rPr>
              <a:t>design_patte</a:t>
            </a:r>
            <a:r>
              <a:rPr lang="id-ID" sz="1200" spc="-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200" spc="-10" dirty="0">
                <a:solidFill>
                  <a:srgbClr val="CEF3F5"/>
                </a:solidFill>
                <a:latin typeface="Roboto"/>
                <a:cs typeface="Roboto"/>
              </a:rPr>
              <a:t>n/</a:t>
            </a:r>
            <a:endParaRPr sz="12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8000" y="1086129"/>
            <a:ext cx="2898267" cy="26492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18159" marR="5080" indent="-506095">
              <a:lnSpc>
                <a:spcPct val="100000"/>
              </a:lnSpc>
              <a:spcBef>
                <a:spcPts val="105"/>
              </a:spcBef>
            </a:pPr>
            <a:r>
              <a:rPr sz="8600" spc="-1445" dirty="0">
                <a:solidFill>
                  <a:srgbClr val="C7ADF8"/>
                </a:solidFill>
                <a:latin typeface="Trebuchet MS"/>
                <a:cs typeface="Trebuchet MS"/>
              </a:rPr>
              <a:t>T</a:t>
            </a:r>
            <a:r>
              <a:rPr sz="8600" spc="-810" dirty="0">
                <a:solidFill>
                  <a:srgbClr val="868FFF"/>
                </a:solidFill>
                <a:latin typeface="Trebuchet MS"/>
                <a:cs typeface="Trebuchet MS"/>
              </a:rPr>
              <a:t>H</a:t>
            </a:r>
            <a:r>
              <a:rPr sz="8600" spc="-840" dirty="0">
                <a:solidFill>
                  <a:srgbClr val="9153F8"/>
                </a:solidFill>
                <a:latin typeface="Trebuchet MS"/>
                <a:cs typeface="Trebuchet MS"/>
              </a:rPr>
              <a:t>A</a:t>
            </a:r>
            <a:r>
              <a:rPr sz="8600" spc="-944" dirty="0">
                <a:solidFill>
                  <a:srgbClr val="35C2DF"/>
                </a:solidFill>
                <a:latin typeface="Trebuchet MS"/>
                <a:cs typeface="Trebuchet MS"/>
              </a:rPr>
              <a:t>N</a:t>
            </a:r>
            <a:r>
              <a:rPr sz="8600" spc="-475" dirty="0">
                <a:solidFill>
                  <a:srgbClr val="C97AEB"/>
                </a:solidFill>
                <a:latin typeface="Trebuchet MS"/>
                <a:cs typeface="Trebuchet MS"/>
              </a:rPr>
              <a:t>K  </a:t>
            </a:r>
            <a:r>
              <a:rPr sz="8600" spc="-944" dirty="0">
                <a:solidFill>
                  <a:srgbClr val="868FFF"/>
                </a:solidFill>
                <a:latin typeface="Trebuchet MS"/>
                <a:cs typeface="Trebuchet MS"/>
              </a:rPr>
              <a:t>Y</a:t>
            </a:r>
            <a:r>
              <a:rPr sz="8600" spc="-944" dirty="0">
                <a:solidFill>
                  <a:srgbClr val="9153F8"/>
                </a:solidFill>
                <a:latin typeface="Trebuchet MS"/>
                <a:cs typeface="Trebuchet MS"/>
              </a:rPr>
              <a:t>O</a:t>
            </a:r>
            <a:r>
              <a:rPr sz="8600" spc="-944" dirty="0">
                <a:solidFill>
                  <a:srgbClr val="35C2DF"/>
                </a:solidFill>
                <a:latin typeface="Trebuchet MS"/>
                <a:cs typeface="Trebuchet MS"/>
              </a:rPr>
              <a:t>U</a:t>
            </a:r>
            <a:endParaRPr sz="86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57600" y="3750360"/>
            <a:ext cx="205740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100" spc="-15" dirty="0">
                <a:solidFill>
                  <a:srgbClr val="CEF3F5"/>
                </a:solidFill>
                <a:latin typeface="Roboto"/>
                <a:cs typeface="Roboto"/>
              </a:rPr>
              <a:t>Do</a:t>
            </a:r>
            <a:r>
              <a:rPr sz="1100" spc="-2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100" spc="-15" dirty="0">
                <a:solidFill>
                  <a:srgbClr val="CEF3F5"/>
                </a:solidFill>
                <a:latin typeface="Roboto"/>
                <a:cs typeface="Roboto"/>
              </a:rPr>
              <a:t>you </a:t>
            </a:r>
            <a:r>
              <a:rPr sz="1100" spc="-10" dirty="0">
                <a:solidFill>
                  <a:srgbClr val="CEF3F5"/>
                </a:solidFill>
                <a:latin typeface="Roboto"/>
                <a:cs typeface="Roboto"/>
              </a:rPr>
              <a:t>have</a:t>
            </a:r>
            <a:r>
              <a:rPr sz="1100" spc="-20" dirty="0">
                <a:solidFill>
                  <a:srgbClr val="CEF3F5"/>
                </a:solidFill>
                <a:latin typeface="Roboto"/>
                <a:cs typeface="Roboto"/>
              </a:rPr>
              <a:t> any</a:t>
            </a:r>
            <a:r>
              <a:rPr sz="1100" spc="-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CEF3F5"/>
                </a:solidFill>
                <a:latin typeface="Roboto"/>
                <a:cs typeface="Roboto"/>
              </a:rPr>
              <a:t>questions?</a:t>
            </a:r>
            <a:endParaRPr sz="1100" dirty="0">
              <a:latin typeface="Roboto"/>
              <a:cs typeface="Roboto"/>
            </a:endParaRPr>
          </a:p>
          <a:p>
            <a:pPr marL="144780" marR="139065" indent="-1270" algn="ctr">
              <a:lnSpc>
                <a:spcPct val="100000"/>
              </a:lnSpc>
            </a:pPr>
            <a:r>
              <a:rPr sz="1100" spc="-20" dirty="0">
                <a:solidFill>
                  <a:srgbClr val="CEF3F5"/>
                </a:solidFill>
                <a:latin typeface="Roboto"/>
                <a:cs typeface="Roboto"/>
              </a:rPr>
              <a:t>You </a:t>
            </a:r>
            <a:r>
              <a:rPr sz="1100" spc="-10" dirty="0">
                <a:solidFill>
                  <a:srgbClr val="CEF3F5"/>
                </a:solidFill>
                <a:latin typeface="Roboto"/>
                <a:cs typeface="Roboto"/>
              </a:rPr>
              <a:t>can </a:t>
            </a:r>
            <a:r>
              <a:rPr sz="1100" spc="-5" dirty="0">
                <a:solidFill>
                  <a:srgbClr val="CEF3F5"/>
                </a:solidFill>
                <a:latin typeface="Roboto"/>
                <a:cs typeface="Roboto"/>
              </a:rPr>
              <a:t>find </a:t>
            </a:r>
            <a:r>
              <a:rPr sz="1100" spc="5" dirty="0">
                <a:solidFill>
                  <a:srgbClr val="CEF3F5"/>
                </a:solidFill>
                <a:latin typeface="Roboto"/>
                <a:cs typeface="Roboto"/>
              </a:rPr>
              <a:t>me </a:t>
            </a:r>
            <a:r>
              <a:rPr sz="1100" spc="-10" dirty="0">
                <a:solidFill>
                  <a:srgbClr val="CEF3F5"/>
                </a:solidFill>
                <a:latin typeface="Roboto"/>
                <a:cs typeface="Roboto"/>
              </a:rPr>
              <a:t>at </a:t>
            </a:r>
            <a:r>
              <a:rPr sz="1100" spc="-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lang="id-ID" sz="1100" spc="-5" dirty="0" err="1">
                <a:solidFill>
                  <a:srgbClr val="CEF3F5"/>
                </a:solidFill>
                <a:latin typeface="Roboto"/>
                <a:cs typeface="Roboto"/>
                <a:hlinkClick r:id="rId2"/>
              </a:rPr>
              <a:t>ardiles.sinaga</a:t>
            </a:r>
            <a:r>
              <a:rPr sz="1100" spc="-5" dirty="0">
                <a:solidFill>
                  <a:srgbClr val="CEF3F5"/>
                </a:solidFill>
                <a:latin typeface="Roboto"/>
                <a:cs typeface="Roboto"/>
                <a:hlinkClick r:id="rId2"/>
              </a:rPr>
              <a:t>@del.ac.id</a:t>
            </a:r>
            <a:endParaRPr sz="11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EF3F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933</Words>
  <Application>Microsoft Office PowerPoint</Application>
  <PresentationFormat>Peragaan Layar (16:9)</PresentationFormat>
  <Paragraphs>103</Paragraphs>
  <Slides>10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7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10</vt:i4>
      </vt:variant>
    </vt:vector>
  </HeadingPairs>
  <TitlesOfParts>
    <vt:vector size="18" baseType="lpstr">
      <vt:lpstr>Arial</vt:lpstr>
      <vt:lpstr>Arial MT</vt:lpstr>
      <vt:lpstr>Calibri</vt:lpstr>
      <vt:lpstr>Roboto</vt:lpstr>
      <vt:lpstr>Times New Roman</vt:lpstr>
      <vt:lpstr>Trebuchet MS</vt:lpstr>
      <vt:lpstr>Wingdings</vt:lpstr>
      <vt:lpstr>Office Theme</vt:lpstr>
      <vt:lpstr>PENGENALAN MATA  KULIAH PENGEMBANGAN  PERANGKAT LUNAK  BERORIENTASI OBJEK</vt:lpstr>
      <vt:lpstr>INFORMASI MATA KULIAH</vt:lpstr>
      <vt:lpstr>DESKRIPSI MATA KULIAH</vt:lpstr>
      <vt:lpstr>TUJUAN PERKULIAHAN</vt:lpstr>
      <vt:lpstr>MATERI MATA KULIAH</vt:lpstr>
      <vt:lpstr>01</vt:lpstr>
      <vt:lpstr>KOMPONEN PENILAIAN</vt:lpstr>
      <vt:lpstr>ATURAN PERKULIAHAN</vt:lpstr>
      <vt:lpstr>REFERENSI</vt:lpstr>
      <vt:lpstr>Presentasi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PENGEMBANGAN PERANGKAT LUNAK BERBASIS OBJEK</dc:title>
  <dc:creator>tomato</dc:creator>
  <cp:lastModifiedBy>Ardiles Sinaga</cp:lastModifiedBy>
  <cp:revision>1</cp:revision>
  <dcterms:created xsi:type="dcterms:W3CDTF">2022-10-20T03:02:41Z</dcterms:created>
  <dcterms:modified xsi:type="dcterms:W3CDTF">2022-10-20T03:09:31Z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2022-10-20T00:00:00Z</vt:filetime>
  </property>
</Properties>
</file>